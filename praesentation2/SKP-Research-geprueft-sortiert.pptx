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1" r:id="rId4"/>
    <p:sldMasterId id="2147483696" r:id="rId5"/>
    <p:sldMasterId id="2147483713" r:id="rId6"/>
  </p:sldMasterIdLst>
  <p:notesMasterIdLst>
    <p:notesMasterId r:id="rId17"/>
  </p:notesMasterIdLst>
  <p:handoutMasterIdLst>
    <p:handoutMasterId r:id="rId18"/>
  </p:handoutMasterIdLst>
  <p:sldIdLst>
    <p:sldId id="264" r:id="rId7"/>
    <p:sldId id="257" r:id="rId10"/>
    <p:sldId id="258" r:id="rId13"/>
    <p:sldId id="269" r:id="rId12"/>
    <p:sldId id="267" r:id="rId8"/>
    <p:sldId id="268" r:id="rId9"/>
    <p:sldId id="270" r:id="rId26"/>
    <p:sldId id="261" r:id="rId14"/>
    <p:sldId id="262" r:id="rId15"/>
    <p:sldId id="265" r:id="rId11"/>
    <p:sldId id="266" r:id="rId16"/>
  </p:sldIdLst>
  <p:sldSz cx="12192000" cy="6858000"/>
  <p:notesSz cx="6797675" cy="9926638"/>
  <p:custDataLst>
    <p:tags r:id="rId1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0B8"/>
    <a:srgbClr val="923892"/>
    <a:srgbClr val="F9FFC2"/>
    <a:srgbClr val="FFCCFF"/>
    <a:srgbClr val="FFCCCC"/>
    <a:srgbClr val="CCECFF"/>
    <a:srgbClr val="CBEAD2"/>
    <a:srgbClr val="963A96"/>
    <a:srgbClr val="8F378F"/>
    <a:srgbClr val="8A35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3A93B-B43B-4A91-A113-83BC207AA24A}" v="13" dt="2026-08-13T09:44:37.43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autoAdjust="0"/>
    <p:restoredTop sz="94660"/>
  </p:normalViewPr>
  <p:slideViewPr>
    <p:cSldViewPr snapToGrid="0">
      <p:cViewPr varScale="1">
        <p:scale>
          <a:sx n="105" d="100"/>
          <a:sy n="105" d="100"/>
        </p:scale>
        <p:origin x="978" y="96"/>
      </p:cViewPr>
      <p:guideLst>
        <p:guide orient="horz" pos="218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2.xml"/><Relationship Id="rId11" Type="http://schemas.openxmlformats.org/officeDocument/2006/relationships/slide" Target="slides/slide10.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1.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tags" Target="tags/tag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al, Jeffrey" userId="7a06355b-27b9-4360-8270-fc96e401fa3b" providerId="ADAL" clId="{EA63E7A4-D26D-4F36-8C06-185E1C80DAE7}"/>
    <pc:docChg chg="undo custSel addSld delSld modSld sldOrd">
      <pc:chgData name="Neal, Jeffrey" userId="7a06355b-27b9-4360-8270-fc96e401fa3b" providerId="ADAL" clId="{EA63E7A4-D26D-4F36-8C06-185E1C80DAE7}" dt="2026-08-13T09:45:18.858" v="1541" actId="2696"/>
      <pc:docMkLst>
        <pc:docMk/>
      </pc:docMkLst>
      <pc:sldChg chg="del ord">
        <pc:chgData name="Neal, Jeffrey" userId="7a06355b-27b9-4360-8270-fc96e401fa3b" providerId="ADAL" clId="{EA63E7A4-D26D-4F36-8C06-185E1C80DAE7}" dt="2026-08-13T09:44:08.040" v="1536" actId="2696"/>
        <pc:sldMkLst>
          <pc:docMk/>
          <pc:sldMk cId="0" sldId="256"/>
        </pc:sldMkLst>
      </pc:sldChg>
      <pc:sldChg chg="modSp mod">
        <pc:chgData name="Neal, Jeffrey" userId="7a06355b-27b9-4360-8270-fc96e401fa3b" providerId="ADAL" clId="{EA63E7A4-D26D-4F36-8C06-185E1C80DAE7}" dt="2026-07-30T10:08:40.574" v="124" actId="27636"/>
        <pc:sldMkLst>
          <pc:docMk/>
          <pc:sldMk cId="0" sldId="257"/>
        </pc:sldMkLst>
        <pc:spChg chg="mod">
          <ac:chgData name="Neal, Jeffrey" userId="7a06355b-27b9-4360-8270-fc96e401fa3b" providerId="ADAL" clId="{EA63E7A4-D26D-4F36-8C06-185E1C80DAE7}" dt="2026-07-30T10:08:40.574" v="124" actId="27636"/>
          <ac:spMkLst>
            <pc:docMk/>
            <pc:sldMk cId="0" sldId="257"/>
            <ac:spMk id="2" creationId="{00000000-0000-0000-0000-000000000000}"/>
          </ac:spMkLst>
        </pc:spChg>
      </pc:sldChg>
      <pc:sldChg chg="modSp del mod">
        <pc:chgData name="Neal, Jeffrey" userId="7a06355b-27b9-4360-8270-fc96e401fa3b" providerId="ADAL" clId="{EA63E7A4-D26D-4F36-8C06-185E1C80DAE7}" dt="2026-08-13T09:44:53.090" v="1538" actId="2696"/>
        <pc:sldMkLst>
          <pc:docMk/>
          <pc:sldMk cId="0" sldId="259"/>
        </pc:sldMkLst>
        <pc:spChg chg="mod">
          <ac:chgData name="Neal, Jeffrey" userId="7a06355b-27b9-4360-8270-fc96e401fa3b" providerId="ADAL" clId="{EA63E7A4-D26D-4F36-8C06-185E1C80DAE7}" dt="2026-07-30T13:00:44.944" v="1407" actId="1038"/>
          <ac:spMkLst>
            <pc:docMk/>
            <pc:sldMk cId="0" sldId="259"/>
            <ac:spMk id="2" creationId="{00000000-0000-0000-0000-000000000000}"/>
          </ac:spMkLst>
        </pc:spChg>
        <pc:spChg chg="mod">
          <ac:chgData name="Neal, Jeffrey" userId="7a06355b-27b9-4360-8270-fc96e401fa3b" providerId="ADAL" clId="{EA63E7A4-D26D-4F36-8C06-185E1C80DAE7}" dt="2026-07-30T12:52:59.245" v="1402" actId="207"/>
          <ac:spMkLst>
            <pc:docMk/>
            <pc:sldMk cId="0" sldId="259"/>
            <ac:spMk id="9" creationId="{00000000-0000-0000-0000-000000000000}"/>
          </ac:spMkLst>
        </pc:spChg>
        <pc:spChg chg="mod">
          <ac:chgData name="Neal, Jeffrey" userId="7a06355b-27b9-4360-8270-fc96e401fa3b" providerId="ADAL" clId="{EA63E7A4-D26D-4F36-8C06-185E1C80DAE7}" dt="2026-07-30T10:37:38.922" v="261" actId="20577"/>
          <ac:spMkLst>
            <pc:docMk/>
            <pc:sldMk cId="0" sldId="259"/>
            <ac:spMk id="11" creationId="{00000000-0000-0000-0000-000000000000}"/>
          </ac:spMkLst>
        </pc:spChg>
        <pc:spChg chg="mod">
          <ac:chgData name="Neal, Jeffrey" userId="7a06355b-27b9-4360-8270-fc96e401fa3b" providerId="ADAL" clId="{EA63E7A4-D26D-4F36-8C06-185E1C80DAE7}" dt="2026-07-30T12:59:19.866" v="1406" actId="20577"/>
          <ac:spMkLst>
            <pc:docMk/>
            <pc:sldMk cId="0" sldId="259"/>
            <ac:spMk id="12" creationId="{00000000-0000-0000-0000-000000000000}"/>
          </ac:spMkLst>
        </pc:spChg>
        <pc:spChg chg="mod">
          <ac:chgData name="Neal, Jeffrey" userId="7a06355b-27b9-4360-8270-fc96e401fa3b" providerId="ADAL" clId="{EA63E7A4-D26D-4F36-8C06-185E1C80DAE7}" dt="2026-07-30T12:52:33.608" v="1396" actId="255"/>
          <ac:spMkLst>
            <pc:docMk/>
            <pc:sldMk cId="0" sldId="259"/>
            <ac:spMk id="14" creationId="{00000000-0000-0000-0000-000000000000}"/>
          </ac:spMkLst>
        </pc:spChg>
      </pc:sldChg>
      <pc:sldChg chg="delSp modSp del mod">
        <pc:chgData name="Neal, Jeffrey" userId="7a06355b-27b9-4360-8270-fc96e401fa3b" providerId="ADAL" clId="{EA63E7A4-D26D-4F36-8C06-185E1C80DAE7}" dt="2026-08-13T09:45:18.858" v="1541" actId="2696"/>
        <pc:sldMkLst>
          <pc:docMk/>
          <pc:sldMk cId="0" sldId="260"/>
        </pc:sldMkLst>
        <pc:spChg chg="mod">
          <ac:chgData name="Neal, Jeffrey" userId="7a06355b-27b9-4360-8270-fc96e401fa3b" providerId="ADAL" clId="{EA63E7A4-D26D-4F36-8C06-185E1C80DAE7}" dt="2026-07-30T10:48:06.409" v="832" actId="20577"/>
          <ac:spMkLst>
            <pc:docMk/>
            <pc:sldMk cId="0" sldId="260"/>
            <ac:spMk id="4" creationId="{00000000-0000-0000-0000-000000000000}"/>
          </ac:spMkLst>
        </pc:spChg>
        <pc:spChg chg="mod">
          <ac:chgData name="Neal, Jeffrey" userId="7a06355b-27b9-4360-8270-fc96e401fa3b" providerId="ADAL" clId="{EA63E7A4-D26D-4F36-8C06-185E1C80DAE7}" dt="2026-07-30T11:04:37.778" v="1256" actId="20577"/>
          <ac:spMkLst>
            <pc:docMk/>
            <pc:sldMk cId="0" sldId="260"/>
            <ac:spMk id="6" creationId="{00000000-0000-0000-0000-000000000000}"/>
          </ac:spMkLst>
        </pc:spChg>
        <pc:spChg chg="mod">
          <ac:chgData name="Neal, Jeffrey" userId="7a06355b-27b9-4360-8270-fc96e401fa3b" providerId="ADAL" clId="{EA63E7A4-D26D-4F36-8C06-185E1C80DAE7}" dt="2026-07-30T10:55:29.476" v="1091"/>
          <ac:spMkLst>
            <pc:docMk/>
            <pc:sldMk cId="0" sldId="260"/>
            <ac:spMk id="7" creationId="{00000000-0000-0000-0000-000000000000}"/>
          </ac:spMkLst>
        </pc:spChg>
        <pc:spChg chg="mod">
          <ac:chgData name="Neal, Jeffrey" userId="7a06355b-27b9-4360-8270-fc96e401fa3b" providerId="ADAL" clId="{EA63E7A4-D26D-4F36-8C06-185E1C80DAE7}" dt="2026-07-30T10:56:27.913" v="1164" actId="20577"/>
          <ac:spMkLst>
            <pc:docMk/>
            <pc:sldMk cId="0" sldId="260"/>
            <ac:spMk id="8" creationId="{00000000-0000-0000-0000-000000000000}"/>
          </ac:spMkLst>
        </pc:spChg>
        <pc:spChg chg="mod">
          <ac:chgData name="Neal, Jeffrey" userId="7a06355b-27b9-4360-8270-fc96e401fa3b" providerId="ADAL" clId="{EA63E7A4-D26D-4F36-8C06-185E1C80DAE7}" dt="2026-07-30T11:04:50.961" v="1292" actId="20577"/>
          <ac:spMkLst>
            <pc:docMk/>
            <pc:sldMk cId="0" sldId="260"/>
            <ac:spMk id="11" creationId="{00000000-0000-0000-0000-000000000000}"/>
          </ac:spMkLst>
        </pc:spChg>
        <pc:spChg chg="mod">
          <ac:chgData name="Neal, Jeffrey" userId="7a06355b-27b9-4360-8270-fc96e401fa3b" providerId="ADAL" clId="{EA63E7A4-D26D-4F36-8C06-185E1C80DAE7}" dt="2026-07-30T10:56:57.805" v="1166" actId="207"/>
          <ac:spMkLst>
            <pc:docMk/>
            <pc:sldMk cId="0" sldId="260"/>
            <ac:spMk id="13" creationId="{00000000-0000-0000-0000-000000000000}"/>
          </ac:spMkLst>
        </pc:spChg>
        <pc:spChg chg="mod">
          <ac:chgData name="Neal, Jeffrey" userId="7a06355b-27b9-4360-8270-fc96e401fa3b" providerId="ADAL" clId="{EA63E7A4-D26D-4F36-8C06-185E1C80DAE7}" dt="2026-07-30T11:05:21.023" v="1354" actId="20577"/>
          <ac:spMkLst>
            <pc:docMk/>
            <pc:sldMk cId="0" sldId="260"/>
            <ac:spMk id="16" creationId="{00000000-0000-0000-0000-000000000000}"/>
          </ac:spMkLst>
        </pc:spChg>
        <pc:spChg chg="mod">
          <ac:chgData name="Neal, Jeffrey" userId="7a06355b-27b9-4360-8270-fc96e401fa3b" providerId="ADAL" clId="{EA63E7A4-D26D-4F36-8C06-185E1C80DAE7}" dt="2026-07-30T11:02:33.050" v="1199" actId="20577"/>
          <ac:spMkLst>
            <pc:docMk/>
            <pc:sldMk cId="0" sldId="260"/>
            <ac:spMk id="18" creationId="{00000000-0000-0000-0000-000000000000}"/>
          </ac:spMkLst>
        </pc:spChg>
      </pc:sldChg>
      <pc:sldChg chg="delSp modSp mod">
        <pc:chgData name="Neal, Jeffrey" userId="7a06355b-27b9-4360-8270-fc96e401fa3b" providerId="ADAL" clId="{EA63E7A4-D26D-4F36-8C06-185E1C80DAE7}" dt="2026-07-30T11:08:23.892" v="1376" actId="20577"/>
        <pc:sldMkLst>
          <pc:docMk/>
          <pc:sldMk cId="0" sldId="261"/>
        </pc:sldMkLst>
        <pc:spChg chg="mod">
          <ac:chgData name="Neal, Jeffrey" userId="7a06355b-27b9-4360-8270-fc96e401fa3b" providerId="ADAL" clId="{EA63E7A4-D26D-4F36-8C06-185E1C80DAE7}" dt="2026-07-30T11:07:51.559" v="1371" actId="1076"/>
          <ac:spMkLst>
            <pc:docMk/>
            <pc:sldMk cId="0" sldId="261"/>
            <ac:spMk id="22" creationId="{00000000-0000-0000-0000-000000000000}"/>
          </ac:spMkLst>
        </pc:spChg>
        <pc:spChg chg="mod">
          <ac:chgData name="Neal, Jeffrey" userId="7a06355b-27b9-4360-8270-fc96e401fa3b" providerId="ADAL" clId="{EA63E7A4-D26D-4F36-8C06-185E1C80DAE7}" dt="2026-07-30T11:07:48.255" v="1370" actId="1076"/>
          <ac:spMkLst>
            <pc:docMk/>
            <pc:sldMk cId="0" sldId="261"/>
            <ac:spMk id="23" creationId="{00000000-0000-0000-0000-000000000000}"/>
          </ac:spMkLst>
        </pc:spChg>
        <pc:spChg chg="mod">
          <ac:chgData name="Neal, Jeffrey" userId="7a06355b-27b9-4360-8270-fc96e401fa3b" providerId="ADAL" clId="{EA63E7A4-D26D-4F36-8C06-185E1C80DAE7}" dt="2026-07-30T11:08:00.743" v="1372" actId="1076"/>
          <ac:spMkLst>
            <pc:docMk/>
            <pc:sldMk cId="0" sldId="261"/>
            <ac:spMk id="24" creationId="{00000000-0000-0000-0000-000000000000}"/>
          </ac:spMkLst>
        </pc:spChg>
        <pc:spChg chg="mod">
          <ac:chgData name="Neal, Jeffrey" userId="7a06355b-27b9-4360-8270-fc96e401fa3b" providerId="ADAL" clId="{EA63E7A4-D26D-4F36-8C06-185E1C80DAE7}" dt="2026-07-30T11:08:23.892" v="1376" actId="20577"/>
          <ac:spMkLst>
            <pc:docMk/>
            <pc:sldMk cId="0" sldId="261"/>
            <ac:spMk id="25" creationId="{00000000-0000-0000-0000-000000000000}"/>
          </ac:spMkLst>
        </pc:spChg>
      </pc:sldChg>
      <pc:sldChg chg="add ord">
        <pc:chgData name="Neal, Jeffrey" userId="7a06355b-27b9-4360-8270-fc96e401fa3b" providerId="ADAL" clId="{EA63E7A4-D26D-4F36-8C06-185E1C80DAE7}" dt="2026-07-30T10:07:01.296" v="3" actId="20578"/>
        <pc:sldMkLst>
          <pc:docMk/>
          <pc:sldMk cId="657510211" sldId="264"/>
        </pc:sldMkLst>
      </pc:sldChg>
      <pc:sldChg chg="addSp delSp modSp new mod ord">
        <pc:chgData name="Neal, Jeffrey" userId="7a06355b-27b9-4360-8270-fc96e401fa3b" providerId="ADAL" clId="{EA63E7A4-D26D-4F36-8C06-185E1C80DAE7}" dt="2026-08-13T09:45:05.638" v="1540"/>
        <pc:sldMkLst>
          <pc:docMk/>
          <pc:sldMk cId="862736098" sldId="265"/>
        </pc:sldMkLst>
        <pc:spChg chg="mod">
          <ac:chgData name="Neal, Jeffrey" userId="7a06355b-27b9-4360-8270-fc96e401fa3b" providerId="ADAL" clId="{EA63E7A4-D26D-4F36-8C06-185E1C80DAE7}" dt="2026-07-30T15:09:29.046" v="1423" actId="20577"/>
          <ac:spMkLst>
            <pc:docMk/>
            <pc:sldMk cId="862736098" sldId="265"/>
            <ac:spMk id="4" creationId="{5135A21A-2257-99C0-3633-873D72276E2C}"/>
          </ac:spMkLst>
        </pc:spChg>
        <pc:picChg chg="add mod">
          <ac:chgData name="Neal, Jeffrey" userId="7a06355b-27b9-4360-8270-fc96e401fa3b" providerId="ADAL" clId="{EA63E7A4-D26D-4F36-8C06-185E1C80DAE7}" dt="2026-07-30T15:09:56.257" v="1428" actId="14100"/>
          <ac:picMkLst>
            <pc:docMk/>
            <pc:sldMk cId="862736098" sldId="265"/>
            <ac:picMk id="7" creationId="{C1BB902E-DCB1-AC99-6982-F5031F16D535}"/>
          </ac:picMkLst>
        </pc:picChg>
        <pc:picChg chg="add mod">
          <ac:chgData name="Neal, Jeffrey" userId="7a06355b-27b9-4360-8270-fc96e401fa3b" providerId="ADAL" clId="{EA63E7A4-D26D-4F36-8C06-185E1C80DAE7}" dt="2026-07-30T15:11:08.445" v="1433" actId="1076"/>
          <ac:picMkLst>
            <pc:docMk/>
            <pc:sldMk cId="862736098" sldId="265"/>
            <ac:picMk id="9" creationId="{80F8DC9D-6846-8003-E956-2BB78673581B}"/>
          </ac:picMkLst>
        </pc:picChg>
      </pc:sldChg>
      <pc:sldChg chg="addSp delSp modSp new mod">
        <pc:chgData name="Neal, Jeffrey" userId="7a06355b-27b9-4360-8270-fc96e401fa3b" providerId="ADAL" clId="{EA63E7A4-D26D-4F36-8C06-185E1C80DAE7}" dt="2026-07-30T15:33:47.082" v="1533" actId="1076"/>
        <pc:sldMkLst>
          <pc:docMk/>
          <pc:sldMk cId="2074562073" sldId="266"/>
        </pc:sldMkLst>
        <pc:spChg chg="add mod">
          <ac:chgData name="Neal, Jeffrey" userId="7a06355b-27b9-4360-8270-fc96e401fa3b" providerId="ADAL" clId="{EA63E7A4-D26D-4F36-8C06-185E1C80DAE7}" dt="2026-07-30T15:20:24.297" v="1476" actId="1076"/>
          <ac:spMkLst>
            <pc:docMk/>
            <pc:sldMk cId="2074562073" sldId="266"/>
            <ac:spMk id="7" creationId="{463F801E-BB69-8233-0B0E-682066AE50D3}"/>
          </ac:spMkLst>
        </pc:spChg>
        <pc:spChg chg="add mod">
          <ac:chgData name="Neal, Jeffrey" userId="7a06355b-27b9-4360-8270-fc96e401fa3b" providerId="ADAL" clId="{EA63E7A4-D26D-4F36-8C06-185E1C80DAE7}" dt="2026-07-30T15:20:04.207" v="1470" actId="1076"/>
          <ac:spMkLst>
            <pc:docMk/>
            <pc:sldMk cId="2074562073" sldId="266"/>
            <ac:spMk id="9" creationId="{1A204AFC-CFC3-0113-31D1-E6F3A33E59F8}"/>
          </ac:spMkLst>
        </pc:spChg>
        <pc:spChg chg="add mod">
          <ac:chgData name="Neal, Jeffrey" userId="7a06355b-27b9-4360-8270-fc96e401fa3b" providerId="ADAL" clId="{EA63E7A4-D26D-4F36-8C06-185E1C80DAE7}" dt="2026-07-30T15:20:08.114" v="1471" actId="1076"/>
          <ac:spMkLst>
            <pc:docMk/>
            <pc:sldMk cId="2074562073" sldId="266"/>
            <ac:spMk id="11" creationId="{93A71A94-34CC-D3CB-8BDE-783942DCF159}"/>
          </ac:spMkLst>
        </pc:spChg>
        <pc:spChg chg="add mod">
          <ac:chgData name="Neal, Jeffrey" userId="7a06355b-27b9-4360-8270-fc96e401fa3b" providerId="ADAL" clId="{EA63E7A4-D26D-4F36-8C06-185E1C80DAE7}" dt="2026-07-30T15:20:16.448" v="1473" actId="1076"/>
          <ac:spMkLst>
            <pc:docMk/>
            <pc:sldMk cId="2074562073" sldId="266"/>
            <ac:spMk id="13" creationId="{8741E806-B8F3-0DF4-2208-4E3F1E82954C}"/>
          </ac:spMkLst>
        </pc:spChg>
        <pc:spChg chg="add mod">
          <ac:chgData name="Neal, Jeffrey" userId="7a06355b-27b9-4360-8270-fc96e401fa3b" providerId="ADAL" clId="{EA63E7A4-D26D-4F36-8C06-185E1C80DAE7}" dt="2026-07-30T15:20:19.408" v="1474" actId="1076"/>
          <ac:spMkLst>
            <pc:docMk/>
            <pc:sldMk cId="2074562073" sldId="266"/>
            <ac:spMk id="15" creationId="{1AB8FA68-B0F9-8A12-C068-0FBD9E6F8108}"/>
          </ac:spMkLst>
        </pc:spChg>
        <pc:spChg chg="add mod">
          <ac:chgData name="Neal, Jeffrey" userId="7a06355b-27b9-4360-8270-fc96e401fa3b" providerId="ADAL" clId="{EA63E7A4-D26D-4F36-8C06-185E1C80DAE7}" dt="2026-07-30T15:33:47.082" v="1533" actId="1076"/>
          <ac:spMkLst>
            <pc:docMk/>
            <pc:sldMk cId="2074562073" sldId="266"/>
            <ac:spMk id="17" creationId="{6F88A239-863E-67E9-F4CB-E0AC3C2BF780}"/>
          </ac:spMkLst>
        </pc:spChg>
        <pc:spChg chg="add mod">
          <ac:chgData name="Neal, Jeffrey" userId="7a06355b-27b9-4360-8270-fc96e401fa3b" providerId="ADAL" clId="{EA63E7A4-D26D-4F36-8C06-185E1C80DAE7}" dt="2026-07-30T15:24:17.248" v="1530" actId="115"/>
          <ac:spMkLst>
            <pc:docMk/>
            <pc:sldMk cId="2074562073" sldId="266"/>
            <ac:spMk id="19" creationId="{31823FDD-D84A-C245-61C3-943104D69D70}"/>
          </ac:spMkLst>
        </pc:spChg>
      </pc:sldChg>
      <pc:sldChg chg="add">
        <pc:chgData name="Neal, Jeffrey" userId="7a06355b-27b9-4360-8270-fc96e401fa3b" providerId="ADAL" clId="{EA63E7A4-D26D-4F36-8C06-185E1C80DAE7}" dt="2026-08-13T09:43:50.483" v="1534"/>
        <pc:sldMkLst>
          <pc:docMk/>
          <pc:sldMk cId="0" sldId="267"/>
        </pc:sldMkLst>
      </pc:sldChg>
      <pc:sldChg chg="add">
        <pc:chgData name="Neal, Jeffrey" userId="7a06355b-27b9-4360-8270-fc96e401fa3b" providerId="ADAL" clId="{EA63E7A4-D26D-4F36-8C06-185E1C80DAE7}" dt="2026-08-13T09:44:05.595" v="1535"/>
        <pc:sldMkLst>
          <pc:docMk/>
          <pc:sldMk cId="0" sldId="268"/>
        </pc:sldMkLst>
      </pc:sldChg>
      <pc:sldChg chg="add">
        <pc:chgData name="Neal, Jeffrey" userId="7a06355b-27b9-4360-8270-fc96e401fa3b" providerId="ADAL" clId="{EA63E7A4-D26D-4F36-8C06-185E1C80DAE7}" dt="2026-08-13T09:44:37.433" v="1537"/>
        <pc:sldMkLst>
          <pc:docMk/>
          <pc:sldMk cId="0" sldId="269"/>
        </pc:sldMkLst>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de-DE" sz="1400" b="0"/>
              <a:t>Beispieldiagramm</a:t>
            </a:r>
            <a:endParaRPr lang="de-DE" b="0"/>
          </a:p>
        </c:rich>
      </c:tx>
      <c:layout>
        <c:manualLayout>
          <c:xMode val="edge"/>
          <c:yMode val="edge"/>
          <c:x val="0.28509147346070529"/>
          <c:y val="7.536038934942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13-4ACD-B760-5F1C36596FE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13-4ACD-B760-5F1C36596FE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13-4ACD-B760-5F1C36596FE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13-4ACD-B760-5F1C36596FE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13-4ACD-B760-5F1C36596FE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13-4ACD-B760-5F1C36596FE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13-4ACD-B760-5F1C36596FE9}"/>
              </c:ext>
            </c:extLst>
          </c:dPt>
          <c:dLbls>
            <c:spPr>
              <a:pattFill prst="pct75">
                <a:fgClr>
                  <a:srgbClr val="777777">
                    <a:lumMod val="75000"/>
                    <a:lumOff val="25000"/>
                  </a:srgbClr>
                </a:fgClr>
                <a:bgClr>
                  <a:srgbClr val="777777">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de-DE"/>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Tabelle1!$A$2:$A$8</c:f>
              <c:strCache>
                <c:ptCount val="6"/>
                <c:pt idx="0">
                  <c:v>1.</c:v>
                </c:pt>
                <c:pt idx="1">
                  <c:v>2.</c:v>
                </c:pt>
                <c:pt idx="2">
                  <c:v>3.</c:v>
                </c:pt>
                <c:pt idx="3">
                  <c:v>4.</c:v>
                </c:pt>
                <c:pt idx="4">
                  <c:v>5.</c:v>
                </c:pt>
                <c:pt idx="5">
                  <c:v>6.</c:v>
                </c:pt>
              </c:strCache>
            </c:strRef>
          </c:cat>
          <c:val>
            <c:numRef>
              <c:f>Tabelle1!$B$2:$B$8</c:f>
              <c:numCache>
                <c:formatCode>General</c:formatCode>
                <c:ptCount val="7"/>
                <c:pt idx="0">
                  <c:v>7</c:v>
                </c:pt>
                <c:pt idx="1">
                  <c:v>3.33</c:v>
                </c:pt>
                <c:pt idx="2">
                  <c:v>0.25</c:v>
                </c:pt>
                <c:pt idx="3">
                  <c:v>0.85</c:v>
                </c:pt>
                <c:pt idx="4">
                  <c:v>1.5</c:v>
                </c:pt>
                <c:pt idx="5">
                  <c:v>2.8</c:v>
                </c:pt>
              </c:numCache>
            </c:numRef>
          </c:val>
          <c:extLst>
            <c:ext xmlns:c16="http://schemas.microsoft.com/office/drawing/2014/chart" uri="{C3380CC4-5D6E-409C-BE32-E72D297353CC}">
              <c16:uniqueId val="{00000000-3A74-4D83-BD91-704F1B0E44A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1"/>
        <c:ser>
          <c:idx val="0"/>
          <c:order val="0"/>
          <c:tx>
            <c:strRef>
              <c:f>Sheet1!$B$1</c:f>
              <c:strCache>
                <c:ptCount val="1"/>
                <c:pt idx="0">
                  <c:v>Bruttolohn je Stunde</c:v>
                </c:pt>
              </c:strCache>
            </c:strRef>
          </c:tx>
          <c:spPr>
            <a:solidFill>
              <a:srgbClr val="E0861A"/>
            </a:solidFill>
            <a:ln>
              <a:noFill/>
            </a:ln>
          </c:spPr>
          <c:invertIfNegative val="1"/>
          <c:dLbls>
            <c:numFmt formatCode="0.00" sourceLinked="0"/>
            <c:spPr>
              <a:noFill/>
              <a:ln>
                <a:noFill/>
              </a:ln>
              <a:effectLst/>
            </c:spPr>
            <c:txPr>
              <a:bodyPr/>
              <a:lstStyle/>
              <a:p>
                <a:pPr>
                  <a:defRPr sz="750" b="1">
                    <a:solidFill>
                      <a:srgbClr val="3D3D3D"/>
                    </a:solidFill>
                    <a:latin typeface="Open San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Mindest-
lohn 2026</c:v>
                </c:pt>
                <c:pt idx="1">
                  <c:v>Mindest-
lohn 2027</c:v>
                </c:pt>
                <c:pt idx="2">
                  <c:v>TVöD SuE
S2/5</c:v>
                </c:pt>
                <c:pt idx="3">
                  <c:v>TVöD SuE
S3/5</c:v>
                </c:pt>
              </c:strCache>
            </c:strRef>
          </c:cat>
          <c:val>
            <c:numRef>
              <c:f>Sheet1!$B$2:$B$5</c:f>
              <c:numCache>
                <c:formatCode>General</c:formatCode>
                <c:ptCount val="4"/>
                <c:pt idx="0">
                  <c:v>13.9</c:v>
                </c:pt>
                <c:pt idx="1">
                  <c:v>14.6</c:v>
                </c:pt>
                <c:pt idx="2">
                  <c:v>19.64</c:v>
                </c:pt>
                <c:pt idx="3">
                  <c:v>22.15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DD2B-41DB-BADA-6590DA3855DF}"/>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DDD"/>
            </a:solidFill>
          </a:ln>
        </c:spPr>
        <c:txPr>
          <a:bodyPr/>
          <a:lstStyle/>
          <a:p>
            <a:pPr>
              <a:defRPr sz="720">
                <a:solidFill>
                  <a:srgbClr val="3D3D3D"/>
                </a:solidFill>
                <a:latin typeface="Open Sans"/>
              </a:defRPr>
            </a:pPr>
            <a:endParaRPr lang="de-DE"/>
          </a:p>
        </c:txPr>
        <c:crossAx val="-2113994440"/>
        <c:crosses val="autoZero"/>
        <c:auto val="1"/>
        <c:lblAlgn val="ctr"/>
        <c:lblOffset val="100"/>
        <c:noMultiLvlLbl val="0"/>
      </c:catAx>
      <c:valAx>
        <c:axId val="-2113994440"/>
        <c:scaling>
          <c:orientation val="minMax"/>
          <c:max val="24"/>
        </c:scaling>
        <c:delete val="0"/>
        <c:axPos val="l"/>
        <c:majorGridlines>
          <c:spPr>
            <a:ln w="9525">
              <a:solidFill>
                <a:srgbClr val="EEEEEE"/>
              </a:solidFill>
            </a:ln>
          </c:spPr>
        </c:majorGridlines>
        <c:numFmt formatCode="General" sourceLinked="1"/>
        <c:majorTickMark val="out"/>
        <c:minorTickMark val="none"/>
        <c:tickLblPos val="nextTo"/>
        <c:spPr>
          <a:ln>
            <a:solidFill>
              <a:srgbClr val="DDDDDD"/>
            </a:solidFill>
          </a:ln>
        </c:spPr>
        <c:txPr>
          <a:bodyPr/>
          <a:lstStyle/>
          <a:p>
            <a:pPr>
              <a:defRPr sz="720">
                <a:solidFill>
                  <a:srgbClr val="888888"/>
                </a:solidFill>
                <a:latin typeface="Open Sans"/>
              </a:defRPr>
            </a:pPr>
            <a:endParaRPr lang="de-DE"/>
          </a:p>
        </c:txPr>
        <c:crossAx val="-2068027336"/>
        <c:crosses val="autoZero"/>
        <c:crossBetween val="between"/>
        <c:majorUnit val="8"/>
      </c:valAx>
    </c:plotArea>
    <c:plotVisOnly val="1"/>
    <c:dispBlanksAs val="gap"/>
    <c:showDLblsOverMax val="1"/>
  </c:chart>
  <c:txPr>
    <a:bodyPr/>
    <a:lstStyle/>
    <a:p>
      <a:pPr>
        <a:defRPr sz="720">
          <a:solidFill>
            <a:srgbClr val="3D3D3D"/>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1"/>
        <c:ser>
          <c:idx val="0"/>
          <c:order val="0"/>
          <c:tx>
            <c:strRef>
              <c:f>Sheet1!$B$1</c:f>
              <c:strCache>
                <c:ptCount val="1"/>
                <c:pt idx="0">
                  <c:v>2014</c:v>
                </c:pt>
              </c:strCache>
            </c:strRef>
          </c:tx>
          <c:spPr>
            <a:solidFill>
              <a:srgbClr val="888888"/>
            </a:solidFill>
            <a:ln>
              <a:noFill/>
            </a:ln>
          </c:spPr>
          <c:invertIfNegative val="1"/>
          <c:dLbls>
            <c:numFmt formatCode="#,##0" sourceLinked="0"/>
            <c:spPr>
              <a:noFill/>
              <a:ln>
                <a:noFill/>
              </a:ln>
              <a:effectLst/>
            </c:spPr>
            <c:txPr>
              <a:bodyPr/>
              <a:lstStyle/>
              <a:p>
                <a:pPr>
                  <a:defRPr sz="720" b="1">
                    <a:solidFill>
                      <a:srgbClr val="3D3D3D"/>
                    </a:solidFill>
                    <a:latin typeface="Open San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Schleswig-Holstein</c:v>
                </c:pt>
                <c:pt idx="1">
                  <c:v>Hamburg</c:v>
                </c:pt>
              </c:strCache>
            </c:strRef>
          </c:cat>
          <c:val>
            <c:numRef>
              <c:f>Sheet1!$B$2:$B$3</c:f>
              <c:numCache>
                <c:formatCode>General</c:formatCode>
                <c:ptCount val="2"/>
                <c:pt idx="0">
                  <c:v>2700</c:v>
                </c:pt>
                <c:pt idx="1">
                  <c:v>1574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0A91-41DF-B9E5-DEC2D25CB793}"/>
            </c:ext>
          </c:extLst>
        </c:ser>
        <c:ser>
          <c:idx val="1"/>
          <c:order val="1"/>
          <c:tx>
            <c:strRef>
              <c:f>Sheet1!$C$1</c:f>
              <c:strCache>
                <c:ptCount val="1"/>
                <c:pt idx="0">
                  <c:v>zuletzt</c:v>
                </c:pt>
              </c:strCache>
            </c:strRef>
          </c:tx>
          <c:spPr>
            <a:solidFill>
              <a:srgbClr val="1A70B8"/>
            </a:solidFill>
            <a:ln>
              <a:noFill/>
            </a:ln>
          </c:spPr>
          <c:invertIfNegative val="1"/>
          <c:dLbls>
            <c:numFmt formatCode="#,##0" sourceLinked="0"/>
            <c:spPr>
              <a:noFill/>
              <a:ln>
                <a:noFill/>
              </a:ln>
              <a:effectLst/>
            </c:spPr>
            <c:txPr>
              <a:bodyPr/>
              <a:lstStyle/>
              <a:p>
                <a:pPr>
                  <a:defRPr sz="720" b="1">
                    <a:solidFill>
                      <a:srgbClr val="3D3D3D"/>
                    </a:solidFill>
                    <a:latin typeface="Open San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Schleswig-Holstein</c:v>
                </c:pt>
                <c:pt idx="1">
                  <c:v>Hamburg</c:v>
                </c:pt>
              </c:strCache>
            </c:strRef>
          </c:cat>
          <c:val>
            <c:numRef>
              <c:f>Sheet1!$C$2:$C$3</c:f>
              <c:numCache>
                <c:formatCode>General</c:formatCode>
                <c:ptCount val="2"/>
                <c:pt idx="0">
                  <c:v>7000</c:v>
                </c:pt>
                <c:pt idx="1">
                  <c:v>4011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0A91-41DF-B9E5-DEC2D25CB793}"/>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DDD"/>
            </a:solidFill>
          </a:ln>
        </c:spPr>
        <c:txPr>
          <a:bodyPr/>
          <a:lstStyle/>
          <a:p>
            <a:pPr>
              <a:defRPr sz="720">
                <a:solidFill>
                  <a:srgbClr val="3D3D3D"/>
                </a:solidFill>
                <a:latin typeface="Open Sans"/>
              </a:defRPr>
            </a:pPr>
            <a:endParaRPr lang="de-DE"/>
          </a:p>
        </c:txPr>
        <c:crossAx val="-2113994440"/>
        <c:crosses val="autoZero"/>
        <c:auto val="1"/>
        <c:lblAlgn val="ctr"/>
        <c:lblOffset val="100"/>
        <c:noMultiLvlLbl val="0"/>
      </c:catAx>
      <c:valAx>
        <c:axId val="-2113994440"/>
        <c:scaling>
          <c:orientation val="minMax"/>
          <c:max val="8000"/>
        </c:scaling>
        <c:delete val="0"/>
        <c:axPos val="l"/>
        <c:majorGridlines>
          <c:spPr>
            <a:ln w="9525">
              <a:solidFill>
                <a:srgbClr val="EEEEEE"/>
              </a:solidFill>
            </a:ln>
          </c:spPr>
        </c:majorGridlines>
        <c:numFmt formatCode="General" sourceLinked="1"/>
        <c:majorTickMark val="out"/>
        <c:minorTickMark val="none"/>
        <c:tickLblPos val="nextTo"/>
        <c:spPr>
          <a:ln>
            <a:solidFill>
              <a:srgbClr val="DDDDDD"/>
            </a:solidFill>
          </a:ln>
        </c:spPr>
        <c:txPr>
          <a:bodyPr/>
          <a:lstStyle/>
          <a:p>
            <a:pPr>
              <a:defRPr sz="720">
                <a:solidFill>
                  <a:srgbClr val="888888"/>
                </a:solidFill>
                <a:latin typeface="Open Sans"/>
              </a:defRPr>
            </a:pPr>
            <a:endParaRPr lang="de-DE"/>
          </a:p>
        </c:txPr>
        <c:crossAx val="-2068027336"/>
        <c:crosses val="autoZero"/>
        <c:crossBetween val="between"/>
        <c:majorUnit val="2000"/>
      </c:valAx>
    </c:plotArea>
    <c:legend>
      <c:legendPos val="b"/>
      <c:overlay val="0"/>
      <c:txPr>
        <a:bodyPr/>
        <a:lstStyle/>
        <a:p>
          <a:pPr>
            <a:defRPr sz="700">
              <a:solidFill>
                <a:srgbClr val="3D3D3D"/>
              </a:solidFill>
              <a:latin typeface="Open Sans"/>
            </a:defRPr>
          </a:pPr>
          <a:endParaRPr lang="de-DE"/>
        </a:p>
      </c:txPr>
    </c:legend>
    <c:plotVisOnly val="1"/>
    <c:dispBlanksAs val="gap"/>
    <c:showDLblsOverMax val="1"/>
  </c:chart>
  <c:txPr>
    <a:bodyPr/>
    <a:lstStyle/>
    <a:p>
      <a:pPr>
        <a:defRPr sz="720">
          <a:solidFill>
            <a:srgbClr val="3D3D3D"/>
          </a:solidFill>
          <a:latin typeface="Open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stacked"/>
        <c:varyColors val="1"/>
        <c:ser>
          <c:idx val="0"/>
          <c:order val="0"/>
          <c:tx>
            <c:strRef>
              <c:f>Sheet1!$B$1</c:f>
              <c:strCache>
                <c:ptCount val="1"/>
                <c:pt idx="0">
                  <c:v>Inklusion (Regelschule)</c:v>
                </c:pt>
              </c:strCache>
            </c:strRef>
          </c:tx>
          <c:spPr>
            <a:solidFill>
              <a:srgbClr val="1A70B8"/>
            </a:solidFill>
            <a:ln>
              <a:noFill/>
            </a:ln>
          </c:spPr>
          <c:invertIfNegative val="1"/>
          <c:dLbls>
            <c:numFmt formatCode="0.0" sourceLinked="0"/>
            <c:spPr>
              <a:noFill/>
              <a:ln>
                <a:noFill/>
              </a:ln>
              <a:effectLst/>
            </c:spPr>
            <c:txPr>
              <a:bodyPr/>
              <a:lstStyle/>
              <a:p>
                <a:pPr>
                  <a:defRPr sz="750" b="1">
                    <a:solidFill>
                      <a:srgbClr val="FFFFFF"/>
                    </a:solidFill>
                    <a:latin typeface="Open San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2008/09</c:v>
                </c:pt>
                <c:pt idx="1">
                  <c:v>2021/22</c:v>
                </c:pt>
                <c:pt idx="2">
                  <c:v>2022/23</c:v>
                </c:pt>
              </c:strCache>
            </c:strRef>
          </c:cat>
          <c:val>
            <c:numRef>
              <c:f>Sheet1!$B$2:$B$4</c:f>
              <c:numCache>
                <c:formatCode>General</c:formatCode>
                <c:ptCount val="3"/>
                <c:pt idx="0">
                  <c:v>1.1000000000000001</c:v>
                </c:pt>
                <c:pt idx="1">
                  <c:v>3.5</c:v>
                </c:pt>
                <c:pt idx="2">
                  <c:v>3.4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6F8-415C-BA5A-116F6B804755}"/>
            </c:ext>
          </c:extLst>
        </c:ser>
        <c:ser>
          <c:idx val="1"/>
          <c:order val="1"/>
          <c:tx>
            <c:strRef>
              <c:f>Sheet1!$C$1</c:f>
              <c:strCache>
                <c:ptCount val="1"/>
                <c:pt idx="0">
                  <c:v>Exklusion (Förderschule)</c:v>
                </c:pt>
              </c:strCache>
            </c:strRef>
          </c:tx>
          <c:spPr>
            <a:solidFill>
              <a:srgbClr val="E0861A"/>
            </a:solidFill>
            <a:ln>
              <a:noFill/>
            </a:ln>
          </c:spPr>
          <c:invertIfNegative val="1"/>
          <c:dLbls>
            <c:numFmt formatCode="0.0" sourceLinked="0"/>
            <c:spPr>
              <a:noFill/>
              <a:ln>
                <a:noFill/>
              </a:ln>
              <a:effectLst/>
            </c:spPr>
            <c:txPr>
              <a:bodyPr/>
              <a:lstStyle/>
              <a:p>
                <a:pPr>
                  <a:defRPr sz="750" b="1">
                    <a:solidFill>
                      <a:srgbClr val="FFFFFF"/>
                    </a:solidFill>
                    <a:latin typeface="Open San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2008/09</c:v>
                </c:pt>
                <c:pt idx="1">
                  <c:v>2021/22</c:v>
                </c:pt>
                <c:pt idx="2">
                  <c:v>2022/23</c:v>
                </c:pt>
              </c:strCache>
            </c:strRef>
          </c:cat>
          <c:val>
            <c:numRef>
              <c:f>Sheet1!$C$2:$C$4</c:f>
              <c:numCache>
                <c:formatCode>General</c:formatCode>
                <c:ptCount val="3"/>
                <c:pt idx="0">
                  <c:v>4.8</c:v>
                </c:pt>
                <c:pt idx="1">
                  <c:v>4.3</c:v>
                </c:pt>
                <c:pt idx="2">
                  <c:v>4.2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6F8-415C-BA5A-116F6B804755}"/>
            </c:ext>
          </c:extLst>
        </c:ser>
        <c:dLbls>
          <c:dLblPos val="ctr"/>
          <c:showLegendKey val="0"/>
          <c:showVal val="1"/>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DDD"/>
            </a:solidFill>
          </a:ln>
        </c:spPr>
        <c:txPr>
          <a:bodyPr/>
          <a:lstStyle/>
          <a:p>
            <a:pPr>
              <a:defRPr sz="750">
                <a:solidFill>
                  <a:srgbClr val="3D3D3D"/>
                </a:solidFill>
                <a:latin typeface="Open Sans"/>
              </a:defRPr>
            </a:pPr>
            <a:endParaRPr lang="de-DE"/>
          </a:p>
        </c:txPr>
        <c:crossAx val="-2113994440"/>
        <c:crosses val="autoZero"/>
        <c:auto val="1"/>
        <c:lblAlgn val="ctr"/>
        <c:lblOffset val="100"/>
        <c:noMultiLvlLbl val="0"/>
      </c:catAx>
      <c:valAx>
        <c:axId val="-2113994440"/>
        <c:scaling>
          <c:orientation val="minMax"/>
          <c:max val="9"/>
        </c:scaling>
        <c:delete val="0"/>
        <c:axPos val="l"/>
        <c:majorGridlines>
          <c:spPr>
            <a:ln w="9525">
              <a:solidFill>
                <a:srgbClr val="EEEEEE"/>
              </a:solidFill>
            </a:ln>
          </c:spPr>
        </c:majorGridlines>
        <c:numFmt formatCode="General" sourceLinked="1"/>
        <c:majorTickMark val="out"/>
        <c:minorTickMark val="none"/>
        <c:tickLblPos val="nextTo"/>
        <c:spPr>
          <a:ln>
            <a:solidFill>
              <a:srgbClr val="DDDDDD"/>
            </a:solidFill>
          </a:ln>
        </c:spPr>
        <c:txPr>
          <a:bodyPr/>
          <a:lstStyle/>
          <a:p>
            <a:pPr>
              <a:defRPr sz="750">
                <a:solidFill>
                  <a:srgbClr val="888888"/>
                </a:solidFill>
                <a:latin typeface="Open Sans"/>
              </a:defRPr>
            </a:pPr>
            <a:endParaRPr lang="de-DE"/>
          </a:p>
        </c:txPr>
        <c:crossAx val="-2068027336"/>
        <c:crosses val="autoZero"/>
        <c:crossBetween val="between"/>
        <c:majorUnit val="3"/>
      </c:valAx>
    </c:plotArea>
    <c:legend>
      <c:legendPos val="b"/>
      <c:overlay val="0"/>
      <c:txPr>
        <a:bodyPr/>
        <a:lstStyle/>
        <a:p>
          <a:pPr>
            <a:defRPr sz="700">
              <a:solidFill>
                <a:srgbClr val="3D3D3D"/>
              </a:solidFill>
              <a:latin typeface="Open Sans"/>
            </a:defRPr>
          </a:pPr>
          <a:endParaRPr lang="de-DE"/>
        </a:p>
      </c:txPr>
    </c:legend>
    <c:plotVisOnly val="1"/>
    <c:dispBlanksAs val="gap"/>
    <c:showDLblsOverMax val="1"/>
  </c:chart>
  <c:txPr>
    <a:bodyPr/>
    <a:lstStyle/>
    <a:p>
      <a:pPr>
        <a:defRPr sz="750">
          <a:solidFill>
            <a:srgbClr val="3D3D3D"/>
          </a:solidFill>
          <a:latin typeface="Open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stacked"/>
        <c:varyColors val="1"/>
        <c:ser>
          <c:idx val="0"/>
          <c:order val="0"/>
          <c:tx>
            <c:strRef>
              <c:f>Sheet1!$B$1</c:f>
              <c:strCache>
                <c:ptCount val="1"/>
                <c:pt idx="0">
                  <c:v>Inklusion (Regelschule)</c:v>
                </c:pt>
              </c:strCache>
            </c:strRef>
          </c:tx>
          <c:spPr>
            <a:solidFill>
              <a:srgbClr val="1A70B8"/>
            </a:solidFill>
            <a:ln>
              <a:noFill/>
            </a:ln>
          </c:spPr>
          <c:invertIfNegative val="1"/>
          <c:dLbls>
            <c:numFmt formatCode="0.0" sourceLinked="0"/>
            <c:spPr>
              <a:noFill/>
              <a:ln>
                <a:noFill/>
              </a:ln>
              <a:effectLst/>
            </c:spPr>
            <c:txPr>
              <a:bodyPr/>
              <a:lstStyle/>
              <a:p>
                <a:pPr>
                  <a:defRPr sz="750" b="1">
                    <a:solidFill>
                      <a:srgbClr val="FFFFFF"/>
                    </a:solidFill>
                    <a:latin typeface="Open San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Deutschland</c:v>
                </c:pt>
                <c:pt idx="1">
                  <c:v>Schleswig-Holstein</c:v>
                </c:pt>
                <c:pt idx="2">
                  <c:v>Hamburg</c:v>
                </c:pt>
              </c:strCache>
            </c:strRef>
          </c:cat>
          <c:val>
            <c:numRef>
              <c:f>Sheet1!$B$2:$B$4</c:f>
              <c:numCache>
                <c:formatCode>General</c:formatCode>
                <c:ptCount val="3"/>
                <c:pt idx="0">
                  <c:v>3.4</c:v>
                </c:pt>
                <c:pt idx="1">
                  <c:v>4.4000000000000004</c:v>
                </c:pt>
                <c:pt idx="2">
                  <c:v>5.2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F8A9-4CBF-8CF1-AF0671C144FF}"/>
            </c:ext>
          </c:extLst>
        </c:ser>
        <c:ser>
          <c:idx val="1"/>
          <c:order val="1"/>
          <c:tx>
            <c:strRef>
              <c:f>Sheet1!$C$1</c:f>
              <c:strCache>
                <c:ptCount val="1"/>
                <c:pt idx="0">
                  <c:v>Exklusion (Förderschule)</c:v>
                </c:pt>
              </c:strCache>
            </c:strRef>
          </c:tx>
          <c:spPr>
            <a:solidFill>
              <a:srgbClr val="E0861A"/>
            </a:solidFill>
            <a:ln>
              <a:noFill/>
            </a:ln>
          </c:spPr>
          <c:invertIfNegative val="1"/>
          <c:dLbls>
            <c:numFmt formatCode="0.0" sourceLinked="0"/>
            <c:spPr>
              <a:noFill/>
              <a:ln>
                <a:noFill/>
              </a:ln>
              <a:effectLst/>
            </c:spPr>
            <c:txPr>
              <a:bodyPr/>
              <a:lstStyle/>
              <a:p>
                <a:pPr>
                  <a:defRPr sz="750" b="1">
                    <a:solidFill>
                      <a:srgbClr val="FFFFFF"/>
                    </a:solidFill>
                    <a:latin typeface="Open San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Deutschland</c:v>
                </c:pt>
                <c:pt idx="1">
                  <c:v>Schleswig-Holstein</c:v>
                </c:pt>
                <c:pt idx="2">
                  <c:v>Hamburg</c:v>
                </c:pt>
              </c:strCache>
            </c:strRef>
          </c:cat>
          <c:val>
            <c:numRef>
              <c:f>Sheet1!$C$2:$C$4</c:f>
              <c:numCache>
                <c:formatCode>General</c:formatCode>
                <c:ptCount val="3"/>
                <c:pt idx="0">
                  <c:v>4.2</c:v>
                </c:pt>
                <c:pt idx="1">
                  <c:v>2.2999999999999998</c:v>
                </c:pt>
                <c:pt idx="2">
                  <c:v>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F8A9-4CBF-8CF1-AF0671C144FF}"/>
            </c:ext>
          </c:extLst>
        </c:ser>
        <c:dLbls>
          <c:dLblPos val="ctr"/>
          <c:showLegendKey val="0"/>
          <c:showVal val="1"/>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DDD"/>
            </a:solidFill>
          </a:ln>
        </c:spPr>
        <c:txPr>
          <a:bodyPr/>
          <a:lstStyle/>
          <a:p>
            <a:pPr>
              <a:defRPr sz="750">
                <a:solidFill>
                  <a:srgbClr val="3D3D3D"/>
                </a:solidFill>
                <a:latin typeface="Open Sans"/>
              </a:defRPr>
            </a:pPr>
            <a:endParaRPr lang="de-DE"/>
          </a:p>
        </c:txPr>
        <c:crossAx val="-2113994440"/>
        <c:crosses val="autoZero"/>
        <c:auto val="1"/>
        <c:lblAlgn val="ctr"/>
        <c:lblOffset val="100"/>
        <c:noMultiLvlLbl val="0"/>
      </c:catAx>
      <c:valAx>
        <c:axId val="-2113994440"/>
        <c:scaling>
          <c:orientation val="minMax"/>
          <c:max val="9"/>
        </c:scaling>
        <c:delete val="0"/>
        <c:axPos val="l"/>
        <c:majorGridlines>
          <c:spPr>
            <a:ln w="9525">
              <a:solidFill>
                <a:srgbClr val="EEEEEE"/>
              </a:solidFill>
            </a:ln>
          </c:spPr>
        </c:majorGridlines>
        <c:numFmt formatCode="General" sourceLinked="1"/>
        <c:majorTickMark val="out"/>
        <c:minorTickMark val="none"/>
        <c:tickLblPos val="nextTo"/>
        <c:spPr>
          <a:ln>
            <a:solidFill>
              <a:srgbClr val="DDDDDD"/>
            </a:solidFill>
          </a:ln>
        </c:spPr>
        <c:txPr>
          <a:bodyPr/>
          <a:lstStyle/>
          <a:p>
            <a:pPr>
              <a:defRPr sz="750">
                <a:solidFill>
                  <a:srgbClr val="888888"/>
                </a:solidFill>
                <a:latin typeface="Open Sans"/>
              </a:defRPr>
            </a:pPr>
            <a:endParaRPr lang="de-DE"/>
          </a:p>
        </c:txPr>
        <c:crossAx val="-2068027336"/>
        <c:crosses val="autoZero"/>
        <c:crossBetween val="between"/>
        <c:majorUnit val="3"/>
      </c:valAx>
    </c:plotArea>
    <c:legend>
      <c:legendPos val="b"/>
      <c:overlay val="0"/>
      <c:txPr>
        <a:bodyPr/>
        <a:lstStyle/>
        <a:p>
          <a:pPr>
            <a:defRPr sz="700">
              <a:solidFill>
                <a:srgbClr val="3D3D3D"/>
              </a:solidFill>
              <a:latin typeface="Open Sans"/>
            </a:defRPr>
          </a:pPr>
          <a:endParaRPr lang="de-DE"/>
        </a:p>
      </c:txPr>
    </c:legend>
    <c:plotVisOnly val="1"/>
    <c:dispBlanksAs val="gap"/>
    <c:showDLblsOverMax val="1"/>
  </c:chart>
  <c:txPr>
    <a:bodyPr/>
    <a:lstStyle/>
    <a:p>
      <a:pPr>
        <a:defRPr sz="750">
          <a:solidFill>
            <a:srgbClr val="3D3D3D"/>
          </a:solidFill>
          <a:latin typeface="Open Sans"/>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B481A-5002-42F2-9C18-A3CB77CB091F}" type="doc">
      <dgm:prSet loTypeId="urn:microsoft.com/office/officeart/2005/8/layout/hChevron3" loCatId="process" qsTypeId="urn:microsoft.com/office/officeart/2005/8/quickstyle/simple1" qsCatId="simple" csTypeId="urn:microsoft.com/office/officeart/2005/8/colors/accent1_2" csCatId="accent1" phldr="1"/>
      <dgm:spPr/>
    </dgm:pt>
    <dgm:pt modelId="{2E40D5F4-646B-4535-9E55-BCCEB4115845}">
      <dgm:prSet phldrT="[Text]"/>
      <dgm:spPr/>
      <dgm:t>
        <a:bodyPr/>
        <a:lstStyle/>
        <a:p>
          <a:r>
            <a:rPr lang="de-DE"/>
            <a:t> </a:t>
          </a:r>
        </a:p>
      </dgm:t>
    </dgm:pt>
    <dgm:pt modelId="{2272ACEB-DA1F-4B28-9507-EDF373131E4C}" type="parTrans" cxnId="{D6CC087D-7138-46A3-9273-F6D71B4F3C32}">
      <dgm:prSet/>
      <dgm:spPr/>
      <dgm:t>
        <a:bodyPr/>
        <a:lstStyle/>
        <a:p>
          <a:endParaRPr lang="de-DE"/>
        </a:p>
      </dgm:t>
    </dgm:pt>
    <dgm:pt modelId="{24DFD26B-4FF8-4994-BDE5-B3DB6ACE8A0F}" type="sibTrans" cxnId="{D6CC087D-7138-46A3-9273-F6D71B4F3C32}">
      <dgm:prSet/>
      <dgm:spPr/>
      <dgm:t>
        <a:bodyPr/>
        <a:lstStyle/>
        <a:p>
          <a:endParaRPr lang="de-DE"/>
        </a:p>
      </dgm:t>
    </dgm:pt>
    <dgm:pt modelId="{491437FC-D15B-4033-AA21-BE9972FFFC37}">
      <dgm:prSet phldrT="[Text]"/>
      <dgm:spPr/>
      <dgm:t>
        <a:bodyPr/>
        <a:lstStyle/>
        <a:p>
          <a:endParaRPr lang="de-DE"/>
        </a:p>
      </dgm:t>
    </dgm:pt>
    <dgm:pt modelId="{BCFDFF90-C012-4618-A2D3-648C182C8C08}" type="parTrans" cxnId="{02CE5344-9037-4AE0-B2B8-EB9665348354}">
      <dgm:prSet/>
      <dgm:spPr/>
      <dgm:t>
        <a:bodyPr/>
        <a:lstStyle/>
        <a:p>
          <a:endParaRPr lang="de-DE"/>
        </a:p>
      </dgm:t>
    </dgm:pt>
    <dgm:pt modelId="{76C9B214-FCC9-412E-8198-DB7EDD4D42C5}" type="sibTrans" cxnId="{02CE5344-9037-4AE0-B2B8-EB9665348354}">
      <dgm:prSet/>
      <dgm:spPr/>
      <dgm:t>
        <a:bodyPr/>
        <a:lstStyle/>
        <a:p>
          <a:endParaRPr lang="de-DE"/>
        </a:p>
      </dgm:t>
    </dgm:pt>
    <dgm:pt modelId="{93325859-10A1-4709-9FFF-4F96194F4AD3}">
      <dgm:prSet phldrT="[Text]"/>
      <dgm:spPr/>
      <dgm:t>
        <a:bodyPr/>
        <a:lstStyle/>
        <a:p>
          <a:endParaRPr lang="de-DE"/>
        </a:p>
      </dgm:t>
    </dgm:pt>
    <dgm:pt modelId="{E696A457-63E4-48E4-A393-243785100924}" type="parTrans" cxnId="{B04B918C-8920-4D2F-8FCB-079885F2731E}">
      <dgm:prSet/>
      <dgm:spPr/>
      <dgm:t>
        <a:bodyPr/>
        <a:lstStyle/>
        <a:p>
          <a:endParaRPr lang="de-DE"/>
        </a:p>
      </dgm:t>
    </dgm:pt>
    <dgm:pt modelId="{1AEEAEF4-1296-46D9-8021-BEA087E4019E}" type="sibTrans" cxnId="{B04B918C-8920-4D2F-8FCB-079885F2731E}">
      <dgm:prSet/>
      <dgm:spPr/>
      <dgm:t>
        <a:bodyPr/>
        <a:lstStyle/>
        <a:p>
          <a:endParaRPr lang="de-DE"/>
        </a:p>
      </dgm:t>
    </dgm:pt>
    <dgm:pt modelId="{477AB4B0-F14C-4FB5-A880-E36E8790D030}">
      <dgm:prSet phldrT="[Text]"/>
      <dgm:spPr/>
      <dgm:t>
        <a:bodyPr/>
        <a:lstStyle/>
        <a:p>
          <a:endParaRPr lang="de-DE"/>
        </a:p>
      </dgm:t>
    </dgm:pt>
    <dgm:pt modelId="{3CB5F95C-F2B0-4E65-9ECD-55B4B6207D13}" type="parTrans" cxnId="{5F7D0672-908B-4701-9A34-F9773197D7B6}">
      <dgm:prSet/>
      <dgm:spPr/>
      <dgm:t>
        <a:bodyPr/>
        <a:lstStyle/>
        <a:p>
          <a:endParaRPr lang="de-DE"/>
        </a:p>
      </dgm:t>
    </dgm:pt>
    <dgm:pt modelId="{9732B2F7-A143-467E-BFFE-72D34FCE572D}" type="sibTrans" cxnId="{5F7D0672-908B-4701-9A34-F9773197D7B6}">
      <dgm:prSet/>
      <dgm:spPr/>
      <dgm:t>
        <a:bodyPr/>
        <a:lstStyle/>
        <a:p>
          <a:endParaRPr lang="de-DE"/>
        </a:p>
      </dgm:t>
    </dgm:pt>
    <dgm:pt modelId="{5ED3A560-479B-4D61-B4B6-AFDE6209E8B1}">
      <dgm:prSet phldrT="[Text]"/>
      <dgm:spPr/>
      <dgm:t>
        <a:bodyPr/>
        <a:lstStyle/>
        <a:p>
          <a:endParaRPr lang="de-DE"/>
        </a:p>
      </dgm:t>
    </dgm:pt>
    <dgm:pt modelId="{B1FA837B-A593-4FD6-BB3A-35ECB0C72A0B}" type="parTrans" cxnId="{11F346F5-DE31-4071-941B-A904347531F2}">
      <dgm:prSet/>
      <dgm:spPr/>
      <dgm:t>
        <a:bodyPr/>
        <a:lstStyle/>
        <a:p>
          <a:endParaRPr lang="de-DE"/>
        </a:p>
      </dgm:t>
    </dgm:pt>
    <dgm:pt modelId="{8C956620-49A9-46E9-BF4E-B46FD86804F8}" type="sibTrans" cxnId="{11F346F5-DE31-4071-941B-A904347531F2}">
      <dgm:prSet/>
      <dgm:spPr/>
      <dgm:t>
        <a:bodyPr/>
        <a:lstStyle/>
        <a:p>
          <a:endParaRPr lang="de-DE"/>
        </a:p>
      </dgm:t>
    </dgm:pt>
    <dgm:pt modelId="{5D99C669-D917-4462-83AB-8276712D503D}" type="pres">
      <dgm:prSet presAssocID="{62EB481A-5002-42F2-9C18-A3CB77CB091F}" presName="Name0" presStyleCnt="0">
        <dgm:presLayoutVars>
          <dgm:dir/>
          <dgm:resizeHandles val="exact"/>
        </dgm:presLayoutVars>
      </dgm:prSet>
      <dgm:spPr/>
    </dgm:pt>
    <dgm:pt modelId="{7E4C85D2-F39C-4400-95A0-28C0F6E3E247}" type="pres">
      <dgm:prSet presAssocID="{2E40D5F4-646B-4535-9E55-BCCEB4115845}" presName="parTxOnly" presStyleLbl="node1" presStyleIdx="0" presStyleCnt="5" custLinFactNeighborX="-3845">
        <dgm:presLayoutVars>
          <dgm:bulletEnabled val="1"/>
        </dgm:presLayoutVars>
      </dgm:prSet>
      <dgm:spPr/>
    </dgm:pt>
    <dgm:pt modelId="{C9260466-CA3A-4939-B2CB-4073EE79EDA7}" type="pres">
      <dgm:prSet presAssocID="{24DFD26B-4FF8-4994-BDE5-B3DB6ACE8A0F}" presName="parSpace" presStyleCnt="0"/>
      <dgm:spPr/>
    </dgm:pt>
    <dgm:pt modelId="{FAFB2673-A74D-484A-9D5C-9A43F8FEFC55}" type="pres">
      <dgm:prSet presAssocID="{93325859-10A1-4709-9FFF-4F96194F4AD3}" presName="parTxOnly" presStyleLbl="node1" presStyleIdx="1" presStyleCnt="5">
        <dgm:presLayoutVars>
          <dgm:bulletEnabled val="1"/>
        </dgm:presLayoutVars>
      </dgm:prSet>
      <dgm:spPr/>
    </dgm:pt>
    <dgm:pt modelId="{426DE082-FF56-4AA4-BA3B-C3DD1548A377}" type="pres">
      <dgm:prSet presAssocID="{1AEEAEF4-1296-46D9-8021-BEA087E4019E}" presName="parSpace" presStyleCnt="0"/>
      <dgm:spPr/>
    </dgm:pt>
    <dgm:pt modelId="{AF43BECB-ED54-4168-9A2C-8493932E20C0}" type="pres">
      <dgm:prSet presAssocID="{477AB4B0-F14C-4FB5-A880-E36E8790D030}" presName="parTxOnly" presStyleLbl="node1" presStyleIdx="2" presStyleCnt="5">
        <dgm:presLayoutVars>
          <dgm:bulletEnabled val="1"/>
        </dgm:presLayoutVars>
      </dgm:prSet>
      <dgm:spPr/>
    </dgm:pt>
    <dgm:pt modelId="{017B880D-93D5-4BD7-B989-AF57195058C9}" type="pres">
      <dgm:prSet presAssocID="{9732B2F7-A143-467E-BFFE-72D34FCE572D}" presName="parSpace" presStyleCnt="0"/>
      <dgm:spPr/>
    </dgm:pt>
    <dgm:pt modelId="{90B9EB82-DB66-4703-8FF8-6B9A1D30625E}" type="pres">
      <dgm:prSet presAssocID="{5ED3A560-479B-4D61-B4B6-AFDE6209E8B1}" presName="parTxOnly" presStyleLbl="node1" presStyleIdx="3" presStyleCnt="5">
        <dgm:presLayoutVars>
          <dgm:bulletEnabled val="1"/>
        </dgm:presLayoutVars>
      </dgm:prSet>
      <dgm:spPr/>
    </dgm:pt>
    <dgm:pt modelId="{C6C5178F-6E61-41B3-97ED-019439679BD4}" type="pres">
      <dgm:prSet presAssocID="{8C956620-49A9-46E9-BF4E-B46FD86804F8}" presName="parSpace" presStyleCnt="0"/>
      <dgm:spPr/>
    </dgm:pt>
    <dgm:pt modelId="{B64E7CEF-516D-499F-BC68-820A44F54CF3}" type="pres">
      <dgm:prSet presAssocID="{491437FC-D15B-4033-AA21-BE9972FFFC37}" presName="parTxOnly" presStyleLbl="node1" presStyleIdx="4" presStyleCnt="5">
        <dgm:presLayoutVars>
          <dgm:bulletEnabled val="1"/>
        </dgm:presLayoutVars>
      </dgm:prSet>
      <dgm:spPr/>
    </dgm:pt>
  </dgm:ptLst>
  <dgm:cxnLst>
    <dgm:cxn modelId="{02CE5344-9037-4AE0-B2B8-EB9665348354}" srcId="{62EB481A-5002-42F2-9C18-A3CB77CB091F}" destId="{491437FC-D15B-4033-AA21-BE9972FFFC37}" srcOrd="4" destOrd="0" parTransId="{BCFDFF90-C012-4618-A2D3-648C182C8C08}" sibTransId="{76C9B214-FCC9-412E-8198-DB7EDD4D42C5}"/>
    <dgm:cxn modelId="{5F7D0672-908B-4701-9A34-F9773197D7B6}" srcId="{62EB481A-5002-42F2-9C18-A3CB77CB091F}" destId="{477AB4B0-F14C-4FB5-A880-E36E8790D030}" srcOrd="2" destOrd="0" parTransId="{3CB5F95C-F2B0-4E65-9ECD-55B4B6207D13}" sibTransId="{9732B2F7-A143-467E-BFFE-72D34FCE572D}"/>
    <dgm:cxn modelId="{D6CC087D-7138-46A3-9273-F6D71B4F3C32}" srcId="{62EB481A-5002-42F2-9C18-A3CB77CB091F}" destId="{2E40D5F4-646B-4535-9E55-BCCEB4115845}" srcOrd="0" destOrd="0" parTransId="{2272ACEB-DA1F-4B28-9507-EDF373131E4C}" sibTransId="{24DFD26B-4FF8-4994-BDE5-B3DB6ACE8A0F}"/>
    <dgm:cxn modelId="{1BC36181-4D2E-4B91-8FCB-2AAB49435FF4}" type="presOf" srcId="{93325859-10A1-4709-9FFF-4F96194F4AD3}" destId="{FAFB2673-A74D-484A-9D5C-9A43F8FEFC55}" srcOrd="0" destOrd="0" presId="urn:microsoft.com/office/officeart/2005/8/layout/hChevron3"/>
    <dgm:cxn modelId="{B04B918C-8920-4D2F-8FCB-079885F2731E}" srcId="{62EB481A-5002-42F2-9C18-A3CB77CB091F}" destId="{93325859-10A1-4709-9FFF-4F96194F4AD3}" srcOrd="1" destOrd="0" parTransId="{E696A457-63E4-48E4-A393-243785100924}" sibTransId="{1AEEAEF4-1296-46D9-8021-BEA087E4019E}"/>
    <dgm:cxn modelId="{DA7BF38C-5A25-4CC4-9B39-C24F83F4450F}" type="presOf" srcId="{491437FC-D15B-4033-AA21-BE9972FFFC37}" destId="{B64E7CEF-516D-499F-BC68-820A44F54CF3}" srcOrd="0" destOrd="0" presId="urn:microsoft.com/office/officeart/2005/8/layout/hChevron3"/>
    <dgm:cxn modelId="{506767BD-2AF7-4B7B-B108-23327E926478}" type="presOf" srcId="{62EB481A-5002-42F2-9C18-A3CB77CB091F}" destId="{5D99C669-D917-4462-83AB-8276712D503D}" srcOrd="0" destOrd="0" presId="urn:microsoft.com/office/officeart/2005/8/layout/hChevron3"/>
    <dgm:cxn modelId="{757EE3DF-8BCC-4FC5-8719-E9AEB79F1591}" type="presOf" srcId="{477AB4B0-F14C-4FB5-A880-E36E8790D030}" destId="{AF43BECB-ED54-4168-9A2C-8493932E20C0}" srcOrd="0" destOrd="0" presId="urn:microsoft.com/office/officeart/2005/8/layout/hChevron3"/>
    <dgm:cxn modelId="{FFF4DBE0-ABC7-4B33-A8C6-3D0EE4B1BD2D}" type="presOf" srcId="{5ED3A560-479B-4D61-B4B6-AFDE6209E8B1}" destId="{90B9EB82-DB66-4703-8FF8-6B9A1D30625E}" srcOrd="0" destOrd="0" presId="urn:microsoft.com/office/officeart/2005/8/layout/hChevron3"/>
    <dgm:cxn modelId="{6C2526E6-4598-4EE4-8341-967779501AE1}" type="presOf" srcId="{2E40D5F4-646B-4535-9E55-BCCEB4115845}" destId="{7E4C85D2-F39C-4400-95A0-28C0F6E3E247}" srcOrd="0" destOrd="0" presId="urn:microsoft.com/office/officeart/2005/8/layout/hChevron3"/>
    <dgm:cxn modelId="{11F346F5-DE31-4071-941B-A904347531F2}" srcId="{62EB481A-5002-42F2-9C18-A3CB77CB091F}" destId="{5ED3A560-479B-4D61-B4B6-AFDE6209E8B1}" srcOrd="3" destOrd="0" parTransId="{B1FA837B-A593-4FD6-BB3A-35ECB0C72A0B}" sibTransId="{8C956620-49A9-46E9-BF4E-B46FD86804F8}"/>
    <dgm:cxn modelId="{37CD411C-0D6F-4F79-B632-9BCFC99924AB}" type="presParOf" srcId="{5D99C669-D917-4462-83AB-8276712D503D}" destId="{7E4C85D2-F39C-4400-95A0-28C0F6E3E247}" srcOrd="0" destOrd="0" presId="urn:microsoft.com/office/officeart/2005/8/layout/hChevron3"/>
    <dgm:cxn modelId="{FAD55200-1883-4410-9FE7-FE7A1F2751F7}" type="presParOf" srcId="{5D99C669-D917-4462-83AB-8276712D503D}" destId="{C9260466-CA3A-4939-B2CB-4073EE79EDA7}" srcOrd="1" destOrd="0" presId="urn:microsoft.com/office/officeart/2005/8/layout/hChevron3"/>
    <dgm:cxn modelId="{C2AA11A7-DB80-4B33-8DF3-0C5A08613906}" type="presParOf" srcId="{5D99C669-D917-4462-83AB-8276712D503D}" destId="{FAFB2673-A74D-484A-9D5C-9A43F8FEFC55}" srcOrd="2" destOrd="0" presId="urn:microsoft.com/office/officeart/2005/8/layout/hChevron3"/>
    <dgm:cxn modelId="{4C5DEE3A-07CD-40B3-9E20-07F545942B76}" type="presParOf" srcId="{5D99C669-D917-4462-83AB-8276712D503D}" destId="{426DE082-FF56-4AA4-BA3B-C3DD1548A377}" srcOrd="3" destOrd="0" presId="urn:microsoft.com/office/officeart/2005/8/layout/hChevron3"/>
    <dgm:cxn modelId="{8B476539-ACD2-4FB2-A814-ED4D26AC1815}" type="presParOf" srcId="{5D99C669-D917-4462-83AB-8276712D503D}" destId="{AF43BECB-ED54-4168-9A2C-8493932E20C0}" srcOrd="4" destOrd="0" presId="urn:microsoft.com/office/officeart/2005/8/layout/hChevron3"/>
    <dgm:cxn modelId="{54049724-6BAA-4589-9A0C-B93E10160FB4}" type="presParOf" srcId="{5D99C669-D917-4462-83AB-8276712D503D}" destId="{017B880D-93D5-4BD7-B989-AF57195058C9}" srcOrd="5" destOrd="0" presId="urn:microsoft.com/office/officeart/2005/8/layout/hChevron3"/>
    <dgm:cxn modelId="{1BA1F7FA-2D49-4B5B-85A3-4B366227BF26}" type="presParOf" srcId="{5D99C669-D917-4462-83AB-8276712D503D}" destId="{90B9EB82-DB66-4703-8FF8-6B9A1D30625E}" srcOrd="6" destOrd="0" presId="urn:microsoft.com/office/officeart/2005/8/layout/hChevron3"/>
    <dgm:cxn modelId="{0762C023-0262-4CBE-8778-6DE58BB6B38C}" type="presParOf" srcId="{5D99C669-D917-4462-83AB-8276712D503D}" destId="{C6C5178F-6E61-41B3-97ED-019439679BD4}" srcOrd="7" destOrd="0" presId="urn:microsoft.com/office/officeart/2005/8/layout/hChevron3"/>
    <dgm:cxn modelId="{829C89A1-3FA1-429A-8255-D9EB500BF847}" type="presParOf" srcId="{5D99C669-D917-4462-83AB-8276712D503D}" destId="{B64E7CEF-516D-499F-BC68-820A44F54CF3}"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C85D2-F39C-4400-95A0-28C0F6E3E247}">
      <dsp:nvSpPr>
        <dsp:cNvPr id="0" name=""/>
        <dsp:cNvSpPr/>
      </dsp:nvSpPr>
      <dsp:spPr>
        <a:xfrm>
          <a:off x="0" y="0"/>
          <a:ext cx="2083446" cy="652924"/>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lang="de-DE" sz="3100" kern="1200"/>
            <a:t> </a:t>
          </a:r>
        </a:p>
      </dsp:txBody>
      <dsp:txXfrm>
        <a:off x="0" y="0"/>
        <a:ext cx="1920215" cy="652924"/>
      </dsp:txXfrm>
    </dsp:sp>
    <dsp:sp modelId="{FAFB2673-A74D-484A-9D5C-9A43F8FEFC55}">
      <dsp:nvSpPr>
        <dsp:cNvPr id="0" name=""/>
        <dsp:cNvSpPr/>
      </dsp:nvSpPr>
      <dsp:spPr>
        <a:xfrm>
          <a:off x="1667825"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1994287" y="0"/>
        <a:ext cx="1430522" cy="652924"/>
      </dsp:txXfrm>
    </dsp:sp>
    <dsp:sp modelId="{AF43BECB-ED54-4168-9A2C-8493932E20C0}">
      <dsp:nvSpPr>
        <dsp:cNvPr id="0" name=""/>
        <dsp:cNvSpPr/>
      </dsp:nvSpPr>
      <dsp:spPr>
        <a:xfrm>
          <a:off x="3334582"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3661044" y="0"/>
        <a:ext cx="1430522" cy="652924"/>
      </dsp:txXfrm>
    </dsp:sp>
    <dsp:sp modelId="{90B9EB82-DB66-4703-8FF8-6B9A1D30625E}">
      <dsp:nvSpPr>
        <dsp:cNvPr id="0" name=""/>
        <dsp:cNvSpPr/>
      </dsp:nvSpPr>
      <dsp:spPr>
        <a:xfrm>
          <a:off x="5001339"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5327801" y="0"/>
        <a:ext cx="1430522" cy="652924"/>
      </dsp:txXfrm>
    </dsp:sp>
    <dsp:sp modelId="{B64E7CEF-516D-499F-BC68-820A44F54CF3}">
      <dsp:nvSpPr>
        <dsp:cNvPr id="0" name=""/>
        <dsp:cNvSpPr/>
      </dsp:nvSpPr>
      <dsp:spPr>
        <a:xfrm>
          <a:off x="6668096"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6994558" y="0"/>
        <a:ext cx="1430522" cy="65292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F99FB1-727C-DCAA-862B-9CEBC7D86F20}"/>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1A0CA173-A435-3CFA-E5DC-A36CC33A34C1}"/>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86E311EF-9538-461C-A291-3765A7750B43}" type="datetimeFigureOut">
              <a:rPr lang="de-DE" smtClean="0"/>
              <a:t>13.08.2026</a:t>
            </a:fld>
            <a:endParaRPr lang="de-DE"/>
          </a:p>
        </p:txBody>
      </p:sp>
      <p:sp>
        <p:nvSpPr>
          <p:cNvPr id="4" name="Fußzeilenplatzhalter 3">
            <a:extLst>
              <a:ext uri="{FF2B5EF4-FFF2-40B4-BE49-F238E27FC236}">
                <a16:creationId xmlns:a16="http://schemas.microsoft.com/office/drawing/2014/main" id="{16D4C069-0FC1-DF28-103C-78AE8A758338}"/>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E78261-C23A-EABB-E9C7-B69A85368EFE}"/>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0FF3C680-C71B-4AD5-9797-D6B2812905F5}" type="slidenum">
              <a:rPr lang="de-DE" smtClean="0"/>
              <a:t>‹Nr.›</a:t>
            </a:fld>
            <a:endParaRPr lang="de-DE"/>
          </a:p>
        </p:txBody>
      </p:sp>
    </p:spTree>
    <p:extLst>
      <p:ext uri="{BB962C8B-B14F-4D97-AF65-F5344CB8AC3E}">
        <p14:creationId xmlns:p14="http://schemas.microsoft.com/office/powerpoint/2010/main" val="10661290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52D8998-791A-46BE-9961-77164C0EBF3B}" type="datetimeFigureOut">
              <a:rPr lang="de-DE" smtClean="0"/>
              <a:t>13.08.2026</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3DDD353-A883-4F98-9B42-258E1E9E112C}" type="slidenum">
              <a:rPr lang="de-DE" smtClean="0"/>
              <a:t>‹Nr.›</a:t>
            </a:fld>
            <a:endParaRPr lang="de-DE"/>
          </a:p>
        </p:txBody>
      </p:sp>
    </p:spTree>
    <p:extLst>
      <p:ext uri="{BB962C8B-B14F-4D97-AF65-F5344CB8AC3E}">
        <p14:creationId xmlns:p14="http://schemas.microsoft.com/office/powerpoint/2010/main" val="20486835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Kernaussage: Es läuft nicht auf „Pool oder nicht“ hinaus, sondern auf Pool plus multiprofessionelles Team — das sagt die Landesregierung selbst, und einen Endtermin nennt sie nicht. Erprobt wird seit 2013; der Testträger direkt vor der Haustür heißt Familienräume. Wichtig in der Mitte: Die Pinneberger Ausschreibung ist seit über zwei Jahren offen, es gibt keinen Zuschlag — das Zeitfenster steht also noch offen. Rechts die eigentliche Wettbewerbslage: AWO und Lebenshilfe sind landesweit aufgestellt. Wichtig zur Karte: Bei SKP ist nur der Kreis Pinneberg eingefärbt, weil es für kein weiteres Gebiet eine öffentliche Quelle gibt — das ist eine Frage an das Management, keine Aussage über den tatsächlichen Umfang. Die drei kleinen Anbieter — SKP, FiB und Familienräume — sitzen alle im selben Kreis Pinneberg, also genau dort, wo die schärfste Reform läuft. FiB ist zusätzlich in Hamburg unterwegs. Wer hier einen Standortvertrag verliert, verliert ihn an einen Nachbarn von nebenan.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Drei Spalten, drei Verschiebungen. Erstens Qualifikation: Unten bleibt es ungelernt, aber es entsteht eine Fachkraftebene darüber — die ist der eigentliche Zugangsschlüssel. Zweitens Vertrag: aus hunderten Jahresbescheiden wird ein Festpreisvertrag über bis zu neun Jahre ohne Tarifausgleich. Das ist der ökonomische Kern. Drittens die Politik — und hier bitte genau unterscheiden: Die SPD taucht in beiden Spalten auf. In Schleswig-Holstein drängt sie auf schnellere Poollösungen, im Bund nennen ihre Abgeordneten die Streichliste inakzeptabel. Sie ist also gegen das Sparpaket, nicht gegen den Pool. Und unten die Mehrheiten: Land und Kreis werden beide CDU-geführt regiert, der Entwurf im Bund kommt aus dem Haus der früheren SH-Bildungsministerin. Dieselbe politische Linie auf drei Ebenen — Kritik gibt es laut, Hebel hat sie keinen.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Drei Akteure, ein Vertragspartner. Wichtigster Punkt ist die dritte Spalte: Die Schule unterschreibt nie, entscheidet aber mit. Deshalb ist die Beziehung zu den Schulleitungen der eigentliche Vermögenswert. Zweiter Punkt: Schulbegleitung ist nicht auf die Grundschule beschränkt — nur die Poolreform startet dort.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Vier Zahlen zum Merken. Erstens: Der Tarifsatz, mit dem der Kreis kalkuliert, liegt rund 40 Prozent über dem Mindestlohn — wer heute Mindestlohn zahlt, hat im Pool zunächst Luft, aber weniger als man denkt. Zweitens die Nachfrage: In Schleswig-Holstein von 2.700 auf rund 7.000 begleitete Kinder, in Hamburg von 1.574 auf 4.011 — die Hamburger Zahl ist aus Juni 2026 und damit die aktuellste, die öffentlich vorliegt. Bundesweit erhielten 2024 rund 324.570 Kinder unter 18 Eingliederungshilfe, die Ausgaben stiegen um 12,9 Prozent. Drittens: Das Budget hängt an Klassen, nicht an Fällen — die Menge ist damit planbar. Viertens, und das ist der Haken: Der Preis steht bis zu neun Jahre fest, Tarifsteigerungen trägt der Träger allein. Deshalb ist die Kalkulation beim Angebot die wichtigste einzelne Entscheidung.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Zwei Botschaften auf einer Folie. Erstens: Der Nachfragesockel wächst strukturell — und der Zuwachs kommt zu drei Vierteln aus neuen Diagnosen, nicht aus dem Abbau der Förderschulen. Zweitens: SH und Hamburg liegen bei der Inklusionsquote deutlich über dem Bund, der adressierbare Markt ist hier also größer. Die Hilfedauer von rund zwei Jahren ist die Rechengröße für die nächste Folie.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Spalten ehrlich vortragen. Alle Chancen hängen an einer Bedingung: Das Unternehmen muss vergabefähig werden. Bei den Risiken sind Punkt 3 und 4 die entscheidenden — es gibt keinen Rechtsweg gegen die Umstellung, und der Festpreis kann bis zu neun Jahre laufen. Wer diese beiden Punkte selbst vorträgt, gewinnt Vertrauen.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Anhangfolie. Die ersten beiden Punkte (amber) sind die, die man nicht mehr heilen kann, sobald ein Verfahren läuft.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chart" Target="../charts/chart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0.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e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a:t>*Diese Farben sollten in fast allen Fällen verwendet werden, wenn der Einsatz von Farben Sinn ergibt.</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3970318"/>
          </a:xfrm>
          <a:prstGeom prst="rect">
            <a:avLst/>
          </a:prstGeom>
          <a:noFill/>
        </p:spPr>
        <p:txBody>
          <a:bodyPr wrap="square" rtlCol="0">
            <a:spAutoFit/>
          </a:bodyPr>
          <a:lstStyle/>
          <a:p>
            <a:pPr lvl="0"/>
            <a:r>
              <a:rPr lang="de-DE" sz="1200"/>
              <a:t>Alle Texte im </a:t>
            </a:r>
            <a:r>
              <a:rPr lang="de-DE" sz="1200" err="1"/>
              <a:t>opseo</a:t>
            </a:r>
            <a:r>
              <a:rPr lang="de-DE" sz="1200"/>
              <a:t>-Grau, außer auf dunklem Grund, dann weißen Text verwenden. </a:t>
            </a:r>
          </a:p>
          <a:p>
            <a:pPr lvl="0"/>
            <a:endParaRPr lang="de-DE" sz="1200"/>
          </a:p>
          <a:p>
            <a:pPr lvl="0"/>
            <a:endParaRPr lang="de-DE" sz="1200"/>
          </a:p>
          <a:p>
            <a:pPr lvl="0"/>
            <a:endParaRPr lang="de-DE" sz="1200"/>
          </a:p>
          <a:p>
            <a:pPr lvl="0"/>
            <a:endParaRPr lang="de-DE" sz="1200"/>
          </a:p>
          <a:p>
            <a:pPr lvl="0"/>
            <a:r>
              <a:rPr lang="de-DE" sz="1200"/>
              <a:t>Hauptfarbe, kann flächig oder subtil eingesetzt werden. </a:t>
            </a:r>
          </a:p>
          <a:p>
            <a:pPr lvl="0"/>
            <a:endParaRPr lang="de-DE" sz="1200"/>
          </a:p>
          <a:p>
            <a:pPr lvl="0"/>
            <a:endParaRPr lang="de-DE" sz="1200"/>
          </a:p>
          <a:p>
            <a:pPr lvl="0"/>
            <a:endParaRPr lang="de-DE" sz="1200"/>
          </a:p>
          <a:p>
            <a:pPr lvl="0"/>
            <a:endParaRPr lang="de-DE" sz="1200"/>
          </a:p>
          <a:p>
            <a:pPr lvl="0"/>
            <a:endParaRPr lang="de-DE" sz="1200"/>
          </a:p>
          <a:p>
            <a:pPr lvl="0"/>
            <a:r>
              <a:rPr lang="de-DE" sz="1200"/>
              <a:t>Hervorhebung. Das </a:t>
            </a:r>
            <a:r>
              <a:rPr lang="de-DE" sz="1200" err="1"/>
              <a:t>opseo</a:t>
            </a:r>
            <a:r>
              <a:rPr lang="de-DE" sz="1200"/>
              <a:t>-Grün ist deutlich auffälliger und greller als das ruhige </a:t>
            </a:r>
            <a:r>
              <a:rPr lang="de-DE" sz="1200" err="1"/>
              <a:t>opseo</a:t>
            </a:r>
            <a:r>
              <a:rPr lang="de-DE" sz="1200"/>
              <a:t>-Blau und sollte gezielt und dosiert eingesetzt werden.</a:t>
            </a:r>
            <a:br>
              <a:rPr lang="de-DE" sz="1200"/>
            </a:br>
            <a:endParaRPr lang="de-DE" sz="1200"/>
          </a:p>
          <a:p>
            <a:pPr lvl="0"/>
            <a:br>
              <a:rPr lang="de-DE" sz="1200"/>
            </a:br>
            <a:endParaRPr lang="de-DE" sz="1200"/>
          </a:p>
          <a:p>
            <a:pPr lvl="0"/>
            <a:r>
              <a:rPr lang="de-DE" sz="1200"/>
              <a:t>Der </a:t>
            </a:r>
            <a:r>
              <a:rPr lang="de-DE" sz="1200" err="1"/>
              <a:t>opseo</a:t>
            </a:r>
            <a:r>
              <a:rPr lang="de-DE" sz="1200"/>
              <a:t>-Farbverlauf ist dynamisch und fließt von grellem grün zu ruhigem Blau. Sollte gezielt und in nicht zu großen Flächen eingesetzt werden.</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939861"/>
          </a:xfrm>
          <a:prstGeom prst="rect">
            <a:avLst/>
          </a:prstGeom>
          <a:noFill/>
        </p:spPr>
        <p:txBody>
          <a:bodyPr wrap="square" rtlCol="0">
            <a:spAutoFit/>
          </a:bodyPr>
          <a:lstStyle/>
          <a:p>
            <a:pPr lvl="0">
              <a:lnSpc>
                <a:spcPct val="150000"/>
              </a:lnSpc>
            </a:pPr>
            <a:r>
              <a:rPr lang="de-DE" sz="1200" b="1"/>
              <a:t>opseo-Grau</a:t>
            </a:r>
          </a:p>
          <a:p>
            <a:pPr lvl="0">
              <a:lnSpc>
                <a:spcPct val="150000"/>
              </a:lnSpc>
            </a:pPr>
            <a:r>
              <a:rPr lang="nn-NO" sz="1200"/>
              <a:t>Digital: sRGB 119/119/119 – Hex: #777777</a:t>
            </a:r>
            <a:endParaRPr lang="de-DE" sz="1200"/>
          </a:p>
          <a:p>
            <a:pPr lvl="0"/>
            <a:endParaRPr lang="de-DE" sz="1200"/>
          </a:p>
          <a:p>
            <a:pPr lvl="0"/>
            <a:endParaRPr lang="de-DE" sz="1200"/>
          </a:p>
          <a:p>
            <a:pPr lvl="0"/>
            <a:endParaRPr lang="de-DE" sz="1200"/>
          </a:p>
          <a:p>
            <a:pPr lvl="0">
              <a:lnSpc>
                <a:spcPct val="150000"/>
              </a:lnSpc>
            </a:pPr>
            <a:r>
              <a:rPr lang="de-DE" sz="1200" b="1"/>
              <a:t>opseo-Blau</a:t>
            </a:r>
          </a:p>
          <a:p>
            <a:pPr lvl="0">
              <a:lnSpc>
                <a:spcPct val="150000"/>
              </a:lnSpc>
            </a:pPr>
            <a:r>
              <a:rPr lang="de-DE" sz="1200"/>
              <a:t>Digital: </a:t>
            </a:r>
            <a:r>
              <a:rPr lang="de-DE" sz="1200" err="1"/>
              <a:t>sRGB</a:t>
            </a:r>
            <a:r>
              <a:rPr lang="de-DE" sz="1200"/>
              <a:t> 26/112/184 – Hex: #1a70b8</a:t>
            </a:r>
          </a:p>
          <a:p>
            <a:pPr lvl="0"/>
            <a:endParaRPr lang="de-DE" sz="1200"/>
          </a:p>
          <a:p>
            <a:pPr lvl="0"/>
            <a:endParaRPr lang="de-DE" sz="1200"/>
          </a:p>
          <a:p>
            <a:pPr lvl="0"/>
            <a:endParaRPr lang="de-DE" sz="1200"/>
          </a:p>
          <a:p>
            <a:pPr lvl="0">
              <a:lnSpc>
                <a:spcPct val="150000"/>
              </a:lnSpc>
            </a:pPr>
            <a:r>
              <a:rPr lang="de-DE" sz="1200" b="1"/>
              <a:t>opseo-Grün</a:t>
            </a:r>
          </a:p>
          <a:p>
            <a:pPr lvl="0">
              <a:lnSpc>
                <a:spcPct val="150000"/>
              </a:lnSpc>
            </a:pPr>
            <a:r>
              <a:rPr lang="de-DE" sz="1200"/>
              <a:t>Digital: </a:t>
            </a:r>
            <a:r>
              <a:rPr lang="de-DE" sz="1200" err="1"/>
              <a:t>sRGB</a:t>
            </a:r>
            <a:r>
              <a:rPr lang="de-DE" sz="1200"/>
              <a:t> 187/207/0 – Hex: #bbcf00</a:t>
            </a:r>
          </a:p>
          <a:p>
            <a:pPr lvl="0"/>
            <a:endParaRPr lang="de-DE" sz="1200"/>
          </a:p>
          <a:p>
            <a:pPr lvl="0"/>
            <a:endParaRPr lang="de-DE" sz="1200"/>
          </a:p>
          <a:p>
            <a:pPr lvl="0"/>
            <a:endParaRPr lang="de-DE" sz="1200"/>
          </a:p>
          <a:p>
            <a:pPr lvl="0">
              <a:lnSpc>
                <a:spcPct val="150000"/>
              </a:lnSpc>
            </a:pPr>
            <a:r>
              <a:rPr lang="de-DE" sz="1200" b="1"/>
              <a:t>opseo-Verlauf </a:t>
            </a:r>
          </a:p>
          <a:p>
            <a:pPr lvl="0">
              <a:lnSpc>
                <a:spcPct val="150000"/>
              </a:lnSpc>
            </a:pPr>
            <a:r>
              <a:rPr lang="de-DE" sz="1200"/>
              <a:t>von Grün zu Blau, immer 35° geneigt</a:t>
            </a:r>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Primärfarben*</a:t>
            </a:r>
          </a:p>
        </p:txBody>
      </p:sp>
      <p:sp>
        <p:nvSpPr>
          <p:cNvPr id="17" name="Rechteck: abgerundete Ecken 16">
            <a:extLst>
              <a:ext uri="{FF2B5EF4-FFF2-40B4-BE49-F238E27FC236}">
                <a16:creationId xmlns:a16="http://schemas.microsoft.com/office/drawing/2014/main" id="{4E67611E-C42A-2FE1-0402-369F8FF78E42}"/>
              </a:ext>
            </a:extLst>
          </p:cNvPr>
          <p:cNvSpPr/>
          <p:nvPr userDrawn="1"/>
        </p:nvSpPr>
        <p:spPr>
          <a:xfrm>
            <a:off x="5295900" y="1353494"/>
            <a:ext cx="1600200" cy="647504"/>
          </a:xfrm>
          <a:prstGeom prst="round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800"/>
              <a:t>119/119/119</a:t>
            </a:r>
            <a:endParaRPr lang="de-DE"/>
          </a:p>
        </p:txBody>
      </p:sp>
      <p:sp>
        <p:nvSpPr>
          <p:cNvPr id="21" name="Rechteck: abgerundete Ecken 20">
            <a:extLst>
              <a:ext uri="{FF2B5EF4-FFF2-40B4-BE49-F238E27FC236}">
                <a16:creationId xmlns:a16="http://schemas.microsoft.com/office/drawing/2014/main" id="{569DD45C-1B24-2B32-4204-2863AFF16E7C}"/>
              </a:ext>
            </a:extLst>
          </p:cNvPr>
          <p:cNvSpPr/>
          <p:nvPr userDrawn="1"/>
        </p:nvSpPr>
        <p:spPr>
          <a:xfrm>
            <a:off x="5295900" y="2440102"/>
            <a:ext cx="1600200" cy="6475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26/112/184</a:t>
            </a:r>
            <a:endParaRPr lang="de-DE"/>
          </a:p>
        </p:txBody>
      </p:sp>
      <p:sp>
        <p:nvSpPr>
          <p:cNvPr id="23" name="Rechteck: abgerundete Ecken 22">
            <a:extLst>
              <a:ext uri="{FF2B5EF4-FFF2-40B4-BE49-F238E27FC236}">
                <a16:creationId xmlns:a16="http://schemas.microsoft.com/office/drawing/2014/main" id="{5A3455B9-B5C5-56E5-8D34-5F8A00371C2F}"/>
              </a:ext>
            </a:extLst>
          </p:cNvPr>
          <p:cNvSpPr/>
          <p:nvPr userDrawn="1"/>
        </p:nvSpPr>
        <p:spPr>
          <a:xfrm>
            <a:off x="5295900" y="3526710"/>
            <a:ext cx="1600200" cy="6475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187/207/0</a:t>
            </a:r>
            <a:endParaRPr lang="de-DE"/>
          </a:p>
        </p:txBody>
      </p:sp>
      <p:sp>
        <p:nvSpPr>
          <p:cNvPr id="26" name="Rechteck: abgerundete Ecken 25">
            <a:extLst>
              <a:ext uri="{FF2B5EF4-FFF2-40B4-BE49-F238E27FC236}">
                <a16:creationId xmlns:a16="http://schemas.microsoft.com/office/drawing/2014/main" id="{1E9FDD36-3A94-8D39-442A-677B643A4A96}"/>
              </a:ext>
            </a:extLst>
          </p:cNvPr>
          <p:cNvSpPr/>
          <p:nvPr userDrawn="1"/>
        </p:nvSpPr>
        <p:spPr>
          <a:xfrm>
            <a:off x="5295900" y="4613318"/>
            <a:ext cx="1600200" cy="647504"/>
          </a:xfrm>
          <a:prstGeom prst="roundRect">
            <a:avLst/>
          </a:prstGeom>
          <a:gradFill flip="none" rotWithShape="1">
            <a:gsLst>
              <a:gs pos="100000">
                <a:schemeClr val="accent1"/>
              </a:gs>
              <a:gs pos="0">
                <a:schemeClr val="accent2"/>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gradFill>
                <a:gsLst>
                  <a:gs pos="100000">
                    <a:schemeClr val="accent2"/>
                  </a:gs>
                  <a:gs pos="0">
                    <a:schemeClr val="accent1"/>
                  </a:gs>
                </a:gsLst>
                <a:lin ang="19800000" scaled="0"/>
              </a:gradFill>
            </a:endParaRPr>
          </a:p>
        </p:txBody>
      </p:sp>
      <p:sp>
        <p:nvSpPr>
          <p:cNvPr id="37" name="Rechteck: eine Ecke abgerundet 36">
            <a:extLst>
              <a:ext uri="{FF2B5EF4-FFF2-40B4-BE49-F238E27FC236}">
                <a16:creationId xmlns:a16="http://schemas.microsoft.com/office/drawing/2014/main" id="{03D2C612-DBE7-FA4E-B46B-FC02C1C3AF6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8" name="Foliennummernplatzhalter 15">
            <a:extLst>
              <a:ext uri="{FF2B5EF4-FFF2-40B4-BE49-F238E27FC236}">
                <a16:creationId xmlns:a16="http://schemas.microsoft.com/office/drawing/2014/main" id="{0A85A397-1ED2-DB45-C17F-E87A73E884EC}"/>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1</a:t>
            </a:r>
            <a:endParaRPr lang="de-DE" sz="1100" b="1">
              <a:solidFill>
                <a:schemeClr val="accent1"/>
              </a:solidFill>
            </a:endParaRPr>
          </a:p>
        </p:txBody>
      </p:sp>
      <p:sp>
        <p:nvSpPr>
          <p:cNvPr id="39" name="Foliennummernplatzhalter 15">
            <a:extLst>
              <a:ext uri="{FF2B5EF4-FFF2-40B4-BE49-F238E27FC236}">
                <a16:creationId xmlns:a16="http://schemas.microsoft.com/office/drawing/2014/main" id="{7739F0AC-D869-A6B4-9994-3F3A3D7F749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40" name="Textplatzhalter 16">
            <a:extLst>
              <a:ext uri="{FF2B5EF4-FFF2-40B4-BE49-F238E27FC236}">
                <a16:creationId xmlns:a16="http://schemas.microsoft.com/office/drawing/2014/main" id="{FA63647F-67B0-3935-3821-4DABDE3A3DB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49196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utzung von Farb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1938992"/>
          </a:xfrm>
          <a:prstGeom prst="rect">
            <a:avLst/>
          </a:prstGeom>
          <a:noFill/>
        </p:spPr>
        <p:txBody>
          <a:bodyPr wrap="square" rtlCol="0">
            <a:spAutoFit/>
          </a:bodyPr>
          <a:lstStyle/>
          <a:p>
            <a:pPr lvl="0"/>
            <a:r>
              <a:rPr lang="de-DE" sz="1200"/>
              <a:t>Die Akzentfarben können reduziert angewendet werden um Elemente besonders hervorzuheben oder wenn die Verwendung von vielen Farben durch den Kontext der Datenmenge auf der Folie begründbar ist, zum Beispiel in Diagrammen:</a:t>
            </a:r>
          </a:p>
          <a:p>
            <a:pPr lvl="0"/>
            <a:endParaRPr lang="de-DE" sz="1200"/>
          </a:p>
          <a:p>
            <a:pPr lvl="0"/>
            <a:endParaRPr lang="de-DE" sz="1200"/>
          </a:p>
          <a:p>
            <a:pPr lvl="0"/>
            <a:endParaRPr lang="de-DE" sz="1200"/>
          </a:p>
          <a:p>
            <a:pPr lvl="0"/>
            <a:endParaRPr lang="de-DE" sz="1200"/>
          </a:p>
          <a:p>
            <a:endParaRPr lang="de-DE" sz="1200"/>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877985"/>
          </a:xfrm>
          <a:prstGeom prst="rect">
            <a:avLst/>
          </a:prstGeom>
          <a:noFill/>
        </p:spPr>
        <p:txBody>
          <a:bodyPr wrap="square" rtlCol="0">
            <a:spAutoFit/>
          </a:bodyPr>
          <a:lstStyle/>
          <a:p>
            <a:pPr lvl="0">
              <a:lnSpc>
                <a:spcPct val="150000"/>
              </a:lnSpc>
            </a:pPr>
            <a:r>
              <a:rPr lang="de-DE" sz="1200" b="1"/>
              <a:t>Akzentfarbe dunkelgrün</a:t>
            </a:r>
          </a:p>
          <a:p>
            <a:pPr lvl="0">
              <a:lnSpc>
                <a:spcPct val="150000"/>
              </a:lnSpc>
            </a:pPr>
            <a:r>
              <a:rPr lang="de-DE" sz="1200"/>
              <a:t>Schnittmenge zwischen Grün und Blau im Logo</a:t>
            </a:r>
          </a:p>
          <a:p>
            <a:pPr lvl="0">
              <a:lnSpc>
                <a:spcPct val="150000"/>
              </a:lnSpc>
            </a:pPr>
            <a:r>
              <a:rPr lang="de-DE" sz="1200"/>
              <a:t>Digital: </a:t>
            </a:r>
            <a:r>
              <a:rPr lang="de-DE" sz="1200" err="1"/>
              <a:t>sRGB</a:t>
            </a:r>
            <a:r>
              <a:rPr lang="de-DE" sz="1200"/>
              <a:t> 42/106/56 </a:t>
            </a:r>
            <a:r>
              <a:rPr lang="nn-NO" sz="1200"/>
              <a:t>– Hex: # </a:t>
            </a:r>
            <a:r>
              <a:rPr lang="de-DE" sz="1200"/>
              <a:t>2A6A38</a:t>
            </a:r>
          </a:p>
          <a:p>
            <a:pPr lvl="0"/>
            <a:endParaRPr lang="de-DE" sz="1200"/>
          </a:p>
          <a:p>
            <a:pPr lvl="0"/>
            <a:endParaRPr lang="de-DE" sz="1200"/>
          </a:p>
          <a:p>
            <a:pPr lvl="0">
              <a:lnSpc>
                <a:spcPct val="150000"/>
              </a:lnSpc>
            </a:pPr>
            <a:r>
              <a:rPr lang="de-DE" sz="1200" b="1"/>
              <a:t>Akzentfarbe orange</a:t>
            </a:r>
          </a:p>
          <a:p>
            <a:pPr lvl="0">
              <a:lnSpc>
                <a:spcPct val="150000"/>
              </a:lnSpc>
            </a:pPr>
            <a:r>
              <a:rPr lang="de-DE" sz="1200"/>
              <a:t>Digital: </a:t>
            </a:r>
            <a:r>
              <a:rPr lang="de-DE" sz="1200" err="1"/>
              <a:t>sRGB</a:t>
            </a:r>
            <a:r>
              <a:rPr lang="de-DE" sz="1200"/>
              <a:t> 248/153/41 </a:t>
            </a:r>
            <a:r>
              <a:rPr lang="nn-NO" sz="1200"/>
              <a:t>– Hex: # </a:t>
            </a:r>
            <a:r>
              <a:rPr lang="de-DE" sz="1200"/>
              <a:t>f89929</a:t>
            </a:r>
          </a:p>
          <a:p>
            <a:pPr lvl="0"/>
            <a:endParaRPr lang="de-DE" sz="1200"/>
          </a:p>
          <a:p>
            <a:pPr lvl="0"/>
            <a:endParaRPr lang="de-DE" sz="1200"/>
          </a:p>
          <a:p>
            <a:pPr lvl="0">
              <a:lnSpc>
                <a:spcPct val="150000"/>
              </a:lnSpc>
            </a:pPr>
            <a:r>
              <a:rPr lang="de-DE" sz="1200" b="1"/>
              <a:t>Akzentfarbe lila</a:t>
            </a:r>
          </a:p>
          <a:p>
            <a:pPr lvl="0">
              <a:lnSpc>
                <a:spcPct val="150000"/>
              </a:lnSpc>
            </a:pPr>
            <a:r>
              <a:rPr lang="de-DE" sz="1200"/>
              <a:t>Digital: </a:t>
            </a:r>
            <a:r>
              <a:rPr lang="de-DE" sz="1200" err="1"/>
              <a:t>sRGB</a:t>
            </a:r>
            <a:r>
              <a:rPr lang="de-DE" sz="1200"/>
              <a:t> 150/58/150 </a:t>
            </a:r>
            <a:r>
              <a:rPr lang="nn-NO" sz="1200"/>
              <a:t>– Hex: # </a:t>
            </a:r>
            <a:r>
              <a:rPr lang="de-DE" sz="1200"/>
              <a:t>963a96</a:t>
            </a:r>
          </a:p>
          <a:p>
            <a:pPr lvl="0"/>
            <a:endParaRPr lang="de-DE" sz="1200"/>
          </a:p>
          <a:p>
            <a:pPr lvl="0"/>
            <a:endParaRPr lang="de-DE" sz="1200"/>
          </a:p>
          <a:p>
            <a:pPr lvl="0">
              <a:lnSpc>
                <a:spcPct val="150000"/>
              </a:lnSpc>
            </a:pPr>
            <a:r>
              <a:rPr lang="de-DE" sz="1200" b="1"/>
              <a:t>Akzentfarbe rot</a:t>
            </a:r>
          </a:p>
          <a:p>
            <a:pPr lvl="0">
              <a:lnSpc>
                <a:spcPct val="150000"/>
              </a:lnSpc>
            </a:pPr>
            <a:r>
              <a:rPr lang="de-DE" sz="1200"/>
              <a:t>Digital: </a:t>
            </a:r>
            <a:r>
              <a:rPr lang="de-DE" sz="1200" err="1"/>
              <a:t>sRGB</a:t>
            </a:r>
            <a:r>
              <a:rPr lang="de-DE" sz="1200"/>
              <a:t> 215/50/37 </a:t>
            </a:r>
            <a:r>
              <a:rPr lang="nn-NO" sz="1200"/>
              <a:t>– Hex: # </a:t>
            </a:r>
            <a:r>
              <a:rPr lang="de-DE" sz="1200"/>
              <a:t>d73225</a:t>
            </a:r>
          </a:p>
          <a:p>
            <a:pPr lvl="0"/>
            <a:endParaRPr lang="de-DE" sz="1200"/>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Sekundärfarben</a:t>
            </a:r>
          </a:p>
        </p:txBody>
      </p:sp>
      <p:sp>
        <p:nvSpPr>
          <p:cNvPr id="27" name="Rechteck: abgerundete Ecken 26">
            <a:extLst>
              <a:ext uri="{FF2B5EF4-FFF2-40B4-BE49-F238E27FC236}">
                <a16:creationId xmlns:a16="http://schemas.microsoft.com/office/drawing/2014/main" id="{A7DD1699-8E1B-16F2-FB79-D46A61A71634}"/>
              </a:ext>
            </a:extLst>
          </p:cNvPr>
          <p:cNvSpPr/>
          <p:nvPr userDrawn="1"/>
        </p:nvSpPr>
        <p:spPr>
          <a:xfrm>
            <a:off x="5295900" y="1390918"/>
            <a:ext cx="1600200" cy="647504"/>
          </a:xfrm>
          <a:prstGeom prst="roundRect">
            <a:avLst/>
          </a:prstGeom>
          <a:solidFill>
            <a:srgbClr val="2A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42/106/56</a:t>
            </a:r>
            <a:endParaRPr lang="de-DE"/>
          </a:p>
        </p:txBody>
      </p:sp>
      <p:sp>
        <p:nvSpPr>
          <p:cNvPr id="7" name="Rechteck: abgerundete Ecken 6">
            <a:extLst>
              <a:ext uri="{FF2B5EF4-FFF2-40B4-BE49-F238E27FC236}">
                <a16:creationId xmlns:a16="http://schemas.microsoft.com/office/drawing/2014/main" id="{5E7118F5-3708-6036-20A1-C08B9B0AC370}"/>
              </a:ext>
            </a:extLst>
          </p:cNvPr>
          <p:cNvSpPr/>
          <p:nvPr userDrawn="1"/>
        </p:nvSpPr>
        <p:spPr>
          <a:xfrm>
            <a:off x="5295900" y="2465609"/>
            <a:ext cx="1600200" cy="647504"/>
          </a:xfrm>
          <a:prstGeom prst="roundRect">
            <a:avLst/>
          </a:prstGeom>
          <a:solidFill>
            <a:srgbClr val="F89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248/153/41</a:t>
            </a:r>
            <a:endParaRPr lang="de-DE"/>
          </a:p>
        </p:txBody>
      </p:sp>
      <p:sp>
        <p:nvSpPr>
          <p:cNvPr id="9" name="Rechteck: abgerundete Ecken 8">
            <a:extLst>
              <a:ext uri="{FF2B5EF4-FFF2-40B4-BE49-F238E27FC236}">
                <a16:creationId xmlns:a16="http://schemas.microsoft.com/office/drawing/2014/main" id="{B49AC6AD-8048-8375-390C-EE75F9C3C70E}"/>
              </a:ext>
            </a:extLst>
          </p:cNvPr>
          <p:cNvSpPr/>
          <p:nvPr userDrawn="1"/>
        </p:nvSpPr>
        <p:spPr>
          <a:xfrm>
            <a:off x="5295900" y="3540300"/>
            <a:ext cx="1600200" cy="647504"/>
          </a:xfrm>
          <a:prstGeom prst="roundRect">
            <a:avLst/>
          </a:prstGeom>
          <a:solidFill>
            <a:srgbClr val="963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150/58/150</a:t>
            </a:r>
            <a:endParaRPr lang="de-DE"/>
          </a:p>
        </p:txBody>
      </p:sp>
      <p:sp>
        <p:nvSpPr>
          <p:cNvPr id="10" name="Rechteck: abgerundete Ecken 9">
            <a:extLst>
              <a:ext uri="{FF2B5EF4-FFF2-40B4-BE49-F238E27FC236}">
                <a16:creationId xmlns:a16="http://schemas.microsoft.com/office/drawing/2014/main" id="{DA1638E4-D892-F219-4185-9967FA8DB44D}"/>
              </a:ext>
            </a:extLst>
          </p:cNvPr>
          <p:cNvSpPr/>
          <p:nvPr userDrawn="1"/>
        </p:nvSpPr>
        <p:spPr>
          <a:xfrm>
            <a:off x="5295900" y="4614991"/>
            <a:ext cx="1600200" cy="647504"/>
          </a:xfrm>
          <a:prstGeom prst="roundRect">
            <a:avLst/>
          </a:prstGeom>
          <a:solidFill>
            <a:srgbClr val="D732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215/50/37</a:t>
            </a:r>
            <a:endParaRPr lang="de-DE"/>
          </a:p>
        </p:txBody>
      </p:sp>
      <p:graphicFrame>
        <p:nvGraphicFramePr>
          <p:cNvPr id="13" name="Diagramm 12">
            <a:extLst>
              <a:ext uri="{FF2B5EF4-FFF2-40B4-BE49-F238E27FC236}">
                <a16:creationId xmlns:a16="http://schemas.microsoft.com/office/drawing/2014/main" id="{243E3B36-4EAE-1B62-488B-FE715669918D}"/>
              </a:ext>
            </a:extLst>
          </p:cNvPr>
          <p:cNvGraphicFramePr/>
          <p:nvPr userDrawn="1">
            <p:extLst>
              <p:ext uri="{D42A27DB-BD31-4B8C-83A1-F6EECF244321}">
                <p14:modId xmlns:p14="http://schemas.microsoft.com/office/powerpoint/2010/main" val="3042144781"/>
              </p:ext>
            </p:extLst>
          </p:nvPr>
        </p:nvGraphicFramePr>
        <p:xfrm>
          <a:off x="8164863" y="2384981"/>
          <a:ext cx="3590167" cy="355471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hteck: eine Ecke abgerundet 14">
            <a:extLst>
              <a:ext uri="{FF2B5EF4-FFF2-40B4-BE49-F238E27FC236}">
                <a16:creationId xmlns:a16="http://schemas.microsoft.com/office/drawing/2014/main" id="{00BB86F7-B8A6-16BA-9A87-F539B5768FC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8" name="Foliennummernplatzhalter 15">
            <a:extLst>
              <a:ext uri="{FF2B5EF4-FFF2-40B4-BE49-F238E27FC236}">
                <a16:creationId xmlns:a16="http://schemas.microsoft.com/office/drawing/2014/main" id="{5E5BD10B-DDE5-AA09-DF8C-EEB2D57D731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2</a:t>
            </a:r>
            <a:endParaRPr lang="de-DE" sz="1100" b="1">
              <a:solidFill>
                <a:schemeClr val="accent1"/>
              </a:solidFill>
            </a:endParaRPr>
          </a:p>
        </p:txBody>
      </p:sp>
      <p:sp>
        <p:nvSpPr>
          <p:cNvPr id="19" name="Foliennummernplatzhalter 15">
            <a:extLst>
              <a:ext uri="{FF2B5EF4-FFF2-40B4-BE49-F238E27FC236}">
                <a16:creationId xmlns:a16="http://schemas.microsoft.com/office/drawing/2014/main" id="{52D751CC-0228-75C2-C3C6-1FC7866CD33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20" name="Textplatzhalter 16">
            <a:extLst>
              <a:ext uri="{FF2B5EF4-FFF2-40B4-BE49-F238E27FC236}">
                <a16:creationId xmlns:a16="http://schemas.microsoft.com/office/drawing/2014/main" id="{091E0CD0-7485-AD8A-96ED-6EB9959226ED}"/>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18585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a:t>Wenn die Basisfarbe zu einem schwer lesbaren oder irritierenden Kontrastverhältnis führt, dürfen Varianten der Farben eingesetzt werden.</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492938"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Hellere &amp; dunklere Varianten der Farben:</a:t>
            </a:r>
          </a:p>
        </p:txBody>
      </p:sp>
      <p:grpSp>
        <p:nvGrpSpPr>
          <p:cNvPr id="35" name="Gruppieren 34">
            <a:extLst>
              <a:ext uri="{FF2B5EF4-FFF2-40B4-BE49-F238E27FC236}">
                <a16:creationId xmlns:a16="http://schemas.microsoft.com/office/drawing/2014/main" id="{02505BE0-9C73-CBFC-6CDC-C4E9A45C0559}"/>
              </a:ext>
            </a:extLst>
          </p:cNvPr>
          <p:cNvGrpSpPr/>
          <p:nvPr userDrawn="1"/>
        </p:nvGrpSpPr>
        <p:grpSpPr>
          <a:xfrm rot="16200000">
            <a:off x="124183" y="3008013"/>
            <a:ext cx="3265576" cy="680130"/>
            <a:chOff x="1465276" y="5477463"/>
            <a:chExt cx="1826040" cy="380314"/>
          </a:xfrm>
        </p:grpSpPr>
        <p:sp>
          <p:nvSpPr>
            <p:cNvPr id="7" name="Rechteck: abgerundete Ecken 6">
              <a:extLst>
                <a:ext uri="{FF2B5EF4-FFF2-40B4-BE49-F238E27FC236}">
                  <a16:creationId xmlns:a16="http://schemas.microsoft.com/office/drawing/2014/main" id="{D624B314-599B-7A4C-E2E1-7E60F3B27555}"/>
                </a:ext>
              </a:extLst>
            </p:cNvPr>
            <p:cNvSpPr/>
            <p:nvPr userDrawn="1"/>
          </p:nvSpPr>
          <p:spPr>
            <a:xfrm>
              <a:off x="2324384" y="5477463"/>
              <a:ext cx="380318" cy="3803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738A85B0-B456-50FB-85C3-D324E6FC61E8}"/>
                </a:ext>
              </a:extLst>
            </p:cNvPr>
            <p:cNvSpPr/>
            <p:nvPr userDrawn="1"/>
          </p:nvSpPr>
          <p:spPr>
            <a:xfrm>
              <a:off x="1465276" y="5546286"/>
              <a:ext cx="242667" cy="24266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8E9AB361-A22A-26EE-B780-083439171B74}"/>
                </a:ext>
              </a:extLst>
            </p:cNvPr>
            <p:cNvSpPr/>
            <p:nvPr userDrawn="1"/>
          </p:nvSpPr>
          <p:spPr>
            <a:xfrm>
              <a:off x="1739008" y="5546286"/>
              <a:ext cx="242667" cy="2426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5C4C47F-3EC0-EC42-A2D1-939F3A3F3D7C}"/>
                </a:ext>
              </a:extLst>
            </p:cNvPr>
            <p:cNvSpPr/>
            <p:nvPr userDrawn="1"/>
          </p:nvSpPr>
          <p:spPr>
            <a:xfrm>
              <a:off x="2012740" y="5546286"/>
              <a:ext cx="242667" cy="24266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abgerundete Ecken 11">
              <a:extLst>
                <a:ext uri="{FF2B5EF4-FFF2-40B4-BE49-F238E27FC236}">
                  <a16:creationId xmlns:a16="http://schemas.microsoft.com/office/drawing/2014/main" id="{9AE1233C-0D44-C690-4AFD-8F346B511B42}"/>
                </a:ext>
              </a:extLst>
            </p:cNvPr>
            <p:cNvSpPr/>
            <p:nvPr userDrawn="1"/>
          </p:nvSpPr>
          <p:spPr>
            <a:xfrm>
              <a:off x="2773679" y="5546286"/>
              <a:ext cx="242667" cy="242667"/>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88CB48A-5023-E6E1-6B88-57F6EF37B3D1}"/>
                </a:ext>
              </a:extLst>
            </p:cNvPr>
            <p:cNvSpPr/>
            <p:nvPr userDrawn="1"/>
          </p:nvSpPr>
          <p:spPr>
            <a:xfrm>
              <a:off x="3048649" y="5546286"/>
              <a:ext cx="242667" cy="242667"/>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5" name="Gruppieren 14">
            <a:extLst>
              <a:ext uri="{FF2B5EF4-FFF2-40B4-BE49-F238E27FC236}">
                <a16:creationId xmlns:a16="http://schemas.microsoft.com/office/drawing/2014/main" id="{CEF75561-D67C-4542-5079-485C4FBF76F3}"/>
              </a:ext>
            </a:extLst>
          </p:cNvPr>
          <p:cNvGrpSpPr/>
          <p:nvPr userDrawn="1"/>
        </p:nvGrpSpPr>
        <p:grpSpPr>
          <a:xfrm rot="16200000">
            <a:off x="971317" y="3008013"/>
            <a:ext cx="3265576" cy="680130"/>
            <a:chOff x="1465276" y="5477463"/>
            <a:chExt cx="1826040" cy="380314"/>
          </a:xfrm>
        </p:grpSpPr>
        <p:sp>
          <p:nvSpPr>
            <p:cNvPr id="18" name="Rechteck: abgerundete Ecken 17">
              <a:extLst>
                <a:ext uri="{FF2B5EF4-FFF2-40B4-BE49-F238E27FC236}">
                  <a16:creationId xmlns:a16="http://schemas.microsoft.com/office/drawing/2014/main" id="{E4660E48-C31D-21A6-52C6-023F8990A585}"/>
                </a:ext>
              </a:extLst>
            </p:cNvPr>
            <p:cNvSpPr/>
            <p:nvPr userDrawn="1"/>
          </p:nvSpPr>
          <p:spPr>
            <a:xfrm>
              <a:off x="2324384" y="5477463"/>
              <a:ext cx="380318" cy="3803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abgerundete Ecken 18">
              <a:extLst>
                <a:ext uri="{FF2B5EF4-FFF2-40B4-BE49-F238E27FC236}">
                  <a16:creationId xmlns:a16="http://schemas.microsoft.com/office/drawing/2014/main" id="{775CD950-7960-20CA-99CA-002B26461314}"/>
                </a:ext>
              </a:extLst>
            </p:cNvPr>
            <p:cNvSpPr/>
            <p:nvPr userDrawn="1"/>
          </p:nvSpPr>
          <p:spPr>
            <a:xfrm>
              <a:off x="1465276" y="5546286"/>
              <a:ext cx="242667" cy="24266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abgerundete Ecken 19">
              <a:extLst>
                <a:ext uri="{FF2B5EF4-FFF2-40B4-BE49-F238E27FC236}">
                  <a16:creationId xmlns:a16="http://schemas.microsoft.com/office/drawing/2014/main" id="{F176C352-F51F-D90B-C94F-DF2C66449D98}"/>
                </a:ext>
              </a:extLst>
            </p:cNvPr>
            <p:cNvSpPr/>
            <p:nvPr userDrawn="1"/>
          </p:nvSpPr>
          <p:spPr>
            <a:xfrm>
              <a:off x="1739008" y="5546286"/>
              <a:ext cx="242667" cy="242667"/>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abgerundete Ecken 26">
              <a:extLst>
                <a:ext uri="{FF2B5EF4-FFF2-40B4-BE49-F238E27FC236}">
                  <a16:creationId xmlns:a16="http://schemas.microsoft.com/office/drawing/2014/main" id="{2EF8F68D-5F5C-4C9D-F5FC-BB0E53BA71BA}"/>
                </a:ext>
              </a:extLst>
            </p:cNvPr>
            <p:cNvSpPr/>
            <p:nvPr userDrawn="1"/>
          </p:nvSpPr>
          <p:spPr>
            <a:xfrm>
              <a:off x="2012740" y="5546286"/>
              <a:ext cx="242667" cy="242667"/>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abgerundete Ecken 27">
              <a:extLst>
                <a:ext uri="{FF2B5EF4-FFF2-40B4-BE49-F238E27FC236}">
                  <a16:creationId xmlns:a16="http://schemas.microsoft.com/office/drawing/2014/main" id="{DBF0C9FA-41D4-F227-635A-BAAEF8A93521}"/>
                </a:ext>
              </a:extLst>
            </p:cNvPr>
            <p:cNvSpPr/>
            <p:nvPr userDrawn="1"/>
          </p:nvSpPr>
          <p:spPr>
            <a:xfrm>
              <a:off x="2773679" y="5546286"/>
              <a:ext cx="242667" cy="242667"/>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abgerundete Ecken 28">
              <a:extLst>
                <a:ext uri="{FF2B5EF4-FFF2-40B4-BE49-F238E27FC236}">
                  <a16:creationId xmlns:a16="http://schemas.microsoft.com/office/drawing/2014/main" id="{1D755076-899F-8D2F-8F39-BF606602B87B}"/>
                </a:ext>
              </a:extLst>
            </p:cNvPr>
            <p:cNvSpPr/>
            <p:nvPr userDrawn="1"/>
          </p:nvSpPr>
          <p:spPr>
            <a:xfrm>
              <a:off x="3048649" y="5546286"/>
              <a:ext cx="242667" cy="242667"/>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0" name="Gruppieren 29">
            <a:extLst>
              <a:ext uri="{FF2B5EF4-FFF2-40B4-BE49-F238E27FC236}">
                <a16:creationId xmlns:a16="http://schemas.microsoft.com/office/drawing/2014/main" id="{2B4D5008-7D7C-5786-32C8-BB2B9B435A75}"/>
              </a:ext>
            </a:extLst>
          </p:cNvPr>
          <p:cNvGrpSpPr/>
          <p:nvPr userDrawn="1"/>
        </p:nvGrpSpPr>
        <p:grpSpPr>
          <a:xfrm rot="16200000">
            <a:off x="3174671" y="3008013"/>
            <a:ext cx="3265576" cy="680130"/>
            <a:chOff x="1465276" y="5477463"/>
            <a:chExt cx="1826040" cy="380314"/>
          </a:xfrm>
        </p:grpSpPr>
        <p:sp>
          <p:nvSpPr>
            <p:cNvPr id="31" name="Rechteck: abgerundete Ecken 30">
              <a:extLst>
                <a:ext uri="{FF2B5EF4-FFF2-40B4-BE49-F238E27FC236}">
                  <a16:creationId xmlns:a16="http://schemas.microsoft.com/office/drawing/2014/main" id="{30722120-7AD4-C5E1-7A53-948B83A0B12E}"/>
                </a:ext>
              </a:extLst>
            </p:cNvPr>
            <p:cNvSpPr/>
            <p:nvPr userDrawn="1"/>
          </p:nvSpPr>
          <p:spPr>
            <a:xfrm>
              <a:off x="2324384" y="5477463"/>
              <a:ext cx="380318" cy="3803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E3739542-9C30-BD92-AEFB-8140B0B2D40C}"/>
                </a:ext>
              </a:extLst>
            </p:cNvPr>
            <p:cNvSpPr/>
            <p:nvPr userDrawn="1"/>
          </p:nvSpPr>
          <p:spPr>
            <a:xfrm>
              <a:off x="1465276" y="5546286"/>
              <a:ext cx="242667" cy="242667"/>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abgerundete Ecken 32">
              <a:extLst>
                <a:ext uri="{FF2B5EF4-FFF2-40B4-BE49-F238E27FC236}">
                  <a16:creationId xmlns:a16="http://schemas.microsoft.com/office/drawing/2014/main" id="{6F1CD248-5011-15C8-09C3-1AB1CEE7CA2C}"/>
                </a:ext>
              </a:extLst>
            </p:cNvPr>
            <p:cNvSpPr/>
            <p:nvPr userDrawn="1"/>
          </p:nvSpPr>
          <p:spPr>
            <a:xfrm>
              <a:off x="1739008" y="5546286"/>
              <a:ext cx="242667" cy="242667"/>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abgerundete Ecken 33">
              <a:extLst>
                <a:ext uri="{FF2B5EF4-FFF2-40B4-BE49-F238E27FC236}">
                  <a16:creationId xmlns:a16="http://schemas.microsoft.com/office/drawing/2014/main" id="{2D774794-50CF-BCC4-EFA9-F7CEE56C492B}"/>
                </a:ext>
              </a:extLst>
            </p:cNvPr>
            <p:cNvSpPr/>
            <p:nvPr userDrawn="1"/>
          </p:nvSpPr>
          <p:spPr>
            <a:xfrm>
              <a:off x="2012740" y="5546286"/>
              <a:ext cx="242667" cy="242667"/>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abgerundete Ecken 35">
              <a:extLst>
                <a:ext uri="{FF2B5EF4-FFF2-40B4-BE49-F238E27FC236}">
                  <a16:creationId xmlns:a16="http://schemas.microsoft.com/office/drawing/2014/main" id="{84DA42E6-97AB-7F6B-431B-15A37FCD6AFC}"/>
                </a:ext>
              </a:extLst>
            </p:cNvPr>
            <p:cNvSpPr/>
            <p:nvPr userDrawn="1"/>
          </p:nvSpPr>
          <p:spPr>
            <a:xfrm>
              <a:off x="2773679" y="5546286"/>
              <a:ext cx="242667" cy="242667"/>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abgerundete Ecken 36">
              <a:extLst>
                <a:ext uri="{FF2B5EF4-FFF2-40B4-BE49-F238E27FC236}">
                  <a16:creationId xmlns:a16="http://schemas.microsoft.com/office/drawing/2014/main" id="{15BF0E3A-DF67-5119-0422-6DC4E31DED01}"/>
                </a:ext>
              </a:extLst>
            </p:cNvPr>
            <p:cNvSpPr/>
            <p:nvPr userDrawn="1"/>
          </p:nvSpPr>
          <p:spPr>
            <a:xfrm>
              <a:off x="3048649" y="5546286"/>
              <a:ext cx="242667" cy="242667"/>
            </a:xfrm>
            <a:prstGeom prst="round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8" name="Gruppieren 37">
            <a:extLst>
              <a:ext uri="{FF2B5EF4-FFF2-40B4-BE49-F238E27FC236}">
                <a16:creationId xmlns:a16="http://schemas.microsoft.com/office/drawing/2014/main" id="{ED58E894-D2DA-A357-5C38-B9505C6DF13B}"/>
              </a:ext>
            </a:extLst>
          </p:cNvPr>
          <p:cNvGrpSpPr/>
          <p:nvPr userDrawn="1"/>
        </p:nvGrpSpPr>
        <p:grpSpPr>
          <a:xfrm rot="16200000">
            <a:off x="1818451" y="3008011"/>
            <a:ext cx="3265576" cy="680130"/>
            <a:chOff x="1465276" y="5477463"/>
            <a:chExt cx="1826040" cy="380314"/>
          </a:xfrm>
        </p:grpSpPr>
        <p:sp>
          <p:nvSpPr>
            <p:cNvPr id="39" name="Rechteck: abgerundete Ecken 38">
              <a:extLst>
                <a:ext uri="{FF2B5EF4-FFF2-40B4-BE49-F238E27FC236}">
                  <a16:creationId xmlns:a16="http://schemas.microsoft.com/office/drawing/2014/main" id="{0D645AFD-3E20-BB8F-D1F6-CCD1F59B86E6}"/>
                </a:ext>
              </a:extLst>
            </p:cNvPr>
            <p:cNvSpPr/>
            <p:nvPr userDrawn="1"/>
          </p:nvSpPr>
          <p:spPr>
            <a:xfrm>
              <a:off x="2324384" y="5477463"/>
              <a:ext cx="380318" cy="38031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B094F751-4B5B-B7FB-80CA-96450BA1B71A}"/>
                </a:ext>
              </a:extLst>
            </p:cNvPr>
            <p:cNvSpPr/>
            <p:nvPr userDrawn="1"/>
          </p:nvSpPr>
          <p:spPr>
            <a:xfrm>
              <a:off x="1465276" y="5546286"/>
              <a:ext cx="242667" cy="242667"/>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abgerundete Ecken 40">
              <a:extLst>
                <a:ext uri="{FF2B5EF4-FFF2-40B4-BE49-F238E27FC236}">
                  <a16:creationId xmlns:a16="http://schemas.microsoft.com/office/drawing/2014/main" id="{D94A0E8C-95A1-EB2C-B9E4-9B6367E71202}"/>
                </a:ext>
              </a:extLst>
            </p:cNvPr>
            <p:cNvSpPr/>
            <p:nvPr userDrawn="1"/>
          </p:nvSpPr>
          <p:spPr>
            <a:xfrm>
              <a:off x="1739008" y="5546286"/>
              <a:ext cx="242667" cy="242667"/>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abgerundete Ecken 41">
              <a:extLst>
                <a:ext uri="{FF2B5EF4-FFF2-40B4-BE49-F238E27FC236}">
                  <a16:creationId xmlns:a16="http://schemas.microsoft.com/office/drawing/2014/main" id="{C7EE83AB-3D5A-160B-B722-88027DEA8690}"/>
                </a:ext>
              </a:extLst>
            </p:cNvPr>
            <p:cNvSpPr/>
            <p:nvPr userDrawn="1"/>
          </p:nvSpPr>
          <p:spPr>
            <a:xfrm>
              <a:off x="2012740" y="5546286"/>
              <a:ext cx="242667" cy="242667"/>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0E78762F-4E93-60BF-76F8-297AB014FBB3}"/>
                </a:ext>
              </a:extLst>
            </p:cNvPr>
            <p:cNvSpPr/>
            <p:nvPr userDrawn="1"/>
          </p:nvSpPr>
          <p:spPr>
            <a:xfrm>
              <a:off x="2773679" y="5546286"/>
              <a:ext cx="242667" cy="242667"/>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164D3808-88CB-67EA-7583-F2B36D9D5D35}"/>
                </a:ext>
              </a:extLst>
            </p:cNvPr>
            <p:cNvSpPr/>
            <p:nvPr userDrawn="1"/>
          </p:nvSpPr>
          <p:spPr>
            <a:xfrm>
              <a:off x="3048649" y="5546286"/>
              <a:ext cx="242667" cy="242667"/>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45" name="Gruppieren 44">
            <a:extLst>
              <a:ext uri="{FF2B5EF4-FFF2-40B4-BE49-F238E27FC236}">
                <a16:creationId xmlns:a16="http://schemas.microsoft.com/office/drawing/2014/main" id="{F22CEE9D-2A55-7AE5-4E6F-298395C5716D}"/>
              </a:ext>
            </a:extLst>
          </p:cNvPr>
          <p:cNvGrpSpPr/>
          <p:nvPr userDrawn="1"/>
        </p:nvGrpSpPr>
        <p:grpSpPr>
          <a:xfrm rot="16200000">
            <a:off x="4021805" y="3008011"/>
            <a:ext cx="3265576" cy="680130"/>
            <a:chOff x="1465276" y="5477463"/>
            <a:chExt cx="1826040" cy="380314"/>
          </a:xfrm>
        </p:grpSpPr>
        <p:sp>
          <p:nvSpPr>
            <p:cNvPr id="46" name="Rechteck: abgerundete Ecken 45">
              <a:extLst>
                <a:ext uri="{FF2B5EF4-FFF2-40B4-BE49-F238E27FC236}">
                  <a16:creationId xmlns:a16="http://schemas.microsoft.com/office/drawing/2014/main" id="{1ADF1250-D52E-3BBA-304C-5222B484EA2D}"/>
                </a:ext>
              </a:extLst>
            </p:cNvPr>
            <p:cNvSpPr/>
            <p:nvPr userDrawn="1"/>
          </p:nvSpPr>
          <p:spPr>
            <a:xfrm>
              <a:off x="2324384" y="5477463"/>
              <a:ext cx="380318" cy="3803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abgerundete Ecken 46">
              <a:extLst>
                <a:ext uri="{FF2B5EF4-FFF2-40B4-BE49-F238E27FC236}">
                  <a16:creationId xmlns:a16="http://schemas.microsoft.com/office/drawing/2014/main" id="{2429FF07-2268-ECAA-1307-071C1EB958B3}"/>
                </a:ext>
              </a:extLst>
            </p:cNvPr>
            <p:cNvSpPr/>
            <p:nvPr userDrawn="1"/>
          </p:nvSpPr>
          <p:spPr>
            <a:xfrm>
              <a:off x="1465276" y="5546286"/>
              <a:ext cx="242667" cy="24266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29750A80-9DA4-266F-F776-CC742A856A75}"/>
                </a:ext>
              </a:extLst>
            </p:cNvPr>
            <p:cNvSpPr/>
            <p:nvPr userDrawn="1"/>
          </p:nvSpPr>
          <p:spPr>
            <a:xfrm>
              <a:off x="1739008" y="5546286"/>
              <a:ext cx="242667" cy="24266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85F1EA58-F225-8E62-D56F-90A8ABE1B0FF}"/>
                </a:ext>
              </a:extLst>
            </p:cNvPr>
            <p:cNvSpPr/>
            <p:nvPr userDrawn="1"/>
          </p:nvSpPr>
          <p:spPr>
            <a:xfrm>
              <a:off x="2012740" y="5546286"/>
              <a:ext cx="242667" cy="242667"/>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abgerundete Ecken 49">
              <a:extLst>
                <a:ext uri="{FF2B5EF4-FFF2-40B4-BE49-F238E27FC236}">
                  <a16:creationId xmlns:a16="http://schemas.microsoft.com/office/drawing/2014/main" id="{C8FC3569-5F40-0146-B89D-1EF265D220FD}"/>
                </a:ext>
              </a:extLst>
            </p:cNvPr>
            <p:cNvSpPr/>
            <p:nvPr userDrawn="1"/>
          </p:nvSpPr>
          <p:spPr>
            <a:xfrm>
              <a:off x="2773679" y="5546286"/>
              <a:ext cx="242667" cy="242667"/>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abgerundete Ecken 50">
              <a:extLst>
                <a:ext uri="{FF2B5EF4-FFF2-40B4-BE49-F238E27FC236}">
                  <a16:creationId xmlns:a16="http://schemas.microsoft.com/office/drawing/2014/main" id="{13BACF10-BF44-AEDC-B368-A37957479AC9}"/>
                </a:ext>
              </a:extLst>
            </p:cNvPr>
            <p:cNvSpPr/>
            <p:nvPr userDrawn="1"/>
          </p:nvSpPr>
          <p:spPr>
            <a:xfrm>
              <a:off x="3048649" y="5546286"/>
              <a:ext cx="242667" cy="242667"/>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a:extLst>
              <a:ext uri="{FF2B5EF4-FFF2-40B4-BE49-F238E27FC236}">
                <a16:creationId xmlns:a16="http://schemas.microsoft.com/office/drawing/2014/main" id="{834D9B2B-3E90-AAE7-D7EE-F59054382CB0}"/>
              </a:ext>
            </a:extLst>
          </p:cNvPr>
          <p:cNvGrpSpPr/>
          <p:nvPr userDrawn="1"/>
        </p:nvGrpSpPr>
        <p:grpSpPr>
          <a:xfrm rot="16200000">
            <a:off x="4868939" y="3008013"/>
            <a:ext cx="3265576" cy="680130"/>
            <a:chOff x="1465276" y="5477463"/>
            <a:chExt cx="1826040" cy="380314"/>
          </a:xfrm>
        </p:grpSpPr>
        <p:sp>
          <p:nvSpPr>
            <p:cNvPr id="53" name="Rechteck: abgerundete Ecken 52">
              <a:extLst>
                <a:ext uri="{FF2B5EF4-FFF2-40B4-BE49-F238E27FC236}">
                  <a16:creationId xmlns:a16="http://schemas.microsoft.com/office/drawing/2014/main" id="{6443BBA7-7033-947E-8FB1-3F7016238E92}"/>
                </a:ext>
              </a:extLst>
            </p:cNvPr>
            <p:cNvSpPr/>
            <p:nvPr userDrawn="1"/>
          </p:nvSpPr>
          <p:spPr>
            <a:xfrm>
              <a:off x="2324384" y="5477463"/>
              <a:ext cx="380318" cy="380314"/>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abgerundete Ecken 53">
              <a:extLst>
                <a:ext uri="{FF2B5EF4-FFF2-40B4-BE49-F238E27FC236}">
                  <a16:creationId xmlns:a16="http://schemas.microsoft.com/office/drawing/2014/main" id="{0C538DEE-059D-CA92-8799-9059EC6EEC48}"/>
                </a:ext>
              </a:extLst>
            </p:cNvPr>
            <p:cNvSpPr/>
            <p:nvPr userDrawn="1"/>
          </p:nvSpPr>
          <p:spPr>
            <a:xfrm>
              <a:off x="1465276" y="5546286"/>
              <a:ext cx="242667" cy="2426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47F18E0A-011B-78FE-1E48-0C822F1BFA04}"/>
                </a:ext>
              </a:extLst>
            </p:cNvPr>
            <p:cNvSpPr/>
            <p:nvPr userDrawn="1"/>
          </p:nvSpPr>
          <p:spPr>
            <a:xfrm>
              <a:off x="1739008" y="5546286"/>
              <a:ext cx="242667" cy="24266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abgerundete Ecken 55">
              <a:extLst>
                <a:ext uri="{FF2B5EF4-FFF2-40B4-BE49-F238E27FC236}">
                  <a16:creationId xmlns:a16="http://schemas.microsoft.com/office/drawing/2014/main" id="{2F58EA06-53BA-F0D8-32BC-6B3B813B075A}"/>
                </a:ext>
              </a:extLst>
            </p:cNvPr>
            <p:cNvSpPr/>
            <p:nvPr userDrawn="1"/>
          </p:nvSpPr>
          <p:spPr>
            <a:xfrm>
              <a:off x="2012740" y="5546286"/>
              <a:ext cx="242667" cy="242667"/>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abgerundete Ecken 56">
              <a:extLst>
                <a:ext uri="{FF2B5EF4-FFF2-40B4-BE49-F238E27FC236}">
                  <a16:creationId xmlns:a16="http://schemas.microsoft.com/office/drawing/2014/main" id="{AADB1575-E309-6C54-6E58-5AE4E36A77FA}"/>
                </a:ext>
              </a:extLst>
            </p:cNvPr>
            <p:cNvSpPr/>
            <p:nvPr userDrawn="1"/>
          </p:nvSpPr>
          <p:spPr>
            <a:xfrm>
              <a:off x="2773679" y="5546286"/>
              <a:ext cx="242667" cy="24266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abgerundete Ecken 57">
              <a:extLst>
                <a:ext uri="{FF2B5EF4-FFF2-40B4-BE49-F238E27FC236}">
                  <a16:creationId xmlns:a16="http://schemas.microsoft.com/office/drawing/2014/main" id="{F171D793-E3FF-4733-210B-AB943B44A30E}"/>
                </a:ext>
              </a:extLst>
            </p:cNvPr>
            <p:cNvSpPr/>
            <p:nvPr userDrawn="1"/>
          </p:nvSpPr>
          <p:spPr>
            <a:xfrm>
              <a:off x="3048649" y="5546286"/>
              <a:ext cx="242667" cy="242667"/>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1687F9C1-6ED4-F852-E5A4-FBE04346037C}"/>
              </a:ext>
            </a:extLst>
          </p:cNvPr>
          <p:cNvGrpSpPr/>
          <p:nvPr userDrawn="1"/>
        </p:nvGrpSpPr>
        <p:grpSpPr>
          <a:xfrm rot="16200000">
            <a:off x="5716072" y="3008013"/>
            <a:ext cx="3265576" cy="680130"/>
            <a:chOff x="1465276" y="5477463"/>
            <a:chExt cx="1826040" cy="380314"/>
          </a:xfrm>
        </p:grpSpPr>
        <p:sp>
          <p:nvSpPr>
            <p:cNvPr id="60" name="Rechteck: abgerundete Ecken 59">
              <a:extLst>
                <a:ext uri="{FF2B5EF4-FFF2-40B4-BE49-F238E27FC236}">
                  <a16:creationId xmlns:a16="http://schemas.microsoft.com/office/drawing/2014/main" id="{5D0D9D6B-A832-AC66-A9CB-035F3727A3CE}"/>
                </a:ext>
              </a:extLst>
            </p:cNvPr>
            <p:cNvSpPr/>
            <p:nvPr userDrawn="1"/>
          </p:nvSpPr>
          <p:spPr>
            <a:xfrm>
              <a:off x="2324384" y="5477463"/>
              <a:ext cx="380318" cy="38031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abgerundete Ecken 60">
              <a:extLst>
                <a:ext uri="{FF2B5EF4-FFF2-40B4-BE49-F238E27FC236}">
                  <a16:creationId xmlns:a16="http://schemas.microsoft.com/office/drawing/2014/main" id="{43E0BBB0-3255-B8AF-1BF1-86CDCF431DAE}"/>
                </a:ext>
              </a:extLst>
            </p:cNvPr>
            <p:cNvSpPr/>
            <p:nvPr userDrawn="1"/>
          </p:nvSpPr>
          <p:spPr>
            <a:xfrm>
              <a:off x="1465276" y="5546286"/>
              <a:ext cx="242667" cy="2426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abgerundete Ecken 61">
              <a:extLst>
                <a:ext uri="{FF2B5EF4-FFF2-40B4-BE49-F238E27FC236}">
                  <a16:creationId xmlns:a16="http://schemas.microsoft.com/office/drawing/2014/main" id="{DDEE90FC-EF4F-9A82-4CFC-6E9691F537B7}"/>
                </a:ext>
              </a:extLst>
            </p:cNvPr>
            <p:cNvSpPr/>
            <p:nvPr userDrawn="1"/>
          </p:nvSpPr>
          <p:spPr>
            <a:xfrm>
              <a:off x="1739008" y="5546286"/>
              <a:ext cx="242667" cy="24266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abgerundete Ecken 62">
              <a:extLst>
                <a:ext uri="{FF2B5EF4-FFF2-40B4-BE49-F238E27FC236}">
                  <a16:creationId xmlns:a16="http://schemas.microsoft.com/office/drawing/2014/main" id="{48277903-E325-3C19-3E4E-21C2F728FED3}"/>
                </a:ext>
              </a:extLst>
            </p:cNvPr>
            <p:cNvSpPr/>
            <p:nvPr userDrawn="1"/>
          </p:nvSpPr>
          <p:spPr>
            <a:xfrm>
              <a:off x="2012740" y="5546286"/>
              <a:ext cx="242667" cy="24266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Rechteck: abgerundete Ecken 63">
              <a:extLst>
                <a:ext uri="{FF2B5EF4-FFF2-40B4-BE49-F238E27FC236}">
                  <a16:creationId xmlns:a16="http://schemas.microsoft.com/office/drawing/2014/main" id="{8B79A4F7-4F72-CCEF-AB25-CB09A149B38B}"/>
                </a:ext>
              </a:extLst>
            </p:cNvPr>
            <p:cNvSpPr/>
            <p:nvPr userDrawn="1"/>
          </p:nvSpPr>
          <p:spPr>
            <a:xfrm>
              <a:off x="2773679" y="5546286"/>
              <a:ext cx="242667" cy="242667"/>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abgerundete Ecken 64">
              <a:extLst>
                <a:ext uri="{FF2B5EF4-FFF2-40B4-BE49-F238E27FC236}">
                  <a16:creationId xmlns:a16="http://schemas.microsoft.com/office/drawing/2014/main" id="{069137F5-BE4A-FC21-9163-7C1E2917D3E1}"/>
                </a:ext>
              </a:extLst>
            </p:cNvPr>
            <p:cNvSpPr/>
            <p:nvPr userDrawn="1"/>
          </p:nvSpPr>
          <p:spPr>
            <a:xfrm>
              <a:off x="3048649" y="5546286"/>
              <a:ext cx="242667" cy="2426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68" name="Gerader Verbinder 67">
            <a:extLst>
              <a:ext uri="{FF2B5EF4-FFF2-40B4-BE49-F238E27FC236}">
                <a16:creationId xmlns:a16="http://schemas.microsoft.com/office/drawing/2014/main" id="{80282675-4DB2-F484-583D-1CBE881D5D6B}"/>
              </a:ext>
            </a:extLst>
          </p:cNvPr>
          <p:cNvCxnSpPr>
            <a:cxnSpLocks/>
          </p:cNvCxnSpPr>
          <p:nvPr userDrawn="1"/>
        </p:nvCxnSpPr>
        <p:spPr>
          <a:xfrm>
            <a:off x="4129349" y="1725795"/>
            <a:ext cx="0" cy="3255069"/>
          </a:xfrm>
          <a:prstGeom prst="line">
            <a:avLst/>
          </a:prstGeom>
        </p:spPr>
        <p:style>
          <a:lnRef idx="2">
            <a:schemeClr val="accent1"/>
          </a:lnRef>
          <a:fillRef idx="0">
            <a:schemeClr val="accent1"/>
          </a:fillRef>
          <a:effectRef idx="1">
            <a:schemeClr val="accent1"/>
          </a:effectRef>
          <a:fontRef idx="minor">
            <a:schemeClr val="tx1"/>
          </a:fontRef>
        </p:style>
      </p:cxnSp>
      <p:sp>
        <p:nvSpPr>
          <p:cNvPr id="69" name="Titelplatzhalter 1">
            <a:extLst>
              <a:ext uri="{FF2B5EF4-FFF2-40B4-BE49-F238E27FC236}">
                <a16:creationId xmlns:a16="http://schemas.microsoft.com/office/drawing/2014/main" id="{8D7A5F10-02E6-4D85-B5B1-C53C08D1C628}"/>
              </a:ext>
            </a:extLst>
          </p:cNvPr>
          <p:cNvSpPr txBox="1">
            <a:spLocks/>
          </p:cNvSpPr>
          <p:nvPr userDrawn="1"/>
        </p:nvSpPr>
        <p:spPr>
          <a:xfrm>
            <a:off x="7850382" y="1725795"/>
            <a:ext cx="1156019" cy="37399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sz="1200">
                <a:latin typeface="+mn-lt"/>
              </a:rPr>
              <a:t>Dunkler 50%</a:t>
            </a:r>
          </a:p>
          <a:p>
            <a:endParaRPr lang="de-DE" sz="1200">
              <a:latin typeface="+mn-lt"/>
            </a:endParaRPr>
          </a:p>
          <a:p>
            <a:endParaRPr lang="de-DE" sz="1200">
              <a:latin typeface="+mn-lt"/>
            </a:endParaRPr>
          </a:p>
          <a:p>
            <a:r>
              <a:rPr lang="de-DE" sz="1200">
                <a:latin typeface="+mn-lt"/>
              </a:rPr>
              <a:t>Dunkler 25%</a:t>
            </a:r>
          </a:p>
          <a:p>
            <a:endParaRPr lang="de-DE" sz="1200">
              <a:latin typeface="+mn-lt"/>
            </a:endParaRPr>
          </a:p>
          <a:p>
            <a:endParaRPr lang="de-DE" sz="1200">
              <a:latin typeface="+mn-lt"/>
            </a:endParaRPr>
          </a:p>
          <a:p>
            <a:endParaRPr lang="de-DE" sz="1200">
              <a:latin typeface="+mn-lt"/>
            </a:endParaRPr>
          </a:p>
          <a:p>
            <a:r>
              <a:rPr lang="de-DE" sz="1200">
                <a:latin typeface="+mn-lt"/>
              </a:rPr>
              <a:t>Basis</a:t>
            </a:r>
          </a:p>
          <a:p>
            <a:endParaRPr lang="de-DE" sz="1200">
              <a:latin typeface="+mn-lt"/>
            </a:endParaRPr>
          </a:p>
          <a:p>
            <a:endParaRPr lang="de-DE" sz="1200">
              <a:latin typeface="+mn-lt"/>
            </a:endParaRPr>
          </a:p>
          <a:p>
            <a:endParaRPr lang="de-DE" sz="1200">
              <a:latin typeface="+mn-lt"/>
            </a:endParaRPr>
          </a:p>
          <a:p>
            <a:r>
              <a:rPr lang="de-DE" sz="1200">
                <a:latin typeface="+mn-lt"/>
              </a:rPr>
              <a:t>Heller 40%</a:t>
            </a:r>
          </a:p>
          <a:p>
            <a:endParaRPr lang="de-DE" sz="1200">
              <a:latin typeface="+mn-lt"/>
            </a:endParaRPr>
          </a:p>
          <a:p>
            <a:endParaRPr lang="de-DE" sz="1200">
              <a:latin typeface="+mn-lt"/>
            </a:endParaRPr>
          </a:p>
          <a:p>
            <a:r>
              <a:rPr lang="de-DE" sz="1200">
                <a:latin typeface="+mn-lt"/>
              </a:rPr>
              <a:t>Heller 60%</a:t>
            </a:r>
          </a:p>
          <a:p>
            <a:endParaRPr lang="de-DE" sz="1200">
              <a:latin typeface="+mn-lt"/>
            </a:endParaRPr>
          </a:p>
          <a:p>
            <a:endParaRPr lang="de-DE" sz="1200">
              <a:latin typeface="+mn-lt"/>
            </a:endParaRPr>
          </a:p>
          <a:p>
            <a:r>
              <a:rPr lang="de-DE" sz="1200">
                <a:latin typeface="+mn-lt"/>
              </a:rPr>
              <a:t>Heller 80%</a:t>
            </a:r>
          </a:p>
        </p:txBody>
      </p:sp>
      <p:pic>
        <p:nvPicPr>
          <p:cNvPr id="73" name="Grafik 72">
            <a:extLst>
              <a:ext uri="{FF2B5EF4-FFF2-40B4-BE49-F238E27FC236}">
                <a16:creationId xmlns:a16="http://schemas.microsoft.com/office/drawing/2014/main" id="{4B6ECC8B-5779-F91E-D9F6-20427238B949}"/>
              </a:ext>
            </a:extLst>
          </p:cNvPr>
          <p:cNvPicPr>
            <a:picLocks noChangeAspect="1"/>
          </p:cNvPicPr>
          <p:nvPr userDrawn="1"/>
        </p:nvPicPr>
        <p:blipFill>
          <a:blip r:embed="rId3"/>
          <a:stretch>
            <a:fillRect/>
          </a:stretch>
        </p:blipFill>
        <p:spPr>
          <a:xfrm>
            <a:off x="9349623" y="881616"/>
            <a:ext cx="2049952" cy="4273754"/>
          </a:xfrm>
          <a:prstGeom prst="rect">
            <a:avLst/>
          </a:prstGeom>
          <a:effectLst>
            <a:outerShdw blurRad="50800" dist="38100" dir="2700000" algn="tl" rotWithShape="0">
              <a:prstClr val="black">
                <a:alpha val="40000"/>
              </a:prstClr>
            </a:outerShdw>
          </a:effectLst>
        </p:spPr>
      </p:pic>
      <p:sp>
        <p:nvSpPr>
          <p:cNvPr id="74" name="Titelplatzhalter 1">
            <a:extLst>
              <a:ext uri="{FF2B5EF4-FFF2-40B4-BE49-F238E27FC236}">
                <a16:creationId xmlns:a16="http://schemas.microsoft.com/office/drawing/2014/main" id="{3ED7DD3D-1471-8456-6DCE-CF53D4CB3FBB}"/>
              </a:ext>
            </a:extLst>
          </p:cNvPr>
          <p:cNvSpPr txBox="1">
            <a:spLocks/>
          </p:cNvSpPr>
          <p:nvPr userDrawn="1"/>
        </p:nvSpPr>
        <p:spPr>
          <a:xfrm>
            <a:off x="9078404" y="5244587"/>
            <a:ext cx="259239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gn="ctr"/>
            <a:r>
              <a:rPr lang="de-DE" sz="1100">
                <a:latin typeface="+mn-lt"/>
              </a:rPr>
              <a:t>automatisch durch PP generiert</a:t>
            </a:r>
          </a:p>
        </p:txBody>
      </p:sp>
      <p:sp>
        <p:nvSpPr>
          <p:cNvPr id="75" name="Rechteck: eine Ecke abgerundet 74">
            <a:extLst>
              <a:ext uri="{FF2B5EF4-FFF2-40B4-BE49-F238E27FC236}">
                <a16:creationId xmlns:a16="http://schemas.microsoft.com/office/drawing/2014/main" id="{B327D6C7-19FD-A1B1-9FCB-5B5CAF95DC8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6" name="Foliennummernplatzhalter 15">
            <a:extLst>
              <a:ext uri="{FF2B5EF4-FFF2-40B4-BE49-F238E27FC236}">
                <a16:creationId xmlns:a16="http://schemas.microsoft.com/office/drawing/2014/main" id="{D97C66F1-9C15-F761-158E-EEF6AD607AD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3</a:t>
            </a:r>
            <a:endParaRPr lang="de-DE" sz="1100" b="1">
              <a:solidFill>
                <a:schemeClr val="accent1"/>
              </a:solidFill>
            </a:endParaRPr>
          </a:p>
        </p:txBody>
      </p:sp>
      <p:sp>
        <p:nvSpPr>
          <p:cNvPr id="77" name="Foliennummernplatzhalter 15">
            <a:extLst>
              <a:ext uri="{FF2B5EF4-FFF2-40B4-BE49-F238E27FC236}">
                <a16:creationId xmlns:a16="http://schemas.microsoft.com/office/drawing/2014/main" id="{D4F5DE8B-69DC-6E8B-7775-E66C3BBF39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78" name="Textplatzhalter 16">
            <a:extLst>
              <a:ext uri="{FF2B5EF4-FFF2-40B4-BE49-F238E27FC236}">
                <a16:creationId xmlns:a16="http://schemas.microsoft.com/office/drawing/2014/main" id="{ED97C1EA-D450-4E7B-370A-DDCB3A488A7C}"/>
              </a:ext>
            </a:extLst>
          </p:cNvPr>
          <p:cNvSpPr>
            <a:spLocks noGrp="1"/>
          </p:cNvSpPr>
          <p:nvPr userDrawn="1">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23305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tzung von Schrift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62079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6351733" y="1328465"/>
            <a:ext cx="4265467" cy="1724831"/>
          </a:xfrm>
          <a:prstGeom prst="rect">
            <a:avLst/>
          </a:prstGeom>
          <a:noFill/>
        </p:spPr>
        <p:txBody>
          <a:bodyPr wrap="square" rtlCol="0">
            <a:spAutoFit/>
          </a:bodyPr>
          <a:lstStyle/>
          <a:p>
            <a:pPr lvl="0">
              <a:lnSpc>
                <a:spcPct val="150000"/>
              </a:lnSpc>
            </a:pPr>
            <a:r>
              <a:rPr lang="de-DE" sz="1200"/>
              <a:t>Texte sind generell in Dunkelgrau zu setzen. Ausnahme hiervon sind Überschriften, die auf weißen oder hellgrauen Flächen in der Hauptfarbe der betreffenden Markenwelt gesetzt werden. Bei Verwendung auf farbigen oder dunkelgrauen Flächen werden Überschriften und Text in Weiß gesetzt.</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4443717"/>
          </a:xfrm>
          <a:prstGeom prst="rect">
            <a:avLst/>
          </a:prstGeom>
          <a:noFill/>
        </p:spPr>
        <p:txBody>
          <a:bodyPr wrap="square" rtlCol="0">
            <a:spAutoFit/>
          </a:bodyPr>
          <a:lstStyle/>
          <a:p>
            <a:pPr lvl="0">
              <a:lnSpc>
                <a:spcPct val="150000"/>
              </a:lnSpc>
            </a:pPr>
            <a:r>
              <a:rPr lang="de-DE" sz="2800" b="1">
                <a:latin typeface="+mj-lt"/>
              </a:rPr>
              <a:t>Quicksand </a:t>
            </a:r>
            <a:r>
              <a:rPr lang="de-DE" sz="2800" b="1" err="1">
                <a:latin typeface="+mj-lt"/>
              </a:rPr>
              <a:t>Bold</a:t>
            </a:r>
            <a:endParaRPr lang="de-DE" sz="2800" b="1">
              <a:latin typeface="+mj-lt"/>
            </a:endParaRPr>
          </a:p>
          <a:p>
            <a:pPr lvl="0">
              <a:lnSpc>
                <a:spcPct val="150000"/>
              </a:lnSpc>
            </a:pPr>
            <a:r>
              <a:rPr lang="de-DE" sz="1200" b="0"/>
              <a:t>Überschriften</a:t>
            </a:r>
          </a:p>
          <a:p>
            <a:pPr lvl="0">
              <a:lnSpc>
                <a:spcPct val="150000"/>
              </a:lnSpc>
            </a:pPr>
            <a:endParaRPr lang="de-DE" sz="1200" b="1"/>
          </a:p>
          <a:p>
            <a:pPr lvl="0">
              <a:lnSpc>
                <a:spcPct val="150000"/>
              </a:lnSpc>
            </a:pPr>
            <a:r>
              <a:rPr lang="de-DE" sz="2400" b="0">
                <a:latin typeface="+mj-lt"/>
              </a:rPr>
              <a:t>Quicksand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200" b="0"/>
              <a:t>Untergeordnete Überschriften</a:t>
            </a:r>
            <a:endParaRPr lang="de-DE" sz="1200" b="1"/>
          </a:p>
          <a:p>
            <a:pPr lvl="0">
              <a:lnSpc>
                <a:spcPct val="150000"/>
              </a:lnSpc>
            </a:pPr>
            <a:endParaRPr lang="de-DE" sz="1200" b="1"/>
          </a:p>
          <a:p>
            <a:pPr lvl="0">
              <a:lnSpc>
                <a:spcPct val="150000"/>
              </a:lnSpc>
            </a:pPr>
            <a:r>
              <a:rPr lang="de-DE" sz="2000" b="0"/>
              <a:t>Open Sans Regular</a:t>
            </a:r>
          </a:p>
          <a:p>
            <a:pPr lvl="0">
              <a:lnSpc>
                <a:spcPct val="150000"/>
              </a:lnSpc>
            </a:pPr>
            <a:r>
              <a:rPr lang="de-DE" sz="1200" b="0"/>
              <a:t>Fließtext, Bildunterschriften</a:t>
            </a:r>
          </a:p>
          <a:p>
            <a:pPr lvl="0">
              <a:lnSpc>
                <a:spcPct val="150000"/>
              </a:lnSpc>
            </a:pPr>
            <a:endParaRPr lang="de-DE" sz="1200" b="0"/>
          </a:p>
          <a:p>
            <a:pPr lvl="0">
              <a:lnSpc>
                <a:spcPct val="150000"/>
              </a:lnSpc>
            </a:pPr>
            <a:r>
              <a:rPr lang="de-DE" sz="3200" err="1">
                <a:latin typeface="Arsilon" panose="02000505080000020004" pitchFamily="50" charset="0"/>
              </a:rPr>
              <a:t>Arsilon</a:t>
            </a:r>
            <a:r>
              <a:rPr lang="de-DE" sz="3200">
                <a:latin typeface="Arsilon" panose="02000505080000020004" pitchFamily="50" charset="0"/>
              </a:rPr>
              <a:t>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400" b="0"/>
              <a:t>Claims, Slogans, Zitate</a:t>
            </a:r>
          </a:p>
        </p:txBody>
      </p:sp>
      <p:sp>
        <p:nvSpPr>
          <p:cNvPr id="13" name="Textfeld 12">
            <a:extLst>
              <a:ext uri="{FF2B5EF4-FFF2-40B4-BE49-F238E27FC236}">
                <a16:creationId xmlns:a16="http://schemas.microsoft.com/office/drawing/2014/main" id="{892CC482-4831-7827-32CB-1FB2BB9B45E8}"/>
              </a:ext>
            </a:extLst>
          </p:cNvPr>
          <p:cNvSpPr txBox="1"/>
          <p:nvPr userDrawn="1"/>
        </p:nvSpPr>
        <p:spPr>
          <a:xfrm>
            <a:off x="6351733" y="3524543"/>
            <a:ext cx="4759612" cy="779150"/>
          </a:xfrm>
          <a:prstGeom prst="roundRect">
            <a:avLst/>
          </a:prstGeom>
          <a:solidFill>
            <a:schemeClr val="accent1"/>
          </a:solidFill>
        </p:spPr>
        <p:txBody>
          <a:bodyPr wrap="square" rtlCol="0">
            <a:spAutoFit/>
          </a:bodyPr>
          <a:lstStyle/>
          <a:p>
            <a:pPr lvl="0">
              <a:lnSpc>
                <a:spcPct val="150000"/>
              </a:lnSpc>
            </a:pPr>
            <a:r>
              <a:rPr lang="de-DE" sz="1400">
                <a:solidFill>
                  <a:schemeClr val="bg1"/>
                </a:solidFill>
              </a:rPr>
              <a:t>Bitte möglichst keine anderen als diese Schriften verwenden.</a:t>
            </a:r>
          </a:p>
        </p:txBody>
      </p:sp>
      <p:sp>
        <p:nvSpPr>
          <p:cNvPr id="17" name="Titelplatzhalter 1">
            <a:extLst>
              <a:ext uri="{FF2B5EF4-FFF2-40B4-BE49-F238E27FC236}">
                <a16:creationId xmlns:a16="http://schemas.microsoft.com/office/drawing/2014/main" id="{BA262C86-FC38-77AF-A316-036499B03951}"/>
              </a:ext>
            </a:extLst>
          </p:cNvPr>
          <p:cNvSpPr txBox="1">
            <a:spLocks/>
          </p:cNvSpPr>
          <p:nvPr userDrawn="1"/>
        </p:nvSpPr>
        <p:spPr>
          <a:xfrm>
            <a:off x="1371439"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Schriftnutzung</a:t>
            </a:r>
          </a:p>
        </p:txBody>
      </p:sp>
      <p:sp>
        <p:nvSpPr>
          <p:cNvPr id="7" name="Rechteck: eine Ecke abgerundet 6">
            <a:extLst>
              <a:ext uri="{FF2B5EF4-FFF2-40B4-BE49-F238E27FC236}">
                <a16:creationId xmlns:a16="http://schemas.microsoft.com/office/drawing/2014/main" id="{979BB6DD-FC48-29E9-17C6-5A6CA05008F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oliennummernplatzhalter 15">
            <a:extLst>
              <a:ext uri="{FF2B5EF4-FFF2-40B4-BE49-F238E27FC236}">
                <a16:creationId xmlns:a16="http://schemas.microsoft.com/office/drawing/2014/main" id="{4EBF5F09-A9D4-281B-2838-FE08210DE19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4</a:t>
            </a:r>
            <a:endParaRPr lang="de-DE" sz="1100" b="1">
              <a:solidFill>
                <a:schemeClr val="accent1"/>
              </a:solidFill>
            </a:endParaRPr>
          </a:p>
        </p:txBody>
      </p:sp>
      <p:sp>
        <p:nvSpPr>
          <p:cNvPr id="10" name="Foliennummernplatzhalter 15">
            <a:extLst>
              <a:ext uri="{FF2B5EF4-FFF2-40B4-BE49-F238E27FC236}">
                <a16:creationId xmlns:a16="http://schemas.microsoft.com/office/drawing/2014/main" id="{422D5DFB-2497-7FEA-29AF-B5C2C3AB7766}"/>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1" name="Textplatzhalter 16">
            <a:extLst>
              <a:ext uri="{FF2B5EF4-FFF2-40B4-BE49-F238E27FC236}">
                <a16:creationId xmlns:a16="http://schemas.microsoft.com/office/drawing/2014/main" id="{9606D7F6-5EE3-E022-8E4C-78EBE213E64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988035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Folien-find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Wo alle Folien zu finden sind:</a:t>
            </a:r>
          </a:p>
        </p:txBody>
      </p:sp>
      <p:pic>
        <p:nvPicPr>
          <p:cNvPr id="10" name="Grafik 9" descr="Ein Bild, das Text, Computer, Software, Screenshot enthält.&#10;&#10;KI-generierte Inhalte können fehlerhaft sein.">
            <a:extLst>
              <a:ext uri="{FF2B5EF4-FFF2-40B4-BE49-F238E27FC236}">
                <a16:creationId xmlns:a16="http://schemas.microsoft.com/office/drawing/2014/main" id="{AE211AD4-C787-12EC-28B4-C4F9E3C9FD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82300" y="1565599"/>
            <a:ext cx="5427400" cy="4432850"/>
          </a:xfrm>
          <a:prstGeom prst="rect">
            <a:avLst/>
          </a:prstGeom>
          <a:effectLst>
            <a:outerShdw blurRad="50800" dist="38100" dir="2700000" algn="tl" rotWithShape="0">
              <a:prstClr val="black">
                <a:alpha val="40000"/>
              </a:prstClr>
            </a:outerShdw>
          </a:effectLst>
        </p:spPr>
      </p:pic>
      <p:sp>
        <p:nvSpPr>
          <p:cNvPr id="15" name="Rechteck: abgerundete Ecken 14">
            <a:extLst>
              <a:ext uri="{FF2B5EF4-FFF2-40B4-BE49-F238E27FC236}">
                <a16:creationId xmlns:a16="http://schemas.microsoft.com/office/drawing/2014/main" id="{9C3237B4-3CDC-72E2-C3CA-3F8C36B4B0DF}"/>
              </a:ext>
            </a:extLst>
          </p:cNvPr>
          <p:cNvSpPr/>
          <p:nvPr userDrawn="1"/>
        </p:nvSpPr>
        <p:spPr>
          <a:xfrm>
            <a:off x="4856085" y="1704513"/>
            <a:ext cx="390618" cy="230819"/>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BB76AB57-40A5-89A0-6960-6927AB648F90}"/>
              </a:ext>
            </a:extLst>
          </p:cNvPr>
          <p:cNvSpPr/>
          <p:nvPr userDrawn="1"/>
        </p:nvSpPr>
        <p:spPr>
          <a:xfrm>
            <a:off x="4065972" y="1704513"/>
            <a:ext cx="390618" cy="495732"/>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r Verbinder 18">
            <a:extLst>
              <a:ext uri="{FF2B5EF4-FFF2-40B4-BE49-F238E27FC236}">
                <a16:creationId xmlns:a16="http://schemas.microsoft.com/office/drawing/2014/main" id="{7E57B415-0A4C-B155-0FD0-1992BFA84F93}"/>
              </a:ext>
            </a:extLst>
          </p:cNvPr>
          <p:cNvCxnSpPr>
            <a:stCxn id="16" idx="1"/>
          </p:cNvCxnSpPr>
          <p:nvPr userDrawn="1"/>
        </p:nvCxnSpPr>
        <p:spPr>
          <a:xfrm flipH="1">
            <a:off x="2379216" y="1952379"/>
            <a:ext cx="168675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C37A25EF-E93D-6B85-F072-8D2C570EB1CA}"/>
              </a:ext>
            </a:extLst>
          </p:cNvPr>
          <p:cNvCxnSpPr>
            <a:cxnSpLocks/>
          </p:cNvCxnSpPr>
          <p:nvPr userDrawn="1"/>
        </p:nvCxnSpPr>
        <p:spPr>
          <a:xfrm flipH="1">
            <a:off x="2379216" y="1819922"/>
            <a:ext cx="24768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6908B00-72E9-AEE7-A34F-1C74261BA9E2}"/>
              </a:ext>
            </a:extLst>
          </p:cNvPr>
          <p:cNvCxnSpPr/>
          <p:nvPr userDrawn="1"/>
        </p:nvCxnSpPr>
        <p:spPr>
          <a:xfrm flipV="1">
            <a:off x="2379216" y="1207698"/>
            <a:ext cx="0" cy="74468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Rechteck: eine Ecke abgerundet 2">
            <a:extLst>
              <a:ext uri="{FF2B5EF4-FFF2-40B4-BE49-F238E27FC236}">
                <a16:creationId xmlns:a16="http://schemas.microsoft.com/office/drawing/2014/main" id="{927628D3-185F-C533-32D0-2A35D59A540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A6CD1A92-7493-103E-87DC-406CDFBBE82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5</a:t>
            </a:r>
            <a:endParaRPr lang="de-DE" sz="1100" b="1">
              <a:solidFill>
                <a:schemeClr val="accent1"/>
              </a:solidFill>
            </a:endParaRPr>
          </a:p>
        </p:txBody>
      </p:sp>
      <p:sp>
        <p:nvSpPr>
          <p:cNvPr id="9" name="Foliennummernplatzhalter 15">
            <a:extLst>
              <a:ext uri="{FF2B5EF4-FFF2-40B4-BE49-F238E27FC236}">
                <a16:creationId xmlns:a16="http://schemas.microsoft.com/office/drawing/2014/main" id="{9E24804B-CF36-AD17-8F9A-5BD61244F638}"/>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2" name="Textplatzhalter 16">
            <a:extLst>
              <a:ext uri="{FF2B5EF4-FFF2-40B4-BE49-F238E27FC236}">
                <a16:creationId xmlns:a16="http://schemas.microsoft.com/office/drawing/2014/main" id="{86299754-A420-2E30-AA3E-5C4650944DB5}"/>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458257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plate-richtig-speicher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10081895"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Eine .</a:t>
            </a:r>
            <a:r>
              <a:rPr lang="de-DE" err="1"/>
              <a:t>potx</a:t>
            </a:r>
            <a:r>
              <a:rPr lang="de-DE"/>
              <a:t>-Datei richtig speichern, sodass sie in </a:t>
            </a:r>
            <a:r>
              <a:rPr lang="de-DE" err="1"/>
              <a:t>Powerpoint</a:t>
            </a:r>
            <a:r>
              <a:rPr lang="de-DE"/>
              <a:t> unter Vorlagen zu finden ist:</a:t>
            </a:r>
          </a:p>
        </p:txBody>
      </p:sp>
      <p:sp>
        <p:nvSpPr>
          <p:cNvPr id="12" name="Titelplatzhalter 1">
            <a:extLst>
              <a:ext uri="{FF2B5EF4-FFF2-40B4-BE49-F238E27FC236}">
                <a16:creationId xmlns:a16="http://schemas.microsoft.com/office/drawing/2014/main" id="{EFD493BB-520B-9C3B-ED54-736FB26AE9CA}"/>
              </a:ext>
            </a:extLst>
          </p:cNvPr>
          <p:cNvSpPr txBox="1">
            <a:spLocks/>
          </p:cNvSpPr>
          <p:nvPr userDrawn="1"/>
        </p:nvSpPr>
        <p:spPr>
          <a:xfrm>
            <a:off x="1416907" y="1630087"/>
            <a:ext cx="3430302"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1.  Windowstaste + R </a:t>
            </a:r>
            <a:r>
              <a:rPr lang="de-DE" sz="1200">
                <a:sym typeface="Wingdings" panose="05000000000000000000" pitchFamily="2" charset="2"/>
              </a:rPr>
              <a:t> %</a:t>
            </a:r>
            <a:r>
              <a:rPr lang="de-DE" sz="1200" err="1">
                <a:sym typeface="Wingdings" panose="05000000000000000000" pitchFamily="2" charset="2"/>
              </a:rPr>
              <a:t>appdata</a:t>
            </a:r>
            <a:r>
              <a:rPr lang="de-DE" sz="1200">
                <a:sym typeface="Wingdings" panose="05000000000000000000" pitchFamily="2" charset="2"/>
              </a:rPr>
              <a:t>% eingeben</a:t>
            </a:r>
            <a:endParaRPr lang="de-DE" sz="1200"/>
          </a:p>
        </p:txBody>
      </p:sp>
      <p:grpSp>
        <p:nvGrpSpPr>
          <p:cNvPr id="26" name="Gruppieren 25">
            <a:extLst>
              <a:ext uri="{FF2B5EF4-FFF2-40B4-BE49-F238E27FC236}">
                <a16:creationId xmlns:a16="http://schemas.microsoft.com/office/drawing/2014/main" id="{7862EA2E-B1AC-10A1-DDC1-D8431D6C2A07}"/>
              </a:ext>
            </a:extLst>
          </p:cNvPr>
          <p:cNvGrpSpPr/>
          <p:nvPr userDrawn="1"/>
        </p:nvGrpSpPr>
        <p:grpSpPr>
          <a:xfrm>
            <a:off x="5053413" y="1691343"/>
            <a:ext cx="1616033" cy="492921"/>
            <a:chOff x="4938003" y="2924206"/>
            <a:chExt cx="1616033" cy="492921"/>
          </a:xfrm>
        </p:grpSpPr>
        <p:sp>
          <p:nvSpPr>
            <p:cNvPr id="14" name="Rechteck: abgerundete Ecken 13">
              <a:extLst>
                <a:ext uri="{FF2B5EF4-FFF2-40B4-BE49-F238E27FC236}">
                  <a16:creationId xmlns:a16="http://schemas.microsoft.com/office/drawing/2014/main" id="{AC862D99-FB20-CBFB-2746-706E35EA2F11}"/>
                </a:ext>
              </a:extLst>
            </p:cNvPr>
            <p:cNvSpPr/>
            <p:nvPr userDrawn="1"/>
          </p:nvSpPr>
          <p:spPr>
            <a:xfrm>
              <a:off x="4938003" y="2924206"/>
              <a:ext cx="917978"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Windows</a:t>
              </a:r>
              <a:endParaRPr lang="de-DE"/>
            </a:p>
          </p:txBody>
        </p:sp>
        <p:sp>
          <p:nvSpPr>
            <p:cNvPr id="17" name="Rechteck: abgerundete Ecken 16">
              <a:extLst>
                <a:ext uri="{FF2B5EF4-FFF2-40B4-BE49-F238E27FC236}">
                  <a16:creationId xmlns:a16="http://schemas.microsoft.com/office/drawing/2014/main" id="{3DC50E65-CF1B-8D83-DB89-3B1F01F70C73}"/>
                </a:ext>
              </a:extLst>
            </p:cNvPr>
            <p:cNvSpPr/>
            <p:nvPr userDrawn="1"/>
          </p:nvSpPr>
          <p:spPr>
            <a:xfrm>
              <a:off x="6131234" y="2924206"/>
              <a:ext cx="422802"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R</a:t>
              </a:r>
              <a:endParaRPr lang="de-DE"/>
            </a:p>
          </p:txBody>
        </p:sp>
        <p:grpSp>
          <p:nvGrpSpPr>
            <p:cNvPr id="25" name="Gruppieren 24">
              <a:extLst>
                <a:ext uri="{FF2B5EF4-FFF2-40B4-BE49-F238E27FC236}">
                  <a16:creationId xmlns:a16="http://schemas.microsoft.com/office/drawing/2014/main" id="{23D5938D-36FA-68BA-5610-A28CD82B2F4D}"/>
                </a:ext>
              </a:extLst>
            </p:cNvPr>
            <p:cNvGrpSpPr/>
            <p:nvPr userDrawn="1"/>
          </p:nvGrpSpPr>
          <p:grpSpPr>
            <a:xfrm>
              <a:off x="5929079" y="3098006"/>
              <a:ext cx="129057" cy="136351"/>
              <a:chOff x="5929079" y="2452432"/>
              <a:chExt cx="129057" cy="136351"/>
            </a:xfrm>
          </p:grpSpPr>
          <p:cxnSp>
            <p:nvCxnSpPr>
              <p:cNvPr id="21" name="Gerader Verbinder 20">
                <a:extLst>
                  <a:ext uri="{FF2B5EF4-FFF2-40B4-BE49-F238E27FC236}">
                    <a16:creationId xmlns:a16="http://schemas.microsoft.com/office/drawing/2014/main" id="{C792C0C0-D6F9-9645-0D3E-E353D318C065}"/>
                  </a:ext>
                </a:extLst>
              </p:cNvPr>
              <p:cNvCxnSpPr>
                <a:cxnSpLocks/>
              </p:cNvCxnSpPr>
              <p:nvPr userDrawn="1"/>
            </p:nvCxnSpPr>
            <p:spPr>
              <a:xfrm>
                <a:off x="5993608" y="2452432"/>
                <a:ext cx="0" cy="13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6E9F9BBB-088B-CAB4-31CA-90B4AF16E00B}"/>
                  </a:ext>
                </a:extLst>
              </p:cNvPr>
              <p:cNvCxnSpPr>
                <a:cxnSpLocks/>
              </p:cNvCxnSpPr>
              <p:nvPr userDrawn="1"/>
            </p:nvCxnSpPr>
            <p:spPr>
              <a:xfrm>
                <a:off x="5929079" y="2516617"/>
                <a:ext cx="129057" cy="0"/>
              </a:xfrm>
              <a:prstGeom prst="line">
                <a:avLst/>
              </a:prstGeom>
            </p:spPr>
            <p:style>
              <a:lnRef idx="2">
                <a:schemeClr val="accent1"/>
              </a:lnRef>
              <a:fillRef idx="0">
                <a:schemeClr val="accent1"/>
              </a:fillRef>
              <a:effectRef idx="1">
                <a:schemeClr val="accent1"/>
              </a:effectRef>
              <a:fontRef idx="minor">
                <a:schemeClr val="tx1"/>
              </a:fontRef>
            </p:style>
          </p:cxnSp>
        </p:grpSp>
      </p:grpSp>
      <p:pic>
        <p:nvPicPr>
          <p:cNvPr id="32" name="Grafik 31" descr="Ein Bild, das Text, Screenshot, Software, Betriebssystem enthält.&#10;&#10;KI-generierte Inhalte können fehlerhaft sein.">
            <a:extLst>
              <a:ext uri="{FF2B5EF4-FFF2-40B4-BE49-F238E27FC236}">
                <a16:creationId xmlns:a16="http://schemas.microsoft.com/office/drawing/2014/main" id="{06DC4217-D445-BC20-5A90-639D3CD52D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525" y="1368664"/>
            <a:ext cx="2267116" cy="1431336"/>
          </a:xfrm>
          <a:prstGeom prst="rect">
            <a:avLst/>
          </a:prstGeom>
          <a:effectLst>
            <a:outerShdw blurRad="50800" dist="38100" dir="2700000" algn="tl" rotWithShape="0">
              <a:prstClr val="black">
                <a:alpha val="40000"/>
              </a:prstClr>
            </a:outerShdw>
          </a:effectLst>
        </p:spPr>
      </p:pic>
      <p:pic>
        <p:nvPicPr>
          <p:cNvPr id="34" name="Grafik 33" descr="Ein Bild, das Text, Screenshot, Software, Multimedia-Software enthält.&#10;&#10;KI-generierte Inhalte können fehlerhaft sein.">
            <a:extLst>
              <a:ext uri="{FF2B5EF4-FFF2-40B4-BE49-F238E27FC236}">
                <a16:creationId xmlns:a16="http://schemas.microsoft.com/office/drawing/2014/main" id="{98C781B0-3325-2AA4-513D-74C0997F9481}"/>
              </a:ext>
            </a:extLst>
          </p:cNvPr>
          <p:cNvPicPr>
            <a:picLocks noChangeAspect="1"/>
          </p:cNvPicPr>
          <p:nvPr userDrawn="1"/>
        </p:nvPicPr>
        <p:blipFill>
          <a:blip r:embed="rId4">
            <a:extLst>
              <a:ext uri="{28A0092B-C50C-407E-A947-70E740481C1C}">
                <a14:useLocalDpi xmlns:a14="http://schemas.microsoft.com/office/drawing/2010/main" val="0"/>
              </a:ext>
            </a:extLst>
          </a:blip>
          <a:srcRect r="21329"/>
          <a:stretch/>
        </p:blipFill>
        <p:spPr>
          <a:xfrm>
            <a:off x="1416906" y="3038537"/>
            <a:ext cx="2819139" cy="1927879"/>
          </a:xfrm>
          <a:prstGeom prst="rect">
            <a:avLst/>
          </a:prstGeom>
          <a:effectLst>
            <a:outerShdw blurRad="50800" dist="38100" dir="2700000" algn="tl" rotWithShape="0">
              <a:prstClr val="black">
                <a:alpha val="40000"/>
              </a:prstClr>
            </a:outerShdw>
          </a:effectLst>
        </p:spPr>
      </p:pic>
      <p:pic>
        <p:nvPicPr>
          <p:cNvPr id="38" name="Grafik 37" descr="Ein Bild, das Text, Screenshot, Software, Multimedia-Software enthält.&#10;&#10;KI-generierte Inhalte können fehlerhaft sein.">
            <a:extLst>
              <a:ext uri="{FF2B5EF4-FFF2-40B4-BE49-F238E27FC236}">
                <a16:creationId xmlns:a16="http://schemas.microsoft.com/office/drawing/2014/main" id="{719BFE0B-CF6A-723E-DE3B-53A505FB1C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18223" y="3038536"/>
            <a:ext cx="3657828" cy="1512425"/>
          </a:xfrm>
          <a:prstGeom prst="rect">
            <a:avLst/>
          </a:prstGeom>
          <a:effectLst>
            <a:outerShdw blurRad="50800" dist="38100" dir="2700000" algn="tl" rotWithShape="0">
              <a:prstClr val="black">
                <a:alpha val="40000"/>
              </a:prstClr>
            </a:outerShdw>
          </a:effectLst>
        </p:spPr>
      </p:pic>
      <p:sp>
        <p:nvSpPr>
          <p:cNvPr id="39" name="Titelplatzhalter 1">
            <a:extLst>
              <a:ext uri="{FF2B5EF4-FFF2-40B4-BE49-F238E27FC236}">
                <a16:creationId xmlns:a16="http://schemas.microsoft.com/office/drawing/2014/main" id="{EC0127E4-FCDD-3B6B-E282-174A73A49B3B}"/>
              </a:ext>
            </a:extLst>
          </p:cNvPr>
          <p:cNvSpPr txBox="1">
            <a:spLocks/>
          </p:cNvSpPr>
          <p:nvPr userDrawn="1"/>
        </p:nvSpPr>
        <p:spPr>
          <a:xfrm>
            <a:off x="1416906" y="2498987"/>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2.  Roaming </a:t>
            </a:r>
            <a:r>
              <a:rPr lang="de-DE" sz="1200">
                <a:sym typeface="Wingdings" panose="05000000000000000000" pitchFamily="2" charset="2"/>
              </a:rPr>
              <a:t> Microsoft  Templates  </a:t>
            </a:r>
            <a:r>
              <a:rPr lang="de-DE" sz="1200" err="1">
                <a:sym typeface="Wingdings" panose="05000000000000000000" pitchFamily="2" charset="2"/>
              </a:rPr>
              <a:t>Document</a:t>
            </a:r>
            <a:r>
              <a:rPr lang="de-DE" sz="1200">
                <a:sym typeface="Wingdings" panose="05000000000000000000" pitchFamily="2" charset="2"/>
              </a:rPr>
              <a:t> </a:t>
            </a:r>
            <a:r>
              <a:rPr lang="de-DE" sz="1200" err="1">
                <a:sym typeface="Wingdings" panose="05000000000000000000" pitchFamily="2" charset="2"/>
              </a:rPr>
              <a:t>Themes</a:t>
            </a:r>
            <a:endParaRPr lang="de-DE" sz="1200"/>
          </a:p>
        </p:txBody>
      </p:sp>
      <p:sp>
        <p:nvSpPr>
          <p:cNvPr id="40" name="Titelplatzhalter 1">
            <a:extLst>
              <a:ext uri="{FF2B5EF4-FFF2-40B4-BE49-F238E27FC236}">
                <a16:creationId xmlns:a16="http://schemas.microsoft.com/office/drawing/2014/main" id="{C7A56576-5CF8-8B38-63AB-1C488A92BB2E}"/>
              </a:ext>
            </a:extLst>
          </p:cNvPr>
          <p:cNvSpPr txBox="1">
            <a:spLocks/>
          </p:cNvSpPr>
          <p:nvPr userDrawn="1"/>
        </p:nvSpPr>
        <p:spPr>
          <a:xfrm>
            <a:off x="1416906" y="5220121"/>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3.  In den Ordner </a:t>
            </a:r>
            <a:r>
              <a:rPr lang="de-DE" sz="1200" err="1"/>
              <a:t>Document</a:t>
            </a:r>
            <a:r>
              <a:rPr lang="de-DE" sz="1200"/>
              <a:t> </a:t>
            </a:r>
            <a:r>
              <a:rPr lang="de-DE" sz="1200" err="1"/>
              <a:t>Themes</a:t>
            </a:r>
            <a:r>
              <a:rPr lang="de-DE" sz="1200"/>
              <a:t> diese Datei (opseo-offizielle-Präsentationsvorlage-Stand-2025.potx) ablegen</a:t>
            </a:r>
          </a:p>
        </p:txBody>
      </p:sp>
      <p:grpSp>
        <p:nvGrpSpPr>
          <p:cNvPr id="43" name="Gruppieren 42">
            <a:extLst>
              <a:ext uri="{FF2B5EF4-FFF2-40B4-BE49-F238E27FC236}">
                <a16:creationId xmlns:a16="http://schemas.microsoft.com/office/drawing/2014/main" id="{F9496066-AEED-051C-BF78-E1EDC26360D2}"/>
              </a:ext>
            </a:extLst>
          </p:cNvPr>
          <p:cNvGrpSpPr/>
          <p:nvPr userDrawn="1"/>
        </p:nvGrpSpPr>
        <p:grpSpPr>
          <a:xfrm>
            <a:off x="4347309" y="3038537"/>
            <a:ext cx="3248164" cy="1817407"/>
            <a:chOff x="6179650" y="3515446"/>
            <a:chExt cx="2903360" cy="1347982"/>
          </a:xfrm>
          <a:effectLst>
            <a:outerShdw blurRad="50800" dist="38100" dir="2700000" algn="tl" rotWithShape="0">
              <a:prstClr val="black">
                <a:alpha val="40000"/>
              </a:prstClr>
            </a:outerShdw>
          </a:effectLst>
        </p:grpSpPr>
        <p:pic>
          <p:nvPicPr>
            <p:cNvPr id="36" name="Grafik 35" descr="Ein Bild, das Text, Screenshot, Software, Multimedia-Software enthält.&#10;&#10;KI-generierte Inhalte können fehlerhaft sein.">
              <a:extLst>
                <a:ext uri="{FF2B5EF4-FFF2-40B4-BE49-F238E27FC236}">
                  <a16:creationId xmlns:a16="http://schemas.microsoft.com/office/drawing/2014/main" id="{D08E1906-99BA-DC86-3744-2CEBD2B36DD3}"/>
                </a:ext>
              </a:extLst>
            </p:cNvPr>
            <p:cNvPicPr>
              <a:picLocks noChangeAspect="1"/>
            </p:cNvPicPr>
            <p:nvPr userDrawn="1"/>
          </p:nvPicPr>
          <p:blipFill>
            <a:blip r:embed="rId6">
              <a:extLst>
                <a:ext uri="{28A0092B-C50C-407E-A947-70E740481C1C}">
                  <a14:useLocalDpi xmlns:a14="http://schemas.microsoft.com/office/drawing/2010/main" val="0"/>
                </a:ext>
              </a:extLst>
            </a:blip>
            <a:srcRect b="83334"/>
            <a:stretch/>
          </p:blipFill>
          <p:spPr>
            <a:xfrm>
              <a:off x="6179650" y="3515446"/>
              <a:ext cx="2903360" cy="540454"/>
            </a:xfrm>
            <a:prstGeom prst="rect">
              <a:avLst/>
            </a:prstGeom>
          </p:spPr>
        </p:pic>
        <p:pic>
          <p:nvPicPr>
            <p:cNvPr id="42" name="Grafik 41" descr="Ein Bild, das Text, Screenshot, Software, Multimedia-Software enthält.&#10;&#10;KI-generierte Inhalte können fehlerhaft sein.">
              <a:extLst>
                <a:ext uri="{FF2B5EF4-FFF2-40B4-BE49-F238E27FC236}">
                  <a16:creationId xmlns:a16="http://schemas.microsoft.com/office/drawing/2014/main" id="{EEA5F7C7-40DC-8435-C2C6-3649EE3C9E5B}"/>
                </a:ext>
              </a:extLst>
            </p:cNvPr>
            <p:cNvPicPr>
              <a:picLocks noChangeAspect="1"/>
            </p:cNvPicPr>
            <p:nvPr userDrawn="1"/>
          </p:nvPicPr>
          <p:blipFill>
            <a:blip r:embed="rId6">
              <a:extLst>
                <a:ext uri="{28A0092B-C50C-407E-A947-70E740481C1C}">
                  <a14:useLocalDpi xmlns:a14="http://schemas.microsoft.com/office/drawing/2010/main" val="0"/>
                </a:ext>
              </a:extLst>
            </a:blip>
            <a:srcRect t="75728"/>
            <a:stretch/>
          </p:blipFill>
          <p:spPr>
            <a:xfrm>
              <a:off x="6179650" y="4076333"/>
              <a:ext cx="2903360" cy="787095"/>
            </a:xfrm>
            <a:prstGeom prst="rect">
              <a:avLst/>
            </a:prstGeom>
          </p:spPr>
        </p:pic>
      </p:grpSp>
      <p:sp>
        <p:nvSpPr>
          <p:cNvPr id="3" name="Rechteck: eine Ecke abgerundet 2">
            <a:extLst>
              <a:ext uri="{FF2B5EF4-FFF2-40B4-BE49-F238E27FC236}">
                <a16:creationId xmlns:a16="http://schemas.microsoft.com/office/drawing/2014/main" id="{C5A08582-2447-0F98-7C69-5FE3B04886E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5AB6C868-E463-FC6F-D5CE-E192C51E020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6</a:t>
            </a:r>
            <a:endParaRPr lang="de-DE" sz="1100" b="1">
              <a:solidFill>
                <a:schemeClr val="accent1"/>
              </a:solidFill>
            </a:endParaRPr>
          </a:p>
        </p:txBody>
      </p:sp>
      <p:sp>
        <p:nvSpPr>
          <p:cNvPr id="10" name="Foliennummernplatzhalter 15">
            <a:extLst>
              <a:ext uri="{FF2B5EF4-FFF2-40B4-BE49-F238E27FC236}">
                <a16:creationId xmlns:a16="http://schemas.microsoft.com/office/drawing/2014/main" id="{68B64F50-8F23-C7C7-ABF2-E5C86913D89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5" name="Textplatzhalter 16">
            <a:extLst>
              <a:ext uri="{FF2B5EF4-FFF2-40B4-BE49-F238E27FC236}">
                <a16:creationId xmlns:a16="http://schemas.microsoft.com/office/drawing/2014/main" id="{2DF0AE2D-B8E0-84C5-C7DA-703AD02A4049}"/>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4366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06335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Trenner-1">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69" y="3429000"/>
            <a:ext cx="10772405" cy="1083682"/>
          </a:xfrm>
        </p:spPr>
        <p:txBody>
          <a:bodyPr anchor="t">
            <a:normAutofit/>
          </a:bodyPr>
          <a:lstStyle>
            <a:lvl1pPr>
              <a:defRPr sz="48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[Präsentationstitel]</a:t>
            </a:r>
          </a:p>
        </p:txBody>
      </p:sp>
      <p:pic>
        <p:nvPicPr>
          <p:cNvPr id="3" name="Grafik 2" descr="Ein Bild, das Grafiken, Schrift, Text, Grafikdesign enthält.&#10;&#10;Automatisch generierte Beschreibung">
            <a:extLst>
              <a:ext uri="{FF2B5EF4-FFF2-40B4-BE49-F238E27FC236}">
                <a16:creationId xmlns:a16="http://schemas.microsoft.com/office/drawing/2014/main" id="{46E792D2-B48A-ABEF-C68C-5BC6B79E3F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72997" y="541841"/>
            <a:ext cx="2476146" cy="1083682"/>
          </a:xfrm>
          <a:prstGeom prst="rect">
            <a:avLst/>
          </a:prstGeom>
        </p:spPr>
      </p:pic>
      <p:sp>
        <p:nvSpPr>
          <p:cNvPr id="12" name="Rechteck 11">
            <a:extLst>
              <a:ext uri="{FF2B5EF4-FFF2-40B4-BE49-F238E27FC236}">
                <a16:creationId xmlns:a16="http://schemas.microsoft.com/office/drawing/2014/main" id="{E5F5F3FE-9598-186F-D209-DCB34D453602}"/>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2">
            <a:extLst>
              <a:ext uri="{FF2B5EF4-FFF2-40B4-BE49-F238E27FC236}">
                <a16:creationId xmlns:a16="http://schemas.microsoft.com/office/drawing/2014/main" id="{0792ED73-511E-74E1-B11C-ABF6CD21B838}"/>
              </a:ext>
            </a:extLst>
          </p:cNvPr>
          <p:cNvSpPr>
            <a:spLocks noGrp="1"/>
          </p:cNvSpPr>
          <p:nvPr>
            <p:ph idx="1"/>
          </p:nvPr>
        </p:nvSpPr>
        <p:spPr>
          <a:xfrm>
            <a:off x="648969" y="5805577"/>
            <a:ext cx="10772405" cy="1052423"/>
          </a:xfrm>
          <a:prstGeom prst="rect">
            <a:avLst/>
          </a:prstGeom>
        </p:spPr>
        <p:txBody>
          <a:bodyPr vert="horz" lIns="91440" tIns="45720" rIns="91440" bIns="45720" rtlCol="0">
            <a:normAutofit/>
          </a:bodyPr>
          <a:lstStyle>
            <a:lvl1pPr marL="0" indent="0">
              <a:buNone/>
              <a:defRPr sz="1800">
                <a:latin typeface="+mj-lt"/>
              </a:defRPr>
            </a:lvl1pPr>
            <a:lvl2pPr marL="457200" indent="0">
              <a:buNone/>
              <a:defRPr/>
            </a:lvl2pPr>
          </a:lstStyle>
          <a:p>
            <a:pPr lvl="0"/>
            <a:endParaRPr lang="de-DE"/>
          </a:p>
        </p:txBody>
      </p:sp>
      <p:sp>
        <p:nvSpPr>
          <p:cNvPr id="8" name="Textplatzhalter 2">
            <a:extLst>
              <a:ext uri="{FF2B5EF4-FFF2-40B4-BE49-F238E27FC236}">
                <a16:creationId xmlns:a16="http://schemas.microsoft.com/office/drawing/2014/main" id="{92693E6E-6C2B-D6EC-2B18-01910EDB96C5}"/>
              </a:ext>
            </a:extLst>
          </p:cNvPr>
          <p:cNvSpPr>
            <a:spLocks noGrp="1"/>
          </p:cNvSpPr>
          <p:nvPr>
            <p:ph idx="10" hasCustomPrompt="1"/>
          </p:nvPr>
        </p:nvSpPr>
        <p:spPr>
          <a:xfrm>
            <a:off x="648969" y="4736918"/>
            <a:ext cx="10772405" cy="423250"/>
          </a:xfrm>
          <a:prstGeom prst="rect">
            <a:avLst/>
          </a:prstGeom>
        </p:spPr>
        <p:txBody>
          <a:bodyPr vert="horz" lIns="91440" tIns="45720" rIns="91440" bIns="45720" rtlCol="0">
            <a:noAutofit/>
          </a:bodyPr>
          <a:lstStyle>
            <a:lvl1pPr marL="0" indent="0">
              <a:buNone/>
              <a:defRPr sz="2800">
                <a:latin typeface="+mj-lt"/>
              </a:defRPr>
            </a:lvl1pPr>
            <a:lvl2pPr marL="457200" indent="0">
              <a:buNone/>
              <a:defRPr/>
            </a:lvl2pPr>
          </a:lstStyle>
          <a:p>
            <a:pPr lvl="0"/>
            <a:r>
              <a:rPr lang="de-DE"/>
              <a:t>[Name]</a:t>
            </a:r>
          </a:p>
        </p:txBody>
      </p:sp>
    </p:spTree>
    <p:extLst>
      <p:ext uri="{BB962C8B-B14F-4D97-AF65-F5344CB8AC3E}">
        <p14:creationId xmlns:p14="http://schemas.microsoft.com/office/powerpoint/2010/main" val="164949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bg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p:txBody>
      </p:sp>
    </p:spTree>
    <p:extLst>
      <p:ext uri="{BB962C8B-B14F-4D97-AF65-F5344CB8AC3E}">
        <p14:creationId xmlns:p14="http://schemas.microsoft.com/office/powerpoint/2010/main" val="1434453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1422400" y="1798957"/>
            <a:ext cx="10040400" cy="4374170"/>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p:txBody>
      </p:sp>
      <p:sp>
        <p:nvSpPr>
          <p:cNvPr id="9" name="Rechteck 8">
            <a:extLst>
              <a:ext uri="{FF2B5EF4-FFF2-40B4-BE49-F238E27FC236}">
                <a16:creationId xmlns:a16="http://schemas.microsoft.com/office/drawing/2014/main" id="{4A1DD575-6A98-8883-7EC6-BA85B95B3051}"/>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elplatzhalter 1">
            <a:extLst>
              <a:ext uri="{FF2B5EF4-FFF2-40B4-BE49-F238E27FC236}">
                <a16:creationId xmlns:a16="http://schemas.microsoft.com/office/drawing/2014/main" id="{22B94FDA-28FA-8E6B-379D-5217B2EFC84E}"/>
              </a:ext>
            </a:extLst>
          </p:cNvPr>
          <p:cNvSpPr>
            <a:spLocks noGrp="1"/>
          </p:cNvSpPr>
          <p:nvPr>
            <p:ph type="title" hasCustomPrompt="1"/>
          </p:nvPr>
        </p:nvSpPr>
        <p:spPr>
          <a:xfrm>
            <a:off x="1422399" y="918307"/>
            <a:ext cx="10040401" cy="697429"/>
          </a:xfrm>
          <a:prstGeom prst="rect">
            <a:avLst/>
          </a:prstGeom>
        </p:spPr>
        <p:txBody>
          <a:bodyPr vert="horz" lIns="91440" tIns="45720" rIns="91440" bIns="45720" rtlCol="0" anchor="ctr">
            <a:normAutofit/>
          </a:bodyPr>
          <a:lstStyle>
            <a:lvl1pPr>
              <a:defRPr sz="2400"/>
            </a:lvl1pPr>
          </a:lstStyle>
          <a:p>
            <a:r>
              <a:rPr lang="de-DE"/>
              <a:t>[Actiontitel]</a:t>
            </a:r>
            <a:br>
              <a:rPr lang="de-DE"/>
            </a:br>
            <a:r>
              <a:rPr lang="de-DE"/>
              <a:t>[Actiontitel]</a:t>
            </a:r>
          </a:p>
        </p:txBody>
      </p:sp>
      <p:pic>
        <p:nvPicPr>
          <p:cNvPr id="11" name="Grafik 10" descr="Ein Bild, das Grafiken, Schrift, Text, Grafikdesign enthält.&#10;&#10;Automatisch generierte Beschreibung">
            <a:extLst>
              <a:ext uri="{FF2B5EF4-FFF2-40B4-BE49-F238E27FC236}">
                <a16:creationId xmlns:a16="http://schemas.microsoft.com/office/drawing/2014/main" id="{97B38C9B-D129-AA2B-188B-10D5CD9B7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6" name="Rechteck: eine Ecke abgerundet 5">
            <a:extLst>
              <a:ext uri="{FF2B5EF4-FFF2-40B4-BE49-F238E27FC236}">
                <a16:creationId xmlns:a16="http://schemas.microsoft.com/office/drawing/2014/main" id="{C44A585D-AEF1-7BB8-EE1D-18B7B5D5D52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BDB0B6F5-535C-6BAB-88FD-CC69CF82D3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88B8C079-01C7-F010-A363-CB93A630F92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2" name="Textplatzhalter 16">
            <a:extLst>
              <a:ext uri="{FF2B5EF4-FFF2-40B4-BE49-F238E27FC236}">
                <a16:creationId xmlns:a16="http://schemas.microsoft.com/office/drawing/2014/main" id="{CEA78574-D75D-11BF-82B0-BF33C4C0D6D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20005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4" name="Rechteck: abgerundete Ecken 43">
            <a:extLst>
              <a:ext uri="{FF2B5EF4-FFF2-40B4-BE49-F238E27FC236}">
                <a16:creationId xmlns:a16="http://schemas.microsoft.com/office/drawing/2014/main" id="{C382BD0C-0279-FB3C-D576-2E495054B308}"/>
              </a:ext>
            </a:extLst>
          </p:cNvPr>
          <p:cNvSpPr/>
          <p:nvPr userDrawn="1"/>
        </p:nvSpPr>
        <p:spPr>
          <a:xfrm>
            <a:off x="1574797" y="2055488"/>
            <a:ext cx="9974067"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35BAFD67-F320-C8E3-E5AA-CFCCBE92C62C}"/>
              </a:ext>
            </a:extLst>
          </p:cNvPr>
          <p:cNvSpPr>
            <a:spLocks noGrp="1"/>
          </p:cNvSpPr>
          <p:nvPr>
            <p:ph type="body" sz="quarter" idx="15" hasCustomPrompt="1"/>
          </p:nvPr>
        </p:nvSpPr>
        <p:spPr>
          <a:xfrm>
            <a:off x="1657350" y="2088577"/>
            <a:ext cx="9791956" cy="342444"/>
          </a:xfrm>
          <a:ln>
            <a:noFill/>
          </a:ln>
        </p:spPr>
        <p:txBody>
          <a:bodyPr anchor="ctr">
            <a:normAutofit/>
          </a:bodyPr>
          <a:lstStyle>
            <a:lvl1pPr marL="0" indent="0">
              <a:buNone/>
              <a:defRPr sz="1800"/>
            </a:lvl1pPr>
          </a:lstStyle>
          <a:p>
            <a:pPr lvl="0"/>
            <a:r>
              <a:rPr lang="de-DE"/>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52" name="Titelplatzhalter 1">
            <a:extLst>
              <a:ext uri="{FF2B5EF4-FFF2-40B4-BE49-F238E27FC236}">
                <a16:creationId xmlns:a16="http://schemas.microsoft.com/office/drawing/2014/main" id="{C19CBA39-C37D-4500-92F5-CDE8C4EC785E}"/>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2" name="Rechteck: eine Ecke abgerundet 1">
            <a:extLst>
              <a:ext uri="{FF2B5EF4-FFF2-40B4-BE49-F238E27FC236}">
                <a16:creationId xmlns:a16="http://schemas.microsoft.com/office/drawing/2014/main" id="{D74C4911-B026-4F8A-34C7-69BE3411570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E68456B1-982A-388A-F472-81EA0775D28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9A813F89-AB76-3A38-A46E-79BA3897AE5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7" name="Textplatzhalter 16">
            <a:extLst>
              <a:ext uri="{FF2B5EF4-FFF2-40B4-BE49-F238E27FC236}">
                <a16:creationId xmlns:a16="http://schemas.microsoft.com/office/drawing/2014/main" id="{1591F3C6-DD80-B560-8573-054443B95C3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72773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34" name="Rechteck: abgerundete Ecken 33">
            <a:extLst>
              <a:ext uri="{FF2B5EF4-FFF2-40B4-BE49-F238E27FC236}">
                <a16:creationId xmlns:a16="http://schemas.microsoft.com/office/drawing/2014/main" id="{3BEDF9AA-F512-9547-2F0C-CE3738B10417}"/>
              </a:ext>
            </a:extLst>
          </p:cNvPr>
          <p:cNvSpPr/>
          <p:nvPr userDrawn="1"/>
        </p:nvSpPr>
        <p:spPr>
          <a:xfrm>
            <a:off x="1574798" y="205803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Textplatzhalter 10">
            <a:extLst>
              <a:ext uri="{FF2B5EF4-FFF2-40B4-BE49-F238E27FC236}">
                <a16:creationId xmlns:a16="http://schemas.microsoft.com/office/drawing/2014/main" id="{BCFBADBB-2B4A-DB3A-ACFB-2E0A29447F90}"/>
              </a:ext>
            </a:extLst>
          </p:cNvPr>
          <p:cNvSpPr>
            <a:spLocks noGrp="1"/>
          </p:cNvSpPr>
          <p:nvPr>
            <p:ph type="body" sz="quarter" idx="12" hasCustomPrompt="1"/>
          </p:nvPr>
        </p:nvSpPr>
        <p:spPr>
          <a:xfrm>
            <a:off x="1657349" y="2091124"/>
            <a:ext cx="9791955" cy="342444"/>
          </a:xfrm>
          <a:ln>
            <a:noFill/>
          </a:ln>
        </p:spPr>
        <p:txBody>
          <a:bodyPr anchor="ctr">
            <a:normAutofit/>
          </a:bodyPr>
          <a:lstStyle>
            <a:lvl1pPr marL="0" indent="0">
              <a:buNone/>
              <a:defRPr sz="1800">
                <a:solidFill>
                  <a:schemeClr val="bg1"/>
                </a:solidFill>
              </a:defRPr>
            </a:lvl1pPr>
          </a:lstStyle>
          <a:p>
            <a:pPr lvl="0"/>
            <a:r>
              <a:rPr lang="de-DE"/>
              <a:t>[Thema 1]</a:t>
            </a:r>
          </a:p>
        </p:txBody>
      </p:sp>
      <p:sp>
        <p:nvSpPr>
          <p:cNvPr id="2" name="Titelplatzhalter 1">
            <a:extLst>
              <a:ext uri="{FF2B5EF4-FFF2-40B4-BE49-F238E27FC236}">
                <a16:creationId xmlns:a16="http://schemas.microsoft.com/office/drawing/2014/main" id="{9C24A37D-123E-DA73-7A73-BADC0D2FB611}"/>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3" name="Rechteck: eine Ecke abgerundet 2">
            <a:extLst>
              <a:ext uri="{FF2B5EF4-FFF2-40B4-BE49-F238E27FC236}">
                <a16:creationId xmlns:a16="http://schemas.microsoft.com/office/drawing/2014/main" id="{008ED7F9-BA6D-A1D5-3261-3B2E33F3A29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0469A149-4F67-828F-46A1-3EDEF510F62E}"/>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8420D79F-CEB6-66AE-F82A-BD4C4AA98A2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29AA7A70-CD20-D37D-3C66-42D4667F00E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79932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2678954"/>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2712043"/>
            <a:ext cx="9791955" cy="342444"/>
          </a:xfrm>
          <a:ln>
            <a:noFill/>
          </a:ln>
        </p:spPr>
        <p:txBody>
          <a:bodyPr anchor="ctr">
            <a:normAutofit/>
          </a:bodyPr>
          <a:lstStyle>
            <a:lvl1pPr marL="0" indent="0">
              <a:buNone/>
              <a:defRPr sz="1800">
                <a:solidFill>
                  <a:schemeClr val="bg1"/>
                </a:solidFill>
              </a:defRPr>
            </a:lvl1pPr>
          </a:lstStyle>
          <a:p>
            <a:pPr lvl="0"/>
            <a:r>
              <a:rPr lang="de-DE"/>
              <a:t>[Thema 2]</a:t>
            </a:r>
          </a:p>
        </p:txBody>
      </p:sp>
      <p:sp>
        <p:nvSpPr>
          <p:cNvPr id="6" name="Titelplatzhalter 1">
            <a:extLst>
              <a:ext uri="{FF2B5EF4-FFF2-40B4-BE49-F238E27FC236}">
                <a16:creationId xmlns:a16="http://schemas.microsoft.com/office/drawing/2014/main" id="{BE62CDF0-4F83-489E-8BD4-3B5855DFE465}"/>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7" name="Rechteck: eine Ecke abgerundet 6">
            <a:extLst>
              <a:ext uri="{FF2B5EF4-FFF2-40B4-BE49-F238E27FC236}">
                <a16:creationId xmlns:a16="http://schemas.microsoft.com/office/drawing/2014/main" id="{A4DA669B-F5FD-8A2C-70CB-6465624106D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FE0D3E58-FDF6-FE4C-7AC8-8F6D003F2720}"/>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9" name="Foliennummernplatzhalter 15">
            <a:extLst>
              <a:ext uri="{FF2B5EF4-FFF2-40B4-BE49-F238E27FC236}">
                <a16:creationId xmlns:a16="http://schemas.microsoft.com/office/drawing/2014/main" id="{8D3EFDF8-041F-86DC-AFEA-8CFB6948AF3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0" name="Textplatzhalter 16">
            <a:extLst>
              <a:ext uri="{FF2B5EF4-FFF2-40B4-BE49-F238E27FC236}">
                <a16:creationId xmlns:a16="http://schemas.microsoft.com/office/drawing/2014/main" id="{F3642400-3BFD-1D7B-CA71-75699B9BF9B9}"/>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856136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3">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330048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333574"/>
            <a:ext cx="9791955" cy="342444"/>
          </a:xfrm>
          <a:ln>
            <a:noFill/>
          </a:ln>
        </p:spPr>
        <p:txBody>
          <a:bodyPr anchor="ctr">
            <a:normAutofit/>
          </a:bodyPr>
          <a:lstStyle>
            <a:lvl1pPr marL="0" indent="0">
              <a:buNone/>
              <a:defRPr sz="1800">
                <a:solidFill>
                  <a:schemeClr val="bg1"/>
                </a:solidFill>
              </a:defRPr>
            </a:lvl1pPr>
          </a:lstStyle>
          <a:p>
            <a:pPr lvl="0"/>
            <a:r>
              <a:rPr lang="de-DE"/>
              <a:t>[Thema 3]</a:t>
            </a:r>
          </a:p>
        </p:txBody>
      </p:sp>
      <p:sp>
        <p:nvSpPr>
          <p:cNvPr id="6" name="Rechteck: abgerundete Ecken 5">
            <a:extLst>
              <a:ext uri="{FF2B5EF4-FFF2-40B4-BE49-F238E27FC236}">
                <a16:creationId xmlns:a16="http://schemas.microsoft.com/office/drawing/2014/main" id="{F75F4CF7-6977-F8AC-8280-B1CB9A38C8C5}"/>
              </a:ext>
            </a:extLst>
          </p:cNvPr>
          <p:cNvSpPr/>
          <p:nvPr userDrawn="1"/>
        </p:nvSpPr>
        <p:spPr>
          <a:xfrm>
            <a:off x="1574798" y="2675009"/>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2708098"/>
            <a:ext cx="9791955" cy="342444"/>
          </a:xfrm>
          <a:ln>
            <a:noFill/>
          </a:ln>
        </p:spPr>
        <p:txBody>
          <a:bodyPr anchor="ctr">
            <a:normAutofit/>
          </a:bodyPr>
          <a:lstStyle>
            <a:lvl1pPr marL="0" indent="0">
              <a:buNone/>
              <a:defRPr sz="1800"/>
            </a:lvl1pPr>
          </a:lstStyle>
          <a:p>
            <a:pPr lvl="0"/>
            <a:r>
              <a:rPr lang="de-DE"/>
              <a:t>[Thema 2]</a:t>
            </a:r>
          </a:p>
        </p:txBody>
      </p:sp>
      <p:sp>
        <p:nvSpPr>
          <p:cNvPr id="8" name="Titelplatzhalter 1">
            <a:extLst>
              <a:ext uri="{FF2B5EF4-FFF2-40B4-BE49-F238E27FC236}">
                <a16:creationId xmlns:a16="http://schemas.microsoft.com/office/drawing/2014/main" id="{E69E1AE5-A51B-3EA6-09B6-F801E9A57558}"/>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9" name="Rechteck: eine Ecke abgerundet 8">
            <a:extLst>
              <a:ext uri="{FF2B5EF4-FFF2-40B4-BE49-F238E27FC236}">
                <a16:creationId xmlns:a16="http://schemas.microsoft.com/office/drawing/2014/main" id="{86BABFEE-D60F-B211-B19F-D489C11ED16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7BCCE0DA-3524-694D-8114-040D960A2CD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11" name="Foliennummernplatzhalter 15">
            <a:extLst>
              <a:ext uri="{FF2B5EF4-FFF2-40B4-BE49-F238E27FC236}">
                <a16:creationId xmlns:a16="http://schemas.microsoft.com/office/drawing/2014/main" id="{E1EF565D-7E94-7E00-D352-5EEB20CE9F2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2" name="Textplatzhalter 16">
            <a:extLst>
              <a:ext uri="{FF2B5EF4-FFF2-40B4-BE49-F238E27FC236}">
                <a16:creationId xmlns:a16="http://schemas.microsoft.com/office/drawing/2014/main" id="{1DA902D2-E5F5-9FE8-2E3E-50D7075431D2}"/>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340939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4">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2678954"/>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2712043"/>
            <a:ext cx="9791955" cy="342444"/>
          </a:xfrm>
          <a:ln>
            <a:noFill/>
          </a:ln>
        </p:spPr>
        <p:txBody>
          <a:bodyPr anchor="ctr">
            <a:normAutofit/>
          </a:bodyPr>
          <a:lstStyle>
            <a:lvl1pPr marL="0" indent="0">
              <a:buNone/>
              <a:defRPr sz="1800"/>
            </a:lvl1pPr>
          </a:lstStyle>
          <a:p>
            <a:pPr lvl="0"/>
            <a:r>
              <a:rPr lang="de-DE"/>
              <a:t>[Thema 2]</a:t>
            </a:r>
          </a:p>
        </p:txBody>
      </p:sp>
      <p:sp>
        <p:nvSpPr>
          <p:cNvPr id="6" name="Rechteck: abgerundete Ecken 5">
            <a:extLst>
              <a:ext uri="{FF2B5EF4-FFF2-40B4-BE49-F238E27FC236}">
                <a16:creationId xmlns:a16="http://schemas.microsoft.com/office/drawing/2014/main" id="{331D7E0E-EBBF-7866-6D33-E049E2870F5E}"/>
              </a:ext>
            </a:extLst>
          </p:cNvPr>
          <p:cNvSpPr/>
          <p:nvPr userDrawn="1"/>
        </p:nvSpPr>
        <p:spPr>
          <a:xfrm>
            <a:off x="1574798" y="3924898"/>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957987"/>
            <a:ext cx="9791955" cy="342444"/>
          </a:xfrm>
          <a:ln>
            <a:noFill/>
          </a:ln>
        </p:spPr>
        <p:txBody>
          <a:bodyPr anchor="ctr">
            <a:normAutofit/>
          </a:bodyPr>
          <a:lstStyle>
            <a:lvl1pPr marL="0" indent="0">
              <a:buNone/>
              <a:defRPr sz="1800">
                <a:solidFill>
                  <a:schemeClr val="bg1"/>
                </a:solidFill>
              </a:defRPr>
            </a:lvl1pPr>
          </a:lstStyle>
          <a:p>
            <a:pPr lvl="0"/>
            <a:r>
              <a:rPr lang="de-DE"/>
              <a:t>[Thema 4]</a:t>
            </a:r>
          </a:p>
        </p:txBody>
      </p:sp>
      <p:sp>
        <p:nvSpPr>
          <p:cNvPr id="2" name="Rechteck: eine Ecke abgerundet 1">
            <a:extLst>
              <a:ext uri="{FF2B5EF4-FFF2-40B4-BE49-F238E27FC236}">
                <a16:creationId xmlns:a16="http://schemas.microsoft.com/office/drawing/2014/main" id="{6A2895A5-1CEE-DD6A-2B3E-7B66B2F6E99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095F3B73-24BD-63F4-D568-47D3DAC62F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11F4F008-1893-304C-1297-62B30F4AF99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9" name="Textplatzhalter 16">
            <a:extLst>
              <a:ext uri="{FF2B5EF4-FFF2-40B4-BE49-F238E27FC236}">
                <a16:creationId xmlns:a16="http://schemas.microsoft.com/office/drawing/2014/main" id="{70968EF3-A0D9-1D5A-E8C8-7A8C9535671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89021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en-1">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15"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60007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614886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5" name="Rechteck: abgerundete Ecken 4">
            <a:extLst>
              <a:ext uri="{FF2B5EF4-FFF2-40B4-BE49-F238E27FC236}">
                <a16:creationId xmlns:a16="http://schemas.microsoft.com/office/drawing/2014/main" id="{FE5E9693-0254-5743-03F1-8CED638BCEA3}"/>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platzhalter 10">
            <a:extLst>
              <a:ext uri="{FF2B5EF4-FFF2-40B4-BE49-F238E27FC236}">
                <a16:creationId xmlns:a16="http://schemas.microsoft.com/office/drawing/2014/main" id="{FE119646-37E8-9260-1240-5D0293A398D1}"/>
              </a:ext>
            </a:extLst>
          </p:cNvPr>
          <p:cNvSpPr>
            <a:spLocks noGrp="1"/>
          </p:cNvSpPr>
          <p:nvPr>
            <p:ph type="body" sz="quarter" idx="13"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7" name="Fußzeilenplatzhalter 4">
            <a:extLst>
              <a:ext uri="{FF2B5EF4-FFF2-40B4-BE49-F238E27FC236}">
                <a16:creationId xmlns:a16="http://schemas.microsoft.com/office/drawing/2014/main" id="{75F0EDD9-EE1C-1685-3269-87AD36131A14}"/>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3" name="Grafik 22" descr="Ein Bild, das Grafiken, Schrift, Text, Grafikdesign enthält.&#10;&#10;Automatisch generierte Beschreibung">
            <a:extLst>
              <a:ext uri="{FF2B5EF4-FFF2-40B4-BE49-F238E27FC236}">
                <a16:creationId xmlns:a16="http://schemas.microsoft.com/office/drawing/2014/main" id="{0684928D-B64F-58FA-71BA-8ED3E88F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4" name="Rechteck: abgerundete Ecken 23">
            <a:extLst>
              <a:ext uri="{FF2B5EF4-FFF2-40B4-BE49-F238E27FC236}">
                <a16:creationId xmlns:a16="http://schemas.microsoft.com/office/drawing/2014/main" id="{A88393D8-F62D-7243-5837-19EFB4F10C9D}"/>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CA35989D-505C-18A2-825B-9EA137707CBF}"/>
              </a:ext>
            </a:extLst>
          </p:cNvPr>
          <p:cNvSpPr>
            <a:spLocks noGrp="1"/>
          </p:cNvSpPr>
          <p:nvPr>
            <p:ph type="body" sz="quarter" idx="17"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 name="Rechteck: eine Ecke abgerundet 1">
            <a:extLst>
              <a:ext uri="{FF2B5EF4-FFF2-40B4-BE49-F238E27FC236}">
                <a16:creationId xmlns:a16="http://schemas.microsoft.com/office/drawing/2014/main" id="{97DA1A44-1C32-EB6B-49D5-BACCD2F57CA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14D9F255-E82D-90BF-4E3D-C4069851B1A2}"/>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E5CA7A41-07A4-E050-F783-AA887F634F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7" name="Textplatzhalter 16">
            <a:extLst>
              <a:ext uri="{FF2B5EF4-FFF2-40B4-BE49-F238E27FC236}">
                <a16:creationId xmlns:a16="http://schemas.microsoft.com/office/drawing/2014/main" id="{38294961-2697-1668-75F3-840592B7DD67}"/>
              </a:ext>
            </a:extLst>
          </p:cNvPr>
          <p:cNvSpPr>
            <a:spLocks noGrp="1"/>
          </p:cNvSpPr>
          <p:nvPr>
            <p:ph type="body" sz="quarter" idx="18"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063746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en-2">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platzhalter 2">
            <a:extLst>
              <a:ext uri="{FF2B5EF4-FFF2-40B4-BE49-F238E27FC236}">
                <a16:creationId xmlns:a16="http://schemas.microsoft.com/office/drawing/2014/main" id="{68B994BE-0C0D-3A3A-E5FB-2D4FAAE11EC2}"/>
              </a:ext>
            </a:extLst>
          </p:cNvPr>
          <p:cNvSpPr>
            <a:spLocks noGrp="1"/>
          </p:cNvSpPr>
          <p:nvPr>
            <p:ph idx="13" hasCustomPrompt="1"/>
          </p:nvPr>
        </p:nvSpPr>
        <p:spPr>
          <a:xfrm>
            <a:off x="600075" y="5017666"/>
            <a:ext cx="10948790" cy="922334"/>
          </a:xfrm>
          <a:prstGeom prst="roundRect">
            <a:avLst>
              <a:gd name="adj" fmla="val 1624"/>
            </a:avLst>
          </a:prstGeom>
          <a:ln w="12700">
            <a:solidFill>
              <a:schemeClr val="accent1"/>
            </a:solidFill>
          </a:ln>
        </p:spPr>
        <p:txBody>
          <a:bodyPr vert="horz" lIns="91440" tIns="45720" rIns="91440" bIns="45720" rtlCol="0">
            <a:no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5" name="Titelplatzhalter 1">
            <a:extLst>
              <a:ext uri="{FF2B5EF4-FFF2-40B4-BE49-F238E27FC236}">
                <a16:creationId xmlns:a16="http://schemas.microsoft.com/office/drawing/2014/main" id="{924F7450-1A2B-EC67-5D19-0715B054C56C}"/>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ED38B081-AD68-8032-C59F-F3B3C96AE0F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5BB64A40-658D-3093-0E32-4E1A8498A69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18AB5581-7214-9A2C-6A60-34D8E71B399D}"/>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B7FBA310-FD56-DCD5-80EB-C15A1FF52E24}"/>
              </a:ext>
            </a:extLst>
          </p:cNvPr>
          <p:cNvSpPr>
            <a:spLocks noGrp="1"/>
          </p:cNvSpPr>
          <p:nvPr>
            <p:ph type="body" sz="quarter" idx="19"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35208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en-3">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0" name="Rechteck: abgerundete Ecken 9">
            <a:extLst>
              <a:ext uri="{FF2B5EF4-FFF2-40B4-BE49-F238E27FC236}">
                <a16:creationId xmlns:a16="http://schemas.microsoft.com/office/drawing/2014/main" id="{6FAD2FFE-B37B-FC34-61DA-72154EF331C1}"/>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platzhalter 10">
            <a:extLst>
              <a:ext uri="{FF2B5EF4-FFF2-40B4-BE49-F238E27FC236}">
                <a16:creationId xmlns:a16="http://schemas.microsoft.com/office/drawing/2014/main" id="{CE0B3DF0-17E2-032D-2A18-BB8971453B47}"/>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a:t>[Fazit]</a:t>
            </a:r>
          </a:p>
        </p:txBody>
      </p:sp>
      <p:sp>
        <p:nvSpPr>
          <p:cNvPr id="12" name="Titelplatzhalter 1">
            <a:extLst>
              <a:ext uri="{FF2B5EF4-FFF2-40B4-BE49-F238E27FC236}">
                <a16:creationId xmlns:a16="http://schemas.microsoft.com/office/drawing/2014/main" id="{A6D70858-BCFA-C75F-26E1-29E2E590E39A}"/>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610BA431-6756-8496-9992-0DAA1491B0C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F16C3F51-9019-E616-A9FB-BCE7FE11BD1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3D3E75E8-1CE2-4868-73A0-F87DFB18117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7" name="Textplatzhalter 16">
            <a:extLst>
              <a:ext uri="{FF2B5EF4-FFF2-40B4-BE49-F238E27FC236}">
                <a16:creationId xmlns:a16="http://schemas.microsoft.com/office/drawing/2014/main" id="{6DB3E076-69A3-F3C9-57BA-44E35E999803}"/>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31712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en-4">
    <p:spTree>
      <p:nvGrpSpPr>
        <p:cNvPr id="1" name=""/>
        <p:cNvGrpSpPr/>
        <p:nvPr/>
      </p:nvGrpSpPr>
      <p:grpSpPr>
        <a:xfrm>
          <a:off x="0" y="0"/>
          <a:ext cx="0" cy="0"/>
          <a:chOff x="0" y="0"/>
          <a:chExt cx="0" cy="0"/>
        </a:xfrm>
      </p:grpSpPr>
      <p:sp>
        <p:nvSpPr>
          <p:cNvPr id="22" name="Textplatzhalter 2">
            <a:extLst>
              <a:ext uri="{FF2B5EF4-FFF2-40B4-BE49-F238E27FC236}">
                <a16:creationId xmlns:a16="http://schemas.microsoft.com/office/drawing/2014/main" id="{1FBA69DC-331E-1C79-5A23-95B757FB94DD}"/>
              </a:ext>
            </a:extLst>
          </p:cNvPr>
          <p:cNvSpPr>
            <a:spLocks noGrp="1"/>
          </p:cNvSpPr>
          <p:nvPr>
            <p:ph idx="12" hasCustomPrompt="1"/>
          </p:nvPr>
        </p:nvSpPr>
        <p:spPr>
          <a:xfrm>
            <a:off x="8020865"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4" name="Textplatzhalter 2">
            <a:extLst>
              <a:ext uri="{FF2B5EF4-FFF2-40B4-BE49-F238E27FC236}">
                <a16:creationId xmlns:a16="http://schemas.microsoft.com/office/drawing/2014/main" id="{16DD97F1-EF2B-CCBB-4927-400C81FDF5EF}"/>
              </a:ext>
            </a:extLst>
          </p:cNvPr>
          <p:cNvSpPr>
            <a:spLocks noGrp="1"/>
          </p:cNvSpPr>
          <p:nvPr>
            <p:ph idx="13" hasCustomPrompt="1"/>
          </p:nvPr>
        </p:nvSpPr>
        <p:spPr>
          <a:xfrm>
            <a:off x="4310468"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6" name="Textplatzhalter 2">
            <a:extLst>
              <a:ext uri="{FF2B5EF4-FFF2-40B4-BE49-F238E27FC236}">
                <a16:creationId xmlns:a16="http://schemas.microsoft.com/office/drawing/2014/main" id="{EA2CC008-3A96-F552-5398-AB924F1F7392}"/>
              </a:ext>
            </a:extLst>
          </p:cNvPr>
          <p:cNvSpPr>
            <a:spLocks noGrp="1"/>
          </p:cNvSpPr>
          <p:nvPr>
            <p:ph idx="14" hasCustomPrompt="1"/>
          </p:nvPr>
        </p:nvSpPr>
        <p:spPr>
          <a:xfrm>
            <a:off x="600072"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5" name="Gleichschenkliges Dreieck 4">
            <a:extLst>
              <a:ext uri="{FF2B5EF4-FFF2-40B4-BE49-F238E27FC236}">
                <a16:creationId xmlns:a16="http://schemas.microsoft.com/office/drawing/2014/main" id="{109E0554-EEE3-8A58-00E5-6B13462DCB6A}"/>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837F20E-21D6-D78F-6978-4BD7ACDCA03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7" name="Grafik 16" descr="Ein Bild, das Grafiken, Schrift, Text, Grafikdesign enthält.&#10;&#10;Automatisch generierte Beschreibung">
            <a:extLst>
              <a:ext uri="{FF2B5EF4-FFF2-40B4-BE49-F238E27FC236}">
                <a16:creationId xmlns:a16="http://schemas.microsoft.com/office/drawing/2014/main" id="{B872EE8E-3002-39E4-E3F6-6422694F10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8" name="Rechteck: abgerundete Ecken 17">
            <a:extLst>
              <a:ext uri="{FF2B5EF4-FFF2-40B4-BE49-F238E27FC236}">
                <a16:creationId xmlns:a16="http://schemas.microsoft.com/office/drawing/2014/main" id="{CC3C72A1-5165-BCD6-CDAF-8DD5C5A98BD3}"/>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D23EBED3-7B76-9763-8B03-D2A7AFD0FAC4}"/>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a:t>[Fazit]</a:t>
            </a:r>
          </a:p>
        </p:txBody>
      </p:sp>
      <p:sp>
        <p:nvSpPr>
          <p:cNvPr id="21" name="Rechteck: abgerundete Ecken 20">
            <a:extLst>
              <a:ext uri="{FF2B5EF4-FFF2-40B4-BE49-F238E27FC236}">
                <a16:creationId xmlns:a16="http://schemas.microsoft.com/office/drawing/2014/main" id="{58C0D098-C30A-B857-BAA5-0854285BE605}"/>
              </a:ext>
            </a:extLst>
          </p:cNvPr>
          <p:cNvSpPr/>
          <p:nvPr userDrawn="1"/>
        </p:nvSpPr>
        <p:spPr>
          <a:xfrm>
            <a:off x="60007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platzhalter 10">
            <a:extLst>
              <a:ext uri="{FF2B5EF4-FFF2-40B4-BE49-F238E27FC236}">
                <a16:creationId xmlns:a16="http://schemas.microsoft.com/office/drawing/2014/main" id="{B2A53315-396B-CBB5-ED13-234A5B017CC8}"/>
              </a:ext>
            </a:extLst>
          </p:cNvPr>
          <p:cNvSpPr>
            <a:spLocks noGrp="1"/>
          </p:cNvSpPr>
          <p:nvPr>
            <p:ph type="body" sz="quarter" idx="17" hasCustomPrompt="1"/>
          </p:nvPr>
        </p:nvSpPr>
        <p:spPr>
          <a:xfrm>
            <a:off x="67992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9" name="Rechteck: abgerundete Ecken 28">
            <a:extLst>
              <a:ext uri="{FF2B5EF4-FFF2-40B4-BE49-F238E27FC236}">
                <a16:creationId xmlns:a16="http://schemas.microsoft.com/office/drawing/2014/main" id="{849AEC99-26BC-AB62-EFED-B46D890121A6}"/>
              </a:ext>
            </a:extLst>
          </p:cNvPr>
          <p:cNvSpPr/>
          <p:nvPr userDrawn="1"/>
        </p:nvSpPr>
        <p:spPr>
          <a:xfrm>
            <a:off x="4310471"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BE4B4410-3AA3-36AE-C2D4-229A7E1B7BCD}"/>
              </a:ext>
            </a:extLst>
          </p:cNvPr>
          <p:cNvSpPr>
            <a:spLocks noGrp="1"/>
          </p:cNvSpPr>
          <p:nvPr>
            <p:ph type="body" sz="quarter" idx="20" hasCustomPrompt="1"/>
          </p:nvPr>
        </p:nvSpPr>
        <p:spPr>
          <a:xfrm>
            <a:off x="4390325"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1" name="Rechteck: abgerundete Ecken 30">
            <a:extLst>
              <a:ext uri="{FF2B5EF4-FFF2-40B4-BE49-F238E27FC236}">
                <a16:creationId xmlns:a16="http://schemas.microsoft.com/office/drawing/2014/main" id="{50F9D7A8-0BF8-0F05-1F52-F666B1D8690F}"/>
              </a:ext>
            </a:extLst>
          </p:cNvPr>
          <p:cNvSpPr/>
          <p:nvPr userDrawn="1"/>
        </p:nvSpPr>
        <p:spPr>
          <a:xfrm>
            <a:off x="802086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64C6E7A4-759D-DD37-6FFE-B98D89FEABC5}"/>
              </a:ext>
            </a:extLst>
          </p:cNvPr>
          <p:cNvSpPr>
            <a:spLocks noGrp="1"/>
          </p:cNvSpPr>
          <p:nvPr>
            <p:ph type="body" sz="quarter" idx="21" hasCustomPrompt="1"/>
          </p:nvPr>
        </p:nvSpPr>
        <p:spPr>
          <a:xfrm>
            <a:off x="810071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Titelplatzhalter 1">
            <a:extLst>
              <a:ext uri="{FF2B5EF4-FFF2-40B4-BE49-F238E27FC236}">
                <a16:creationId xmlns:a16="http://schemas.microsoft.com/office/drawing/2014/main" id="{2FC76090-D612-C5BA-BD98-E80D0449AEC9}"/>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2" name="Rechteck: eine Ecke abgerundet 1">
            <a:extLst>
              <a:ext uri="{FF2B5EF4-FFF2-40B4-BE49-F238E27FC236}">
                <a16:creationId xmlns:a16="http://schemas.microsoft.com/office/drawing/2014/main" id="{01365353-A047-DFE3-6F7B-06448AE9F26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7AA985F8-32D3-43DB-BC35-46077758777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83D5EA46-8D43-3EAB-9825-7CD805C2B96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7" name="Textplatzhalter 16">
            <a:extLst>
              <a:ext uri="{FF2B5EF4-FFF2-40B4-BE49-F238E27FC236}">
                <a16:creationId xmlns:a16="http://schemas.microsoft.com/office/drawing/2014/main" id="{958B381A-B518-D091-9BDF-4EBAE4A2A8D8}"/>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919367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en-5">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5A4F4056-2387-BBD2-1D64-FA6981273F3D}"/>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C0BC1A8B-3867-94DD-B539-178FE18648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2" name="Textplatzhalter 2">
            <a:extLst>
              <a:ext uri="{FF2B5EF4-FFF2-40B4-BE49-F238E27FC236}">
                <a16:creationId xmlns:a16="http://schemas.microsoft.com/office/drawing/2014/main" id="{DA884A11-F2F2-7362-DB12-CB892C7C8416}"/>
              </a:ext>
            </a:extLst>
          </p:cNvPr>
          <p:cNvSpPr>
            <a:spLocks noGrp="1"/>
          </p:cNvSpPr>
          <p:nvPr>
            <p:ph idx="1" hasCustomPrompt="1"/>
          </p:nvPr>
        </p:nvSpPr>
        <p:spPr>
          <a:xfrm>
            <a:off x="60007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3" name="Textplatzhalter 2">
            <a:extLst>
              <a:ext uri="{FF2B5EF4-FFF2-40B4-BE49-F238E27FC236}">
                <a16:creationId xmlns:a16="http://schemas.microsoft.com/office/drawing/2014/main" id="{0672AFA6-74BB-8CF3-CAAD-BF1486F02730}"/>
              </a:ext>
            </a:extLst>
          </p:cNvPr>
          <p:cNvSpPr>
            <a:spLocks noGrp="1"/>
          </p:cNvSpPr>
          <p:nvPr>
            <p:ph idx="12" hasCustomPrompt="1"/>
          </p:nvPr>
        </p:nvSpPr>
        <p:spPr>
          <a:xfrm>
            <a:off x="614886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4" name="Rechteck: abgerundete Ecken 23">
            <a:extLst>
              <a:ext uri="{FF2B5EF4-FFF2-40B4-BE49-F238E27FC236}">
                <a16:creationId xmlns:a16="http://schemas.microsoft.com/office/drawing/2014/main" id="{11B63EA6-AA33-9DB4-C9AE-EF37BA40907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0CE5EBCB-65D6-9E64-BAA4-42575A4DEA23}"/>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6" name="Rechteck: abgerundete Ecken 25">
            <a:extLst>
              <a:ext uri="{FF2B5EF4-FFF2-40B4-BE49-F238E27FC236}">
                <a16:creationId xmlns:a16="http://schemas.microsoft.com/office/drawing/2014/main" id="{3E4196F0-283B-D13B-4AA1-16A68B529B8F}"/>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platzhalter 10">
            <a:extLst>
              <a:ext uri="{FF2B5EF4-FFF2-40B4-BE49-F238E27FC236}">
                <a16:creationId xmlns:a16="http://schemas.microsoft.com/office/drawing/2014/main" id="{189CCF9F-B8E8-AAE1-2F70-ED409CA3262F}"/>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8" name="Textplatzhalter 2">
            <a:extLst>
              <a:ext uri="{FF2B5EF4-FFF2-40B4-BE49-F238E27FC236}">
                <a16:creationId xmlns:a16="http://schemas.microsoft.com/office/drawing/2014/main" id="{6B8703EA-9240-3F08-6423-AC3CEF21E76E}"/>
              </a:ext>
            </a:extLst>
          </p:cNvPr>
          <p:cNvSpPr>
            <a:spLocks noGrp="1"/>
          </p:cNvSpPr>
          <p:nvPr>
            <p:ph idx="19" hasCustomPrompt="1"/>
          </p:nvPr>
        </p:nvSpPr>
        <p:spPr>
          <a:xfrm>
            <a:off x="600075" y="4427234"/>
            <a:ext cx="1094879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9" name="Rechteck: abgerundete Ecken 28">
            <a:extLst>
              <a:ext uri="{FF2B5EF4-FFF2-40B4-BE49-F238E27FC236}">
                <a16:creationId xmlns:a16="http://schemas.microsoft.com/office/drawing/2014/main" id="{0C0AECB8-7EB7-38D7-EDA2-96D6F3DDCA9F}"/>
              </a:ext>
            </a:extLst>
          </p:cNvPr>
          <p:cNvSpPr/>
          <p:nvPr userDrawn="1"/>
        </p:nvSpPr>
        <p:spPr>
          <a:xfrm>
            <a:off x="600075" y="3878890"/>
            <a:ext cx="1094879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F1CAD4A7-66DD-C378-7732-B69D9F0C7A40}"/>
              </a:ext>
            </a:extLst>
          </p:cNvPr>
          <p:cNvSpPr>
            <a:spLocks noGrp="1"/>
          </p:cNvSpPr>
          <p:nvPr>
            <p:ph type="body" sz="quarter" idx="20" hasCustomPrompt="1"/>
          </p:nvPr>
        </p:nvSpPr>
        <p:spPr>
          <a:xfrm>
            <a:off x="654713" y="3905479"/>
            <a:ext cx="10839514"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1" name="Titelplatzhalter 1">
            <a:extLst>
              <a:ext uri="{FF2B5EF4-FFF2-40B4-BE49-F238E27FC236}">
                <a16:creationId xmlns:a16="http://schemas.microsoft.com/office/drawing/2014/main" id="{494AFB1F-DA76-BE0E-0DE6-AACD32A2C297}"/>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D4B1FCC3-EF15-72F1-573D-2A7F2A0D8D4D}"/>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4034CC9B-7A3C-0016-BBD8-54788D91B76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7A2B822F-60B2-0F0A-E60B-FC555AD69745}"/>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7" name="Textplatzhalter 16">
            <a:extLst>
              <a:ext uri="{FF2B5EF4-FFF2-40B4-BE49-F238E27FC236}">
                <a16:creationId xmlns:a16="http://schemas.microsoft.com/office/drawing/2014/main" id="{2CE51B9A-9DA5-14E1-55FC-858C09B59173}"/>
              </a:ext>
            </a:extLst>
          </p:cNvPr>
          <p:cNvSpPr>
            <a:spLocks noGrp="1"/>
          </p:cNvSpPr>
          <p:nvPr>
            <p:ph type="body" sz="quarter" idx="21"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111397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en-6">
    <p:spTree>
      <p:nvGrpSpPr>
        <p:cNvPr id="1" name=""/>
        <p:cNvGrpSpPr/>
        <p:nvPr/>
      </p:nvGrpSpPr>
      <p:grpSpPr>
        <a:xfrm>
          <a:off x="0" y="0"/>
          <a:ext cx="0" cy="0"/>
          <a:chOff x="0" y="0"/>
          <a:chExt cx="0" cy="0"/>
        </a:xfrm>
      </p:grpSpPr>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2982249" y="1664974"/>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5" name="Textplatzhalter 2">
            <a:extLst>
              <a:ext uri="{FF2B5EF4-FFF2-40B4-BE49-F238E27FC236}">
                <a16:creationId xmlns:a16="http://schemas.microsoft.com/office/drawing/2014/main" id="{7F449A20-D13C-BCE0-F35D-42C745153612}"/>
              </a:ext>
            </a:extLst>
          </p:cNvPr>
          <p:cNvSpPr>
            <a:spLocks noGrp="1"/>
          </p:cNvSpPr>
          <p:nvPr>
            <p:ph idx="13" hasCustomPrompt="1"/>
          </p:nvPr>
        </p:nvSpPr>
        <p:spPr>
          <a:xfrm>
            <a:off x="2982249" y="3068717"/>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7" name="Textplatzhalter 2">
            <a:extLst>
              <a:ext uri="{FF2B5EF4-FFF2-40B4-BE49-F238E27FC236}">
                <a16:creationId xmlns:a16="http://schemas.microsoft.com/office/drawing/2014/main" id="{58D5B972-50AC-C644-AE83-22805E0AEE6A}"/>
              </a:ext>
            </a:extLst>
          </p:cNvPr>
          <p:cNvSpPr>
            <a:spLocks noGrp="1"/>
          </p:cNvSpPr>
          <p:nvPr>
            <p:ph idx="14" hasCustomPrompt="1"/>
          </p:nvPr>
        </p:nvSpPr>
        <p:spPr>
          <a:xfrm>
            <a:off x="2982249" y="4472460"/>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6" name="Rechteck: abgerundete Ecken 15">
            <a:extLst>
              <a:ext uri="{FF2B5EF4-FFF2-40B4-BE49-F238E27FC236}">
                <a16:creationId xmlns:a16="http://schemas.microsoft.com/office/drawing/2014/main" id="{C9E6B537-ECB3-6E79-64CD-0413F59403B8}"/>
              </a:ext>
            </a:extLst>
          </p:cNvPr>
          <p:cNvSpPr/>
          <p:nvPr userDrawn="1"/>
        </p:nvSpPr>
        <p:spPr>
          <a:xfrm>
            <a:off x="600075" y="1664974"/>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platzhalter 10">
            <a:extLst>
              <a:ext uri="{FF2B5EF4-FFF2-40B4-BE49-F238E27FC236}">
                <a16:creationId xmlns:a16="http://schemas.microsoft.com/office/drawing/2014/main" id="{F053629B-09A5-0EFE-4D1C-966328C5CDCA}"/>
              </a:ext>
            </a:extLst>
          </p:cNvPr>
          <p:cNvSpPr>
            <a:spLocks noGrp="1"/>
          </p:cNvSpPr>
          <p:nvPr>
            <p:ph type="body" sz="quarter" idx="17" hasCustomPrompt="1"/>
          </p:nvPr>
        </p:nvSpPr>
        <p:spPr>
          <a:xfrm>
            <a:off x="669086" y="1727270"/>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8" name="Rechteck: abgerundete Ecken 17">
            <a:extLst>
              <a:ext uri="{FF2B5EF4-FFF2-40B4-BE49-F238E27FC236}">
                <a16:creationId xmlns:a16="http://schemas.microsoft.com/office/drawing/2014/main" id="{2FDBBEB8-3689-9F49-1DD3-8E200FA47866}"/>
              </a:ext>
            </a:extLst>
          </p:cNvPr>
          <p:cNvSpPr/>
          <p:nvPr userDrawn="1"/>
        </p:nvSpPr>
        <p:spPr>
          <a:xfrm>
            <a:off x="600075" y="3073646"/>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6AB9804B-1C63-87AA-E2F5-014BBFA48B4A}"/>
              </a:ext>
            </a:extLst>
          </p:cNvPr>
          <p:cNvSpPr>
            <a:spLocks noGrp="1"/>
          </p:cNvSpPr>
          <p:nvPr>
            <p:ph type="body" sz="quarter" idx="18" hasCustomPrompt="1"/>
          </p:nvPr>
        </p:nvSpPr>
        <p:spPr>
          <a:xfrm>
            <a:off x="669086" y="3135942"/>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0" name="Rechteck: abgerundete Ecken 19">
            <a:extLst>
              <a:ext uri="{FF2B5EF4-FFF2-40B4-BE49-F238E27FC236}">
                <a16:creationId xmlns:a16="http://schemas.microsoft.com/office/drawing/2014/main" id="{74A36AA7-8E81-BAF5-2A4A-04B2BF111380}"/>
              </a:ext>
            </a:extLst>
          </p:cNvPr>
          <p:cNvSpPr/>
          <p:nvPr userDrawn="1"/>
        </p:nvSpPr>
        <p:spPr>
          <a:xfrm>
            <a:off x="600075" y="4472460"/>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platzhalter 10">
            <a:extLst>
              <a:ext uri="{FF2B5EF4-FFF2-40B4-BE49-F238E27FC236}">
                <a16:creationId xmlns:a16="http://schemas.microsoft.com/office/drawing/2014/main" id="{8CD471F3-87B1-F32D-06C4-CEAD0CF5BE6A}"/>
              </a:ext>
            </a:extLst>
          </p:cNvPr>
          <p:cNvSpPr>
            <a:spLocks noGrp="1"/>
          </p:cNvSpPr>
          <p:nvPr>
            <p:ph type="body" sz="quarter" idx="19" hasCustomPrompt="1"/>
          </p:nvPr>
        </p:nvSpPr>
        <p:spPr>
          <a:xfrm>
            <a:off x="669086" y="4534756"/>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4" name="Titelplatzhalter 1">
            <a:extLst>
              <a:ext uri="{FF2B5EF4-FFF2-40B4-BE49-F238E27FC236}">
                <a16:creationId xmlns:a16="http://schemas.microsoft.com/office/drawing/2014/main" id="{9D7774AF-420C-9164-0C6E-4A1A0E9AFD88}"/>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8BA8C272-6F89-8972-2F52-A4112E77C9E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5D5C884-DA70-7C21-3831-BA8A1E525B7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7000386F-A59E-5E73-E9AC-E007B85D335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4DC4D9AF-2D1E-36DC-8444-3FB61B851DF7}"/>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1387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en-8">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itelplatzhalter 1">
            <a:extLst>
              <a:ext uri="{FF2B5EF4-FFF2-40B4-BE49-F238E27FC236}">
                <a16:creationId xmlns:a16="http://schemas.microsoft.com/office/drawing/2014/main" id="{566BC798-3064-0635-DB3B-982F7CEF61C3}"/>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3" name="Rechteck: eine Ecke abgerundet 2">
            <a:extLst>
              <a:ext uri="{FF2B5EF4-FFF2-40B4-BE49-F238E27FC236}">
                <a16:creationId xmlns:a16="http://schemas.microsoft.com/office/drawing/2014/main" id="{1CF86E75-6AFC-948E-CE74-3BAB8CF2563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A1AE38D-6E6B-A641-D36F-98997AD39FE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B05CF041-0B24-1450-0EA2-AB81192962A0}"/>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229C9E67-FCBD-EDEE-D786-9A5A1A10982B}"/>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50662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en-9">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9B61D6EB-B334-122B-5499-262A36E14665}"/>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D8315774-87C9-267F-56AD-DD6F90EAFA4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0BFECE77-67D7-6336-7C7B-4F8D956FECF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28A9D409-A5C4-21AB-ABE2-C08471DB244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0" name="Textplatzhalter 16">
            <a:extLst>
              <a:ext uri="{FF2B5EF4-FFF2-40B4-BE49-F238E27FC236}">
                <a16:creationId xmlns:a16="http://schemas.microsoft.com/office/drawing/2014/main" id="{94D504AC-A752-A4A2-42EF-2DC48DB99E0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188157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en-10">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1FDA9160-104E-0392-3F93-9A0B2366CA4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8CAB2AEB-6012-8C19-C065-B526EB2F512F}"/>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C466F77F-6265-DAEC-3D4F-B23A4125A5D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275A6C31-48A7-4D49-7C9E-CFE79C4FD00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0" name="Textplatzhalter 16">
            <a:extLst>
              <a:ext uri="{FF2B5EF4-FFF2-40B4-BE49-F238E27FC236}">
                <a16:creationId xmlns:a16="http://schemas.microsoft.com/office/drawing/2014/main" id="{7F4B9580-191C-0B4B-E35A-D6C2401695A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27860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en-11">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C938E71F-EFAA-E7B6-EE67-D39204C0CDD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FA709AD6-5414-7648-EF27-1E3936B2957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DB3CB7CB-3C12-50E2-AC70-A2E316783577}"/>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19F93351-F20B-E80C-BC0B-8B5761B0A8C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0" name="Textplatzhalter 16">
            <a:extLst>
              <a:ext uri="{FF2B5EF4-FFF2-40B4-BE49-F238E27FC236}">
                <a16:creationId xmlns:a16="http://schemas.microsoft.com/office/drawing/2014/main" id="{3F01A6E8-4A87-4F53-2FF0-934FB201764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3822387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en-12">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420F84C5-7A91-575E-79BF-CCC2B7CD15AE}"/>
              </a:ext>
            </a:extLst>
          </p:cNvPr>
          <p:cNvSpPr>
            <a:spLocks noGrp="1"/>
          </p:cNvSpPr>
          <p:nvPr>
            <p:ph type="body" sz="quarter" idx="31"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6" name="Textplatzhalter 10">
            <a:extLst>
              <a:ext uri="{FF2B5EF4-FFF2-40B4-BE49-F238E27FC236}">
                <a16:creationId xmlns:a16="http://schemas.microsoft.com/office/drawing/2014/main" id="{7E9CC1D5-9478-6D0F-2076-0C12DB26CF12}"/>
              </a:ext>
            </a:extLst>
          </p:cNvPr>
          <p:cNvSpPr>
            <a:spLocks noGrp="1"/>
          </p:cNvSpPr>
          <p:nvPr>
            <p:ph type="body" sz="quarter" idx="32" hasCustomPrompt="1"/>
          </p:nvPr>
        </p:nvSpPr>
        <p:spPr>
          <a:xfrm>
            <a:off x="2982249" y="3827649"/>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7" name="Titelplatzhalter 1">
            <a:extLst>
              <a:ext uri="{FF2B5EF4-FFF2-40B4-BE49-F238E27FC236}">
                <a16:creationId xmlns:a16="http://schemas.microsoft.com/office/drawing/2014/main" id="{6EE38BEA-2F6D-4B76-E47D-650B7B53416A}"/>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8" name="Rechteck: eine Ecke abgerundet 7">
            <a:extLst>
              <a:ext uri="{FF2B5EF4-FFF2-40B4-BE49-F238E27FC236}">
                <a16:creationId xmlns:a16="http://schemas.microsoft.com/office/drawing/2014/main" id="{7E170B0D-5D3D-E473-AA26-6BABA8DCA68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522777F1-33E3-FE82-0581-B14A23EF68C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11" name="Foliennummernplatzhalter 15">
            <a:extLst>
              <a:ext uri="{FF2B5EF4-FFF2-40B4-BE49-F238E27FC236}">
                <a16:creationId xmlns:a16="http://schemas.microsoft.com/office/drawing/2014/main" id="{A6EAA4C1-D2A7-F288-2CB1-B88FD93979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14" name="Textplatzhalter 16">
            <a:extLst>
              <a:ext uri="{FF2B5EF4-FFF2-40B4-BE49-F238E27FC236}">
                <a16:creationId xmlns:a16="http://schemas.microsoft.com/office/drawing/2014/main" id="{69559DE1-AF3F-22FA-B2DF-846BD81C37D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50232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cxnSp>
        <p:nvCxnSpPr>
          <p:cNvPr id="14" name="Gerader Verbinder 13">
            <a:extLst>
              <a:ext uri="{FF2B5EF4-FFF2-40B4-BE49-F238E27FC236}">
                <a16:creationId xmlns:a16="http://schemas.microsoft.com/office/drawing/2014/main" id="{F2E607F4-631E-C454-DFA5-1F0180C70F0A}"/>
              </a:ext>
            </a:extLst>
          </p:cNvPr>
          <p:cNvCxnSpPr>
            <a:cxnSpLocks/>
          </p:cNvCxnSpPr>
          <p:nvPr userDrawn="1"/>
        </p:nvCxnSpPr>
        <p:spPr>
          <a:xfrm>
            <a:off x="711200" y="3154025"/>
            <a:ext cx="10736729"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0" name="Diagramm 29">
            <a:extLst>
              <a:ext uri="{FF2B5EF4-FFF2-40B4-BE49-F238E27FC236}">
                <a16:creationId xmlns:a16="http://schemas.microsoft.com/office/drawing/2014/main" id="{65C090AA-C862-D8C5-1B37-C8BEED2B5A3C}"/>
              </a:ext>
            </a:extLst>
          </p:cNvPr>
          <p:cNvGraphicFramePr/>
          <p:nvPr userDrawn="1">
            <p:extLst>
              <p:ext uri="{D42A27DB-BD31-4B8C-83A1-F6EECF244321}">
                <p14:modId xmlns:p14="http://schemas.microsoft.com/office/powerpoint/2010/main" val="375980931"/>
              </p:ext>
            </p:extLst>
          </p:nvPr>
        </p:nvGraphicFramePr>
        <p:xfrm>
          <a:off x="2796252" y="1618596"/>
          <a:ext cx="8752611" cy="65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platzhalter 43">
            <a:extLst>
              <a:ext uri="{FF2B5EF4-FFF2-40B4-BE49-F238E27FC236}">
                <a16:creationId xmlns:a16="http://schemas.microsoft.com/office/drawing/2014/main" id="{1B576BE0-36F8-694D-29B0-6FC3091558BD}"/>
              </a:ext>
            </a:extLst>
          </p:cNvPr>
          <p:cNvSpPr>
            <a:spLocks noGrp="1"/>
          </p:cNvSpPr>
          <p:nvPr>
            <p:ph type="body" sz="quarter" idx="33" hasCustomPrompt="1"/>
          </p:nvPr>
        </p:nvSpPr>
        <p:spPr>
          <a:xfrm>
            <a:off x="2852738" y="1653838"/>
            <a:ext cx="1557337" cy="580656"/>
          </a:xfrm>
          <a:noFill/>
        </p:spPr>
        <p:txBody>
          <a:bodyPr anchor="ctr">
            <a:normAutofit/>
          </a:bodyPr>
          <a:lstStyle>
            <a:lvl1pPr marL="0" indent="0" algn="ctr">
              <a:buNone/>
              <a:defRPr sz="1400" b="1">
                <a:solidFill>
                  <a:schemeClr val="bg1"/>
                </a:solidFill>
              </a:defRPr>
            </a:lvl1pPr>
          </a:lstStyle>
          <a:p>
            <a:pPr lvl="0"/>
            <a:r>
              <a:rPr lang="de-DE"/>
              <a:t>[Phase 1]</a:t>
            </a:r>
          </a:p>
        </p:txBody>
      </p:sp>
      <p:sp>
        <p:nvSpPr>
          <p:cNvPr id="46" name="Textplatzhalter 43">
            <a:extLst>
              <a:ext uri="{FF2B5EF4-FFF2-40B4-BE49-F238E27FC236}">
                <a16:creationId xmlns:a16="http://schemas.microsoft.com/office/drawing/2014/main" id="{3A7489D2-97A9-5930-93BF-135B2F34BE72}"/>
              </a:ext>
            </a:extLst>
          </p:cNvPr>
          <p:cNvSpPr>
            <a:spLocks noGrp="1"/>
          </p:cNvSpPr>
          <p:nvPr>
            <p:ph type="body" sz="quarter" idx="34" hasCustomPrompt="1"/>
          </p:nvPr>
        </p:nvSpPr>
        <p:spPr>
          <a:xfrm>
            <a:off x="9991526" y="1653838"/>
            <a:ext cx="1557337" cy="580656"/>
          </a:xfrm>
          <a:noFill/>
        </p:spPr>
        <p:txBody>
          <a:bodyPr anchor="ctr">
            <a:normAutofit/>
          </a:bodyPr>
          <a:lstStyle>
            <a:lvl1pPr marL="0" indent="0" algn="ctr">
              <a:buNone/>
              <a:defRPr sz="1400" b="1">
                <a:solidFill>
                  <a:schemeClr val="bg1"/>
                </a:solidFill>
              </a:defRPr>
            </a:lvl1pPr>
          </a:lstStyle>
          <a:p>
            <a:pPr lvl="0"/>
            <a:r>
              <a:rPr lang="de-DE"/>
              <a:t>[Phase 5]</a:t>
            </a:r>
          </a:p>
        </p:txBody>
      </p:sp>
      <p:sp>
        <p:nvSpPr>
          <p:cNvPr id="47" name="Textplatzhalter 43">
            <a:extLst>
              <a:ext uri="{FF2B5EF4-FFF2-40B4-BE49-F238E27FC236}">
                <a16:creationId xmlns:a16="http://schemas.microsoft.com/office/drawing/2014/main" id="{770E7C48-0F73-54A3-DD1E-EB9A45E30BC5}"/>
              </a:ext>
            </a:extLst>
          </p:cNvPr>
          <p:cNvSpPr>
            <a:spLocks noGrp="1"/>
          </p:cNvSpPr>
          <p:nvPr>
            <p:ph type="body" sz="quarter" idx="35" hasCustomPrompt="1"/>
          </p:nvPr>
        </p:nvSpPr>
        <p:spPr>
          <a:xfrm>
            <a:off x="8220887" y="1653838"/>
            <a:ext cx="1557337" cy="580656"/>
          </a:xfrm>
          <a:noFill/>
        </p:spPr>
        <p:txBody>
          <a:bodyPr anchor="ctr">
            <a:normAutofit/>
          </a:bodyPr>
          <a:lstStyle>
            <a:lvl1pPr marL="0" indent="0" algn="ctr">
              <a:buNone/>
              <a:defRPr sz="1400" b="1">
                <a:solidFill>
                  <a:schemeClr val="bg1"/>
                </a:solidFill>
              </a:defRPr>
            </a:lvl1pPr>
          </a:lstStyle>
          <a:p>
            <a:pPr lvl="0"/>
            <a:r>
              <a:rPr lang="de-DE"/>
              <a:t>[Phase 4]</a:t>
            </a:r>
          </a:p>
        </p:txBody>
      </p:sp>
      <p:sp>
        <p:nvSpPr>
          <p:cNvPr id="48" name="Textplatzhalter 43">
            <a:extLst>
              <a:ext uri="{FF2B5EF4-FFF2-40B4-BE49-F238E27FC236}">
                <a16:creationId xmlns:a16="http://schemas.microsoft.com/office/drawing/2014/main" id="{D94E906D-7CBB-400E-5072-CC74F16B1CE2}"/>
              </a:ext>
            </a:extLst>
          </p:cNvPr>
          <p:cNvSpPr>
            <a:spLocks noGrp="1"/>
          </p:cNvSpPr>
          <p:nvPr>
            <p:ph type="body" sz="quarter" idx="36" hasCustomPrompt="1"/>
          </p:nvPr>
        </p:nvSpPr>
        <p:spPr>
          <a:xfrm>
            <a:off x="6450246" y="1653838"/>
            <a:ext cx="1557337" cy="580656"/>
          </a:xfrm>
          <a:noFill/>
        </p:spPr>
        <p:txBody>
          <a:bodyPr anchor="ctr">
            <a:normAutofit/>
          </a:bodyPr>
          <a:lstStyle>
            <a:lvl1pPr marL="0" indent="0" algn="ctr">
              <a:buNone/>
              <a:defRPr sz="1400" b="1">
                <a:solidFill>
                  <a:schemeClr val="bg1"/>
                </a:solidFill>
              </a:defRPr>
            </a:lvl1pPr>
          </a:lstStyle>
          <a:p>
            <a:pPr lvl="0"/>
            <a:r>
              <a:rPr lang="de-DE"/>
              <a:t>[Phase 3]</a:t>
            </a:r>
          </a:p>
        </p:txBody>
      </p:sp>
      <p:sp>
        <p:nvSpPr>
          <p:cNvPr id="49" name="Textplatzhalter 43">
            <a:extLst>
              <a:ext uri="{FF2B5EF4-FFF2-40B4-BE49-F238E27FC236}">
                <a16:creationId xmlns:a16="http://schemas.microsoft.com/office/drawing/2014/main" id="{B89FB2F2-C12F-F6B2-0828-1D75F7462E52}"/>
              </a:ext>
            </a:extLst>
          </p:cNvPr>
          <p:cNvSpPr>
            <a:spLocks noGrp="1"/>
          </p:cNvSpPr>
          <p:nvPr>
            <p:ph type="body" sz="quarter" idx="37" hasCustomPrompt="1"/>
          </p:nvPr>
        </p:nvSpPr>
        <p:spPr>
          <a:xfrm>
            <a:off x="4679605" y="1653838"/>
            <a:ext cx="1557337" cy="580656"/>
          </a:xfrm>
          <a:noFill/>
        </p:spPr>
        <p:txBody>
          <a:bodyPr anchor="ctr">
            <a:normAutofit/>
          </a:bodyPr>
          <a:lstStyle>
            <a:lvl1pPr marL="0" indent="0" algn="ctr">
              <a:buNone/>
              <a:defRPr sz="1400" b="1">
                <a:solidFill>
                  <a:schemeClr val="bg1"/>
                </a:solidFill>
              </a:defRPr>
            </a:lvl1pPr>
          </a:lstStyle>
          <a:p>
            <a:pPr lvl="0"/>
            <a:r>
              <a:rPr lang="de-DE"/>
              <a:t>[Phase 2]</a:t>
            </a:r>
          </a:p>
        </p:txBody>
      </p:sp>
      <p:sp>
        <p:nvSpPr>
          <p:cNvPr id="50" name="Textplatzhalter 43">
            <a:extLst>
              <a:ext uri="{FF2B5EF4-FFF2-40B4-BE49-F238E27FC236}">
                <a16:creationId xmlns:a16="http://schemas.microsoft.com/office/drawing/2014/main" id="{5E0CD138-B8A5-DD6E-E445-88626CA2CB2D}"/>
              </a:ext>
            </a:extLst>
          </p:cNvPr>
          <p:cNvSpPr>
            <a:spLocks noGrp="1"/>
          </p:cNvSpPr>
          <p:nvPr>
            <p:ph type="body" sz="quarter" idx="38" hasCustomPrompt="1"/>
          </p:nvPr>
        </p:nvSpPr>
        <p:spPr>
          <a:xfrm>
            <a:off x="600075" y="1653837"/>
            <a:ext cx="2095585" cy="1427977"/>
          </a:xfrm>
          <a:noFill/>
        </p:spPr>
        <p:txBody>
          <a:bodyPr anchor="t">
            <a:normAutofit/>
          </a:bodyPr>
          <a:lstStyle>
            <a:lvl1pPr marL="0" indent="0" algn="l">
              <a:buNone/>
              <a:defRPr sz="1400" b="1">
                <a:solidFill>
                  <a:schemeClr val="tx1"/>
                </a:solidFill>
                <a:latin typeface="+mn-lt"/>
              </a:defRPr>
            </a:lvl1pPr>
          </a:lstStyle>
          <a:p>
            <a:pPr lvl="0"/>
            <a:r>
              <a:rPr lang="de-DE"/>
              <a:t>[Phasen]</a:t>
            </a:r>
          </a:p>
          <a:p>
            <a:pPr lvl="0"/>
            <a:endParaRPr lang="de-DE"/>
          </a:p>
          <a:p>
            <a:pPr lvl="0"/>
            <a:r>
              <a:rPr lang="de-DE"/>
              <a:t>[Zielsetzung]</a:t>
            </a:r>
          </a:p>
        </p:txBody>
      </p:sp>
      <p:sp>
        <p:nvSpPr>
          <p:cNvPr id="53" name="Textplatzhalter 43">
            <a:extLst>
              <a:ext uri="{FF2B5EF4-FFF2-40B4-BE49-F238E27FC236}">
                <a16:creationId xmlns:a16="http://schemas.microsoft.com/office/drawing/2014/main" id="{18C6942D-FD3F-3AAC-5109-896951A943A7}"/>
              </a:ext>
            </a:extLst>
          </p:cNvPr>
          <p:cNvSpPr>
            <a:spLocks noGrp="1"/>
          </p:cNvSpPr>
          <p:nvPr>
            <p:ph type="body" sz="quarter" idx="39" hasCustomPrompt="1"/>
          </p:nvPr>
        </p:nvSpPr>
        <p:spPr>
          <a:xfrm>
            <a:off x="600075" y="3220811"/>
            <a:ext cx="2095585" cy="300765"/>
          </a:xfrm>
          <a:noFill/>
        </p:spPr>
        <p:txBody>
          <a:bodyPr anchor="t">
            <a:normAutofit/>
          </a:bodyPr>
          <a:lstStyle>
            <a:lvl1pPr marL="0" indent="0" algn="l">
              <a:buNone/>
              <a:defRPr sz="1400" b="1">
                <a:solidFill>
                  <a:schemeClr val="tx1"/>
                </a:solidFill>
                <a:latin typeface="+mn-lt"/>
              </a:defRPr>
            </a:lvl1pPr>
          </a:lstStyle>
          <a:p>
            <a:pPr lvl="0"/>
            <a:r>
              <a:rPr lang="de-DE"/>
              <a:t>[Schritte]</a:t>
            </a:r>
          </a:p>
        </p:txBody>
      </p:sp>
      <p:sp>
        <p:nvSpPr>
          <p:cNvPr id="54" name="Textplatzhalter 43">
            <a:extLst>
              <a:ext uri="{FF2B5EF4-FFF2-40B4-BE49-F238E27FC236}">
                <a16:creationId xmlns:a16="http://schemas.microsoft.com/office/drawing/2014/main" id="{6DA7885A-34AD-9B8C-6E96-9F3D50553D68}"/>
              </a:ext>
            </a:extLst>
          </p:cNvPr>
          <p:cNvSpPr>
            <a:spLocks noGrp="1"/>
          </p:cNvSpPr>
          <p:nvPr>
            <p:ph type="body" sz="quarter" idx="40" hasCustomPrompt="1"/>
          </p:nvPr>
        </p:nvSpPr>
        <p:spPr>
          <a:xfrm>
            <a:off x="600075" y="3588361"/>
            <a:ext cx="2095585" cy="2538391"/>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5" name="Textplatzhalter 43">
            <a:extLst>
              <a:ext uri="{FF2B5EF4-FFF2-40B4-BE49-F238E27FC236}">
                <a16:creationId xmlns:a16="http://schemas.microsoft.com/office/drawing/2014/main" id="{4EC82578-D20C-CF5C-736E-2CBB6ABA4555}"/>
              </a:ext>
            </a:extLst>
          </p:cNvPr>
          <p:cNvSpPr>
            <a:spLocks noGrp="1"/>
          </p:cNvSpPr>
          <p:nvPr>
            <p:ph type="body" sz="quarter" idx="41" hasCustomPrompt="1"/>
          </p:nvPr>
        </p:nvSpPr>
        <p:spPr>
          <a:xfrm>
            <a:off x="2737572"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6" name="Textplatzhalter 43">
            <a:extLst>
              <a:ext uri="{FF2B5EF4-FFF2-40B4-BE49-F238E27FC236}">
                <a16:creationId xmlns:a16="http://schemas.microsoft.com/office/drawing/2014/main" id="{266E673D-407C-6063-6FB1-D4BA48FC5088}"/>
              </a:ext>
            </a:extLst>
          </p:cNvPr>
          <p:cNvSpPr>
            <a:spLocks noGrp="1"/>
          </p:cNvSpPr>
          <p:nvPr>
            <p:ph type="body" sz="quarter" idx="42" hasCustomPrompt="1"/>
          </p:nvPr>
        </p:nvSpPr>
        <p:spPr>
          <a:xfrm>
            <a:off x="2737572"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7" name="Textplatzhalter 43">
            <a:extLst>
              <a:ext uri="{FF2B5EF4-FFF2-40B4-BE49-F238E27FC236}">
                <a16:creationId xmlns:a16="http://schemas.microsoft.com/office/drawing/2014/main" id="{43CF1066-D4C4-20F5-AC67-680EF9F010F2}"/>
              </a:ext>
            </a:extLst>
          </p:cNvPr>
          <p:cNvSpPr>
            <a:spLocks noGrp="1"/>
          </p:cNvSpPr>
          <p:nvPr>
            <p:ph type="body" sz="quarter" idx="43" hasCustomPrompt="1"/>
          </p:nvPr>
        </p:nvSpPr>
        <p:spPr>
          <a:xfrm>
            <a:off x="4508213"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8" name="Textplatzhalter 43">
            <a:extLst>
              <a:ext uri="{FF2B5EF4-FFF2-40B4-BE49-F238E27FC236}">
                <a16:creationId xmlns:a16="http://schemas.microsoft.com/office/drawing/2014/main" id="{FC448FBD-3FE9-5D3B-806A-86F805DD9DC7}"/>
              </a:ext>
            </a:extLst>
          </p:cNvPr>
          <p:cNvSpPr>
            <a:spLocks noGrp="1"/>
          </p:cNvSpPr>
          <p:nvPr>
            <p:ph type="body" sz="quarter" idx="44" hasCustomPrompt="1"/>
          </p:nvPr>
        </p:nvSpPr>
        <p:spPr>
          <a:xfrm>
            <a:off x="4508213"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9" name="Textplatzhalter 43">
            <a:extLst>
              <a:ext uri="{FF2B5EF4-FFF2-40B4-BE49-F238E27FC236}">
                <a16:creationId xmlns:a16="http://schemas.microsoft.com/office/drawing/2014/main" id="{FD05AB5E-5F0D-4DAC-E78E-CC8D6BC529CB}"/>
              </a:ext>
            </a:extLst>
          </p:cNvPr>
          <p:cNvSpPr>
            <a:spLocks noGrp="1"/>
          </p:cNvSpPr>
          <p:nvPr>
            <p:ph type="body" sz="quarter" idx="45" hasCustomPrompt="1"/>
          </p:nvPr>
        </p:nvSpPr>
        <p:spPr>
          <a:xfrm>
            <a:off x="6278854"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0" name="Textplatzhalter 43">
            <a:extLst>
              <a:ext uri="{FF2B5EF4-FFF2-40B4-BE49-F238E27FC236}">
                <a16:creationId xmlns:a16="http://schemas.microsoft.com/office/drawing/2014/main" id="{DF3302BE-AD29-C072-74AA-B74289845987}"/>
              </a:ext>
            </a:extLst>
          </p:cNvPr>
          <p:cNvSpPr>
            <a:spLocks noGrp="1"/>
          </p:cNvSpPr>
          <p:nvPr>
            <p:ph type="body" sz="quarter" idx="46" hasCustomPrompt="1"/>
          </p:nvPr>
        </p:nvSpPr>
        <p:spPr>
          <a:xfrm>
            <a:off x="6278854"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1" name="Textplatzhalter 43">
            <a:extLst>
              <a:ext uri="{FF2B5EF4-FFF2-40B4-BE49-F238E27FC236}">
                <a16:creationId xmlns:a16="http://schemas.microsoft.com/office/drawing/2014/main" id="{A12DB289-E3A3-689C-0930-B000F47E21FA}"/>
              </a:ext>
            </a:extLst>
          </p:cNvPr>
          <p:cNvSpPr>
            <a:spLocks noGrp="1"/>
          </p:cNvSpPr>
          <p:nvPr>
            <p:ph type="body" sz="quarter" idx="47" hasCustomPrompt="1"/>
          </p:nvPr>
        </p:nvSpPr>
        <p:spPr>
          <a:xfrm>
            <a:off x="8049495"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2" name="Textplatzhalter 43">
            <a:extLst>
              <a:ext uri="{FF2B5EF4-FFF2-40B4-BE49-F238E27FC236}">
                <a16:creationId xmlns:a16="http://schemas.microsoft.com/office/drawing/2014/main" id="{3233710A-5225-A842-B4D9-710BD4E5589A}"/>
              </a:ext>
            </a:extLst>
          </p:cNvPr>
          <p:cNvSpPr>
            <a:spLocks noGrp="1"/>
          </p:cNvSpPr>
          <p:nvPr>
            <p:ph type="body" sz="quarter" idx="48" hasCustomPrompt="1"/>
          </p:nvPr>
        </p:nvSpPr>
        <p:spPr>
          <a:xfrm>
            <a:off x="8049495"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3" name="Textplatzhalter 43">
            <a:extLst>
              <a:ext uri="{FF2B5EF4-FFF2-40B4-BE49-F238E27FC236}">
                <a16:creationId xmlns:a16="http://schemas.microsoft.com/office/drawing/2014/main" id="{324C071F-BB93-1C35-F0F9-CAC517EAFB87}"/>
              </a:ext>
            </a:extLst>
          </p:cNvPr>
          <p:cNvSpPr>
            <a:spLocks noGrp="1"/>
          </p:cNvSpPr>
          <p:nvPr>
            <p:ph type="body" sz="quarter" idx="49" hasCustomPrompt="1"/>
          </p:nvPr>
        </p:nvSpPr>
        <p:spPr>
          <a:xfrm>
            <a:off x="9820136"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4" name="Textplatzhalter 43">
            <a:extLst>
              <a:ext uri="{FF2B5EF4-FFF2-40B4-BE49-F238E27FC236}">
                <a16:creationId xmlns:a16="http://schemas.microsoft.com/office/drawing/2014/main" id="{99F5D337-B91E-597F-865C-B60FE020B952}"/>
              </a:ext>
            </a:extLst>
          </p:cNvPr>
          <p:cNvSpPr>
            <a:spLocks noGrp="1"/>
          </p:cNvSpPr>
          <p:nvPr>
            <p:ph type="body" sz="quarter" idx="50" hasCustomPrompt="1"/>
          </p:nvPr>
        </p:nvSpPr>
        <p:spPr>
          <a:xfrm>
            <a:off x="9820136"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5" name="Titelplatzhalter 1">
            <a:extLst>
              <a:ext uri="{FF2B5EF4-FFF2-40B4-BE49-F238E27FC236}">
                <a16:creationId xmlns:a16="http://schemas.microsoft.com/office/drawing/2014/main" id="{77F92C48-29E8-2F4C-8A33-C0FBB12A01B2}"/>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16EB8F24-31C3-2CC5-F45D-182A3844BF9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99529CB-EE89-1F5C-7BDC-1AEA893EE8E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526B0A5A-F64C-83F9-85E4-06397704DE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38B55593-FC7B-9B9E-9145-DA2E25D2E1F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601765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ck-Up">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2975189"/>
            <a:ext cx="10948790" cy="907622"/>
          </a:xfrm>
          <a:prstGeom prst="rect">
            <a:avLst/>
          </a:prstGeom>
        </p:spPr>
        <p:txBody>
          <a:bodyPr vert="horz" lIns="91440" tIns="45720" rIns="91440" bIns="45720" rtlCol="0" anchor="ctr">
            <a:noAutofit/>
          </a:bodyPr>
          <a:lstStyle>
            <a:lvl1pPr algn="ctr">
              <a:defRPr sz="3200"/>
            </a:lvl1pPr>
          </a:lstStyle>
          <a:p>
            <a:r>
              <a:rPr lang="de-DE"/>
              <a:t>[Back-Up]</a:t>
            </a:r>
          </a:p>
        </p:txBody>
      </p:sp>
      <p:sp>
        <p:nvSpPr>
          <p:cNvPr id="2" name="Fußzeilenplatzhalter 4">
            <a:extLst>
              <a:ext uri="{FF2B5EF4-FFF2-40B4-BE49-F238E27FC236}">
                <a16:creationId xmlns:a16="http://schemas.microsoft.com/office/drawing/2014/main" id="{EBA8BEEA-A8A5-9351-04F1-3997D355DBDA}"/>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B9B46FDB-2031-F9A2-80ED-2EA7F5D55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 name="Rechteck: eine Ecke abgerundet 2">
            <a:extLst>
              <a:ext uri="{FF2B5EF4-FFF2-40B4-BE49-F238E27FC236}">
                <a16:creationId xmlns:a16="http://schemas.microsoft.com/office/drawing/2014/main" id="{D5464AD2-E4A8-0CED-F57D-89A3C24F6966}"/>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D937E185-112E-2F52-D676-8034F6B33EC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7B25E95D-1355-FB4E-1468-1F64EC76993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a:solidFill>
                <a:schemeClr val="bg1"/>
              </a:solidFill>
            </a:endParaRPr>
          </a:p>
        </p:txBody>
      </p:sp>
      <p:sp>
        <p:nvSpPr>
          <p:cNvPr id="8" name="Textplatzhalter 16">
            <a:extLst>
              <a:ext uri="{FF2B5EF4-FFF2-40B4-BE49-F238E27FC236}">
                <a16:creationId xmlns:a16="http://schemas.microsoft.com/office/drawing/2014/main" id="{C89B1B4B-2FEE-F328-971B-C3014F5BD5A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53869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spTree>
    <p:extLst>
      <p:ext uri="{BB962C8B-B14F-4D97-AF65-F5344CB8AC3E}">
        <p14:creationId xmlns:p14="http://schemas.microsoft.com/office/powerpoint/2010/main" val="590330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3475855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45307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72EBA43-3A24-9757-5715-DF02524D8697}"/>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422400" y="6356350"/>
            <a:ext cx="2159000" cy="365125"/>
          </a:xfrm>
        </p:spPr>
        <p:txBody>
          <a:bodyPr/>
          <a:lstStyle/>
          <a:p>
            <a:fld id="{DA785675-98A3-49C6-BA91-C79EADFDA74D}" type="datetime1">
              <a:rPr lang="de-DE" smtClean="0"/>
              <a:t>13.08.2026</a:t>
            </a:fld>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35313" cy="365125"/>
          </a:xfrm>
        </p:spPr>
        <p:txBody>
          <a:bodyPr/>
          <a:lstStyle>
            <a:lvl1pPr algn="r">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400" y="918307"/>
            <a:ext cx="9194800" cy="644880"/>
          </a:xfrm>
          <a:prstGeom prst="rect">
            <a:avLst/>
          </a:prstGeom>
        </p:spPr>
        <p:txBody>
          <a:bodyPr vert="horz" lIns="91440" tIns="45720" rIns="91440" bIns="45720" rtlCol="0" anchor="ctr">
            <a:normAutofit/>
          </a:bodyPr>
          <a:lstStyle>
            <a:lvl1pPr>
              <a:defRPr/>
            </a:lvl1pPr>
          </a:lstStyle>
          <a:p>
            <a:r>
              <a:rPr lang="de-DE"/>
              <a:t>[Titel]</a:t>
            </a:r>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p:nvPr>
        </p:nvSpPr>
        <p:spPr>
          <a:xfrm>
            <a:off x="1422399" y="1825625"/>
            <a:ext cx="9194801"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Tree>
    <p:extLst>
      <p:ext uri="{BB962C8B-B14F-4D97-AF65-F5344CB8AC3E}">
        <p14:creationId xmlns:p14="http://schemas.microsoft.com/office/powerpoint/2010/main" val="19444357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1-mit-Logo">
    <p:spTree>
      <p:nvGrpSpPr>
        <p:cNvPr id="1" name=""/>
        <p:cNvGrpSpPr/>
        <p:nvPr/>
      </p:nvGrpSpPr>
      <p:grpSpPr>
        <a:xfrm>
          <a:off x="0" y="0"/>
          <a:ext cx="0" cy="0"/>
          <a:chOff x="0" y="0"/>
          <a:chExt cx="0" cy="0"/>
        </a:xfrm>
      </p:grpSpPr>
      <p:pic>
        <p:nvPicPr>
          <p:cNvPr id="10" name="Grafik 9" descr="Ein Bild, das Grafiken, Schrift, Text, Grafikdesign enthält.&#10;&#10;Automatisch generierte Beschreibung">
            <a:extLst>
              <a:ext uri="{FF2B5EF4-FFF2-40B4-BE49-F238E27FC236}">
                <a16:creationId xmlns:a16="http://schemas.microsoft.com/office/drawing/2014/main" id="{08BC684E-6BDB-EDF2-F072-D5B8A1AE6C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10575" y="698906"/>
            <a:ext cx="2476146" cy="1083682"/>
          </a:xfrm>
          <a:prstGeom prst="rect">
            <a:avLst/>
          </a:prstGeom>
        </p:spPr>
      </p:pic>
      <p:sp>
        <p:nvSpPr>
          <p:cNvPr id="2" name="Foliennummernplatzhalter 15">
            <a:extLst>
              <a:ext uri="{FF2B5EF4-FFF2-40B4-BE49-F238E27FC236}">
                <a16:creationId xmlns:a16="http://schemas.microsoft.com/office/drawing/2014/main" id="{B14982A9-9209-517E-9508-EB4771784B5E}"/>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3" name="Rechteck 2">
            <a:extLst>
              <a:ext uri="{FF2B5EF4-FFF2-40B4-BE49-F238E27FC236}">
                <a16:creationId xmlns:a16="http://schemas.microsoft.com/office/drawing/2014/main" id="{D2C06E50-940B-0383-5C04-20E93F26494D}"/>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Datumsplatzhalter 3">
            <a:extLst>
              <a:ext uri="{FF2B5EF4-FFF2-40B4-BE49-F238E27FC236}">
                <a16:creationId xmlns:a16="http://schemas.microsoft.com/office/drawing/2014/main" id="{6E78DCA9-5CCC-06F6-9D7F-944DB9FA0068}"/>
              </a:ext>
            </a:extLst>
          </p:cNvPr>
          <p:cNvSpPr>
            <a:spLocks noGrp="1"/>
          </p:cNvSpPr>
          <p:nvPr>
            <p:ph type="dt" sz="half" idx="10"/>
          </p:nvPr>
        </p:nvSpPr>
        <p:spPr>
          <a:xfrm>
            <a:off x="1422400" y="6356350"/>
            <a:ext cx="2159000" cy="365125"/>
          </a:xfrm>
        </p:spPr>
        <p:txBody>
          <a:bodyPr/>
          <a:lstStyle/>
          <a:p>
            <a:fld id="{DA785675-98A3-49C6-BA91-C79EADFDA74D}" type="datetime1">
              <a:rPr lang="de-DE" smtClean="0"/>
              <a:t>13.08.2026</a:t>
            </a:fld>
            <a:endParaRPr lang="de-DE"/>
          </a:p>
        </p:txBody>
      </p:sp>
      <p:sp>
        <p:nvSpPr>
          <p:cNvPr id="7" name="Fußzeilenplatzhalter 4">
            <a:extLst>
              <a:ext uri="{FF2B5EF4-FFF2-40B4-BE49-F238E27FC236}">
                <a16:creationId xmlns:a16="http://schemas.microsoft.com/office/drawing/2014/main" id="{8B56C45A-9A76-1A8D-5F3A-2293BEB4797D}"/>
              </a:ext>
            </a:extLst>
          </p:cNvPr>
          <p:cNvSpPr>
            <a:spLocks noGrp="1"/>
          </p:cNvSpPr>
          <p:nvPr>
            <p:ph type="ftr" sz="quarter" idx="11"/>
          </p:nvPr>
        </p:nvSpPr>
        <p:spPr>
          <a:xfrm>
            <a:off x="3881887" y="6356350"/>
            <a:ext cx="6735313" cy="365125"/>
          </a:xfrm>
        </p:spPr>
        <p:txBody>
          <a:bodyPr/>
          <a:lstStyle>
            <a:lvl1pPr algn="r">
              <a:defRPr/>
            </a:lvl1pPr>
          </a:lstStyle>
          <a:p>
            <a:endParaRPr lang="de-DE"/>
          </a:p>
        </p:txBody>
      </p:sp>
      <p:sp>
        <p:nvSpPr>
          <p:cNvPr id="11" name="Textplatzhalter 2">
            <a:extLst>
              <a:ext uri="{FF2B5EF4-FFF2-40B4-BE49-F238E27FC236}">
                <a16:creationId xmlns:a16="http://schemas.microsoft.com/office/drawing/2014/main" id="{BD7159DC-4703-871C-2893-2C4D4841714D}"/>
              </a:ext>
            </a:extLst>
          </p:cNvPr>
          <p:cNvSpPr>
            <a:spLocks noGrp="1"/>
          </p:cNvSpPr>
          <p:nvPr>
            <p:ph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itelplatzhalter 1">
            <a:extLst>
              <a:ext uri="{FF2B5EF4-FFF2-40B4-BE49-F238E27FC236}">
                <a16:creationId xmlns:a16="http://schemas.microsoft.com/office/drawing/2014/main" id="{FA456F69-E90D-EB8B-447A-BAC422B0BD2E}"/>
              </a:ext>
            </a:extLst>
          </p:cNvPr>
          <p:cNvSpPr>
            <a:spLocks noGrp="1"/>
          </p:cNvSpPr>
          <p:nvPr>
            <p:ph type="title" hasCustomPrompt="1"/>
          </p:nvPr>
        </p:nvSpPr>
        <p:spPr>
          <a:xfrm>
            <a:off x="1422400" y="918307"/>
            <a:ext cx="6988175" cy="644880"/>
          </a:xfrm>
          <a:prstGeom prst="rect">
            <a:avLst/>
          </a:prstGeom>
        </p:spPr>
        <p:txBody>
          <a:bodyPr vert="horz" lIns="91440" tIns="45720" rIns="91440" bIns="45720" rtlCol="0" anchor="ctr">
            <a:normAutofit/>
          </a:bodyPr>
          <a:lstStyle>
            <a:lvl1pPr>
              <a:defRPr/>
            </a:lvl1pPr>
          </a:lstStyle>
          <a:p>
            <a:r>
              <a:rPr lang="de-DE"/>
              <a:t>[Titel]</a:t>
            </a:r>
          </a:p>
        </p:txBody>
      </p:sp>
    </p:spTree>
    <p:extLst>
      <p:ext uri="{BB962C8B-B14F-4D97-AF65-F5344CB8AC3E}">
        <p14:creationId xmlns:p14="http://schemas.microsoft.com/office/powerpoint/2010/main" val="22223474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2">
    <p:spTree>
      <p:nvGrpSpPr>
        <p:cNvPr id="1" name=""/>
        <p:cNvGrpSpPr/>
        <p:nvPr/>
      </p:nvGrpSpPr>
      <p:grpSpPr>
        <a:xfrm>
          <a:off x="0" y="0"/>
          <a:ext cx="0" cy="0"/>
          <a:chOff x="0" y="0"/>
          <a:chExt cx="0" cy="0"/>
        </a:xfrm>
      </p:grpSpPr>
      <p:pic>
        <p:nvPicPr>
          <p:cNvPr id="13" name="Grafik 12" descr="Ein Bild, das Grün, Farbigkeit, Verschwommen enthält.&#10;&#10;KI-generierte Inhalte können fehlerhaft sein.">
            <a:extLst>
              <a:ext uri="{FF2B5EF4-FFF2-40B4-BE49-F238E27FC236}">
                <a16:creationId xmlns:a16="http://schemas.microsoft.com/office/drawing/2014/main" id="{FD63543E-4B32-FF9B-FD7E-BFEDD2605A6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2" name="Titel 1">
            <a:extLst>
              <a:ext uri="{FF2B5EF4-FFF2-40B4-BE49-F238E27FC236}">
                <a16:creationId xmlns:a16="http://schemas.microsoft.com/office/drawing/2014/main" id="{4B7B9A02-A4F1-E62A-A7C2-1B2F73D04823}"/>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a:t>[Titel]</a:t>
            </a:r>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13.08.2026</a:t>
            </a:fld>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a:p>
        </p:txBody>
      </p:sp>
      <p:sp>
        <p:nvSpPr>
          <p:cNvPr id="11" name="Textplatzhalter 2">
            <a:extLst>
              <a:ext uri="{FF2B5EF4-FFF2-40B4-BE49-F238E27FC236}">
                <a16:creationId xmlns:a16="http://schemas.microsoft.com/office/drawing/2014/main" id="{21F5EE23-848F-B96E-3B25-1885686C6201}"/>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6" name="Foliennummernplatzhalter 15">
            <a:extLst>
              <a:ext uri="{FF2B5EF4-FFF2-40B4-BE49-F238E27FC236}">
                <a16:creationId xmlns:a16="http://schemas.microsoft.com/office/drawing/2014/main" id="{C1218B6B-AEA1-728A-B293-0AAF7F56205C}"/>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a:solidFill>
                <a:schemeClr val="bg2"/>
              </a:solidFill>
            </a:endParaRPr>
          </a:p>
        </p:txBody>
      </p:sp>
      <p:sp>
        <p:nvSpPr>
          <p:cNvPr id="7" name="Rechteck 6">
            <a:extLst>
              <a:ext uri="{FF2B5EF4-FFF2-40B4-BE49-F238E27FC236}">
                <a16:creationId xmlns:a16="http://schemas.microsoft.com/office/drawing/2014/main" id="{30F6109E-2530-DA94-838C-D80BB7511B9A}"/>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125169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2-mit-Logo">
    <p:spTree>
      <p:nvGrpSpPr>
        <p:cNvPr id="1" name=""/>
        <p:cNvGrpSpPr/>
        <p:nvPr/>
      </p:nvGrpSpPr>
      <p:grpSpPr>
        <a:xfrm>
          <a:off x="0" y="0"/>
          <a:ext cx="0" cy="0"/>
          <a:chOff x="0" y="0"/>
          <a:chExt cx="0" cy="0"/>
        </a:xfrm>
      </p:grpSpPr>
      <p:pic>
        <p:nvPicPr>
          <p:cNvPr id="3" name="Grafik 2" descr="Ein Bild, das Grün, Farbigkeit, Verschwommen enthält.&#10;&#10;KI-generierte Inhalte können fehlerhaft sein.">
            <a:extLst>
              <a:ext uri="{FF2B5EF4-FFF2-40B4-BE49-F238E27FC236}">
                <a16:creationId xmlns:a16="http://schemas.microsoft.com/office/drawing/2014/main" id="{10B10353-1ED3-10A1-BA8A-3BACE4A04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pic>
        <p:nvPicPr>
          <p:cNvPr id="18" name="Grafik 17">
            <a:extLst>
              <a:ext uri="{FF2B5EF4-FFF2-40B4-BE49-F238E27FC236}">
                <a16:creationId xmlns:a16="http://schemas.microsoft.com/office/drawing/2014/main" id="{F74DCB7D-6B5C-D338-0176-FC94C5F11FE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272232" y="630862"/>
            <a:ext cx="5839536" cy="1068292"/>
          </a:xfrm>
          <a:prstGeom prst="rect">
            <a:avLst/>
          </a:prstGeom>
        </p:spPr>
      </p:pic>
      <p:sp>
        <p:nvSpPr>
          <p:cNvPr id="6" name="Rechteck 5">
            <a:extLst>
              <a:ext uri="{FF2B5EF4-FFF2-40B4-BE49-F238E27FC236}">
                <a16:creationId xmlns:a16="http://schemas.microsoft.com/office/drawing/2014/main" id="{CBE4E60C-195F-C901-FBBC-4927D4DE84A8}"/>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D521087D-3F69-035F-F8E2-F39994E065A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a:solidFill>
                <a:schemeClr val="bg2"/>
              </a:solidFill>
            </a:endParaRPr>
          </a:p>
        </p:txBody>
      </p:sp>
      <p:sp>
        <p:nvSpPr>
          <p:cNvPr id="9" name="Titel 1">
            <a:extLst>
              <a:ext uri="{FF2B5EF4-FFF2-40B4-BE49-F238E27FC236}">
                <a16:creationId xmlns:a16="http://schemas.microsoft.com/office/drawing/2014/main" id="{BD030D54-26CD-DA59-6DBE-02C936E745CD}"/>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a:t>[Titel]</a:t>
            </a:r>
          </a:p>
        </p:txBody>
      </p:sp>
      <p:sp>
        <p:nvSpPr>
          <p:cNvPr id="13" name="Datumsplatzhalter 3">
            <a:extLst>
              <a:ext uri="{FF2B5EF4-FFF2-40B4-BE49-F238E27FC236}">
                <a16:creationId xmlns:a16="http://schemas.microsoft.com/office/drawing/2014/main" id="{0ADBCECE-FC5E-5A5A-D481-67A741559962}"/>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13.08.2026</a:t>
            </a:fld>
            <a:endParaRPr lang="de-DE"/>
          </a:p>
        </p:txBody>
      </p:sp>
      <p:sp>
        <p:nvSpPr>
          <p:cNvPr id="14" name="Fußzeilenplatzhalter 4">
            <a:extLst>
              <a:ext uri="{FF2B5EF4-FFF2-40B4-BE49-F238E27FC236}">
                <a16:creationId xmlns:a16="http://schemas.microsoft.com/office/drawing/2014/main" id="{32BD4A16-F98A-0F58-F282-98CBC4AAB545}"/>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a:p>
        </p:txBody>
      </p:sp>
      <p:sp>
        <p:nvSpPr>
          <p:cNvPr id="15" name="Textplatzhalter 2">
            <a:extLst>
              <a:ext uri="{FF2B5EF4-FFF2-40B4-BE49-F238E27FC236}">
                <a16:creationId xmlns:a16="http://schemas.microsoft.com/office/drawing/2014/main" id="{B4EBD0CD-658E-1129-39B3-98D846F680AE}"/>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Tree>
    <p:extLst>
      <p:ext uri="{BB962C8B-B14F-4D97-AF65-F5344CB8AC3E}">
        <p14:creationId xmlns:p14="http://schemas.microsoft.com/office/powerpoint/2010/main" val="42396117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522513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ennfolie1-mit-Logo">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3" name="Rechteck 2">
            <a:extLst>
              <a:ext uri="{FF2B5EF4-FFF2-40B4-BE49-F238E27FC236}">
                <a16:creationId xmlns:a16="http://schemas.microsoft.com/office/drawing/2014/main" id="{BF45D9E3-741C-316B-BB54-385D41EB3B0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EA03ED9-2264-BC08-A029-130F0AC62B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3134" y="4782781"/>
            <a:ext cx="2476146" cy="1083682"/>
          </a:xfrm>
          <a:prstGeom prst="rect">
            <a:avLst/>
          </a:prstGeom>
        </p:spPr>
      </p:pic>
    </p:spTree>
    <p:extLst>
      <p:ext uri="{BB962C8B-B14F-4D97-AF65-F5344CB8AC3E}">
        <p14:creationId xmlns:p14="http://schemas.microsoft.com/office/powerpoint/2010/main" val="526519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ennfolie2">
    <p:spTree>
      <p:nvGrpSpPr>
        <p:cNvPr id="1" name=""/>
        <p:cNvGrpSpPr/>
        <p:nvPr/>
      </p:nvGrpSpPr>
      <p:grpSpPr>
        <a:xfrm>
          <a:off x="0" y="0"/>
          <a:ext cx="0" cy="0"/>
          <a:chOff x="0" y="0"/>
          <a:chExt cx="0" cy="0"/>
        </a:xfrm>
      </p:grpSpPr>
      <p:pic>
        <p:nvPicPr>
          <p:cNvPr id="5" name="Grafik 4" descr="Ein Bild, das Grün, Farbigkeit, Verschwommen enthält.&#10;&#10;KI-generierte Inhalte können fehlerhaft sein.">
            <a:extLst>
              <a:ext uri="{FF2B5EF4-FFF2-40B4-BE49-F238E27FC236}">
                <a16:creationId xmlns:a16="http://schemas.microsoft.com/office/drawing/2014/main" id="{AB7C6A11-DD6F-CBC0-5910-73A51E128DC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a:t>[Titel]</a:t>
            </a:r>
          </a:p>
        </p:txBody>
      </p:sp>
      <p:sp>
        <p:nvSpPr>
          <p:cNvPr id="4" name="Rechteck 3">
            <a:extLst>
              <a:ext uri="{FF2B5EF4-FFF2-40B4-BE49-F238E27FC236}">
                <a16:creationId xmlns:a16="http://schemas.microsoft.com/office/drawing/2014/main" id="{2F02734D-B936-5F60-FF80-E0D159D41776}"/>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45143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rennfolie2-mit-Logo">
    <p:spTree>
      <p:nvGrpSpPr>
        <p:cNvPr id="1" name=""/>
        <p:cNvGrpSpPr/>
        <p:nvPr/>
      </p:nvGrpSpPr>
      <p:grpSpPr>
        <a:xfrm>
          <a:off x="0" y="0"/>
          <a:ext cx="0" cy="0"/>
          <a:chOff x="0" y="0"/>
          <a:chExt cx="0" cy="0"/>
        </a:xfrm>
      </p:grpSpPr>
      <p:pic>
        <p:nvPicPr>
          <p:cNvPr id="2" name="Grafik 1" descr="Ein Bild, das Grün, Farbigkeit, Verschwommen enthält.&#10;&#10;KI-generierte Inhalte können fehlerhaft sein.">
            <a:extLst>
              <a:ext uri="{FF2B5EF4-FFF2-40B4-BE49-F238E27FC236}">
                <a16:creationId xmlns:a16="http://schemas.microsoft.com/office/drawing/2014/main" id="{15B8AE05-735A-1618-DD64-3B6EB6BD9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a:t>[Titel]</a:t>
            </a:r>
          </a:p>
        </p:txBody>
      </p:sp>
      <p:pic>
        <p:nvPicPr>
          <p:cNvPr id="4" name="Grafik 3">
            <a:extLst>
              <a:ext uri="{FF2B5EF4-FFF2-40B4-BE49-F238E27FC236}">
                <a16:creationId xmlns:a16="http://schemas.microsoft.com/office/drawing/2014/main" id="{6E298FF7-6C6E-5420-ABF5-94207204A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72232" y="4790476"/>
            <a:ext cx="5839536" cy="1068292"/>
          </a:xfrm>
          <a:prstGeom prst="rect">
            <a:avLst/>
          </a:prstGeom>
        </p:spPr>
      </p:pic>
      <p:sp>
        <p:nvSpPr>
          <p:cNvPr id="5" name="Rechteck 4">
            <a:extLst>
              <a:ext uri="{FF2B5EF4-FFF2-40B4-BE49-F238E27FC236}">
                <a16:creationId xmlns:a16="http://schemas.microsoft.com/office/drawing/2014/main" id="{0526933D-4A16-EB8C-4649-BFBA205A6320}"/>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812306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Inhalt2">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4181476" y="5994400"/>
            <a:ext cx="7172324" cy="365125"/>
          </a:xfrm>
        </p:spPr>
        <p:txBody>
          <a:bodyPr/>
          <a:lstStyle/>
          <a:p>
            <a:endParaRPr lang="de-DE"/>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a:p>
        </p:txBody>
      </p:sp>
      <p:sp>
        <p:nvSpPr>
          <p:cNvPr id="8" name="Datumsplatzhalter 4">
            <a:extLst>
              <a:ext uri="{FF2B5EF4-FFF2-40B4-BE49-F238E27FC236}">
                <a16:creationId xmlns:a16="http://schemas.microsoft.com/office/drawing/2014/main" id="{5D46C37F-68D2-FEB3-54E4-13B0324F86E0}"/>
              </a:ext>
            </a:extLst>
          </p:cNvPr>
          <p:cNvSpPr>
            <a:spLocks noGrp="1"/>
          </p:cNvSpPr>
          <p:nvPr>
            <p:ph type="dt" sz="half" idx="10"/>
          </p:nvPr>
        </p:nvSpPr>
        <p:spPr>
          <a:xfrm>
            <a:off x="1410054" y="5994400"/>
            <a:ext cx="2476146" cy="365125"/>
          </a:xfrm>
        </p:spPr>
        <p:txBody>
          <a:bodyPr/>
          <a:lstStyle/>
          <a:p>
            <a:fld id="{B2C747A5-DC01-480C-9416-6CA3F513B90E}" type="datetime1">
              <a:rPr lang="de-DE" smtClean="0"/>
              <a:t>13.08.2026</a:t>
            </a:fld>
            <a:endParaRPr lang="de-DE"/>
          </a:p>
        </p:txBody>
      </p:sp>
    </p:spTree>
    <p:extLst>
      <p:ext uri="{BB962C8B-B14F-4D97-AF65-F5344CB8AC3E}">
        <p14:creationId xmlns:p14="http://schemas.microsoft.com/office/powerpoint/2010/main" val="30860692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Inhalt2-mit-Logo">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7C37AB7-6393-8C0A-7D7F-7F64F99CACC4}"/>
              </a:ext>
            </a:extLst>
          </p:cNvPr>
          <p:cNvSpPr>
            <a:spLocks noGrp="1"/>
          </p:cNvSpPr>
          <p:nvPr>
            <p:ph type="dt" sz="half" idx="10"/>
          </p:nvPr>
        </p:nvSpPr>
        <p:spPr>
          <a:xfrm>
            <a:off x="1410054" y="5994400"/>
            <a:ext cx="2476146" cy="365125"/>
          </a:xfrm>
        </p:spPr>
        <p:txBody>
          <a:bodyPr/>
          <a:lstStyle/>
          <a:p>
            <a:fld id="{BE3939CF-54F3-4D28-91FE-ABDCE19D2930}" type="datetime1">
              <a:rPr lang="de-DE" smtClean="0"/>
              <a:t>13.08.2026</a:t>
            </a:fld>
            <a:endParaRPr lang="de-DE"/>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7496174" y="5994400"/>
            <a:ext cx="3857625" cy="365125"/>
          </a:xfrm>
        </p:spPr>
        <p:txBody>
          <a:bodyPr/>
          <a:lstStyle/>
          <a:p>
            <a:endParaRPr lang="de-DE"/>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a:p>
        </p:txBody>
      </p:sp>
      <p:pic>
        <p:nvPicPr>
          <p:cNvPr id="7" name="Grafik 6" descr="Ein Bild, das Grafiken, Schrift, Text, Grafikdesign enthält.&#10;&#10;Automatisch generierte Beschreibung">
            <a:extLst>
              <a:ext uri="{FF2B5EF4-FFF2-40B4-BE49-F238E27FC236}">
                <a16:creationId xmlns:a16="http://schemas.microsoft.com/office/drawing/2014/main" id="{2B664954-8B39-C5FC-895A-5C31CED3D2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78681" y="5635122"/>
            <a:ext cx="2476146" cy="1083682"/>
          </a:xfrm>
          <a:prstGeom prst="rect">
            <a:avLst/>
          </a:prstGeom>
        </p:spPr>
      </p:pic>
    </p:spTree>
    <p:extLst>
      <p:ext uri="{BB962C8B-B14F-4D97-AF65-F5344CB8AC3E}">
        <p14:creationId xmlns:p14="http://schemas.microsoft.com/office/powerpoint/2010/main" val="1987144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ennfolie3">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11" name="Textplatzhalter 2">
            <a:extLst>
              <a:ext uri="{FF2B5EF4-FFF2-40B4-BE49-F238E27FC236}">
                <a16:creationId xmlns:a16="http://schemas.microsoft.com/office/drawing/2014/main" id="{D62EA315-6ECA-1B58-2C82-BBE8659029DE}"/>
              </a:ext>
            </a:extLst>
          </p:cNvPr>
          <p:cNvSpPr>
            <a:spLocks noGrp="1"/>
          </p:cNvSpPr>
          <p:nvPr>
            <p:ph idx="12" hasCustomPrompt="1"/>
          </p:nvPr>
        </p:nvSpPr>
        <p:spPr>
          <a:xfrm>
            <a:off x="1523998" y="2976880"/>
            <a:ext cx="9144000" cy="293624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 name="Titel 1">
            <a:extLst>
              <a:ext uri="{FF2B5EF4-FFF2-40B4-BE49-F238E27FC236}">
                <a16:creationId xmlns:a16="http://schemas.microsoft.com/office/drawing/2014/main" id="{447AA0A6-E771-6C0A-4919-0AA6FAAB3AEE}"/>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a:t>Mastertitelformat bearbeiten</a:t>
            </a:r>
          </a:p>
        </p:txBody>
      </p:sp>
    </p:spTree>
    <p:extLst>
      <p:ext uri="{BB962C8B-B14F-4D97-AF65-F5344CB8AC3E}">
        <p14:creationId xmlns:p14="http://schemas.microsoft.com/office/powerpoint/2010/main" val="8891501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3-mit-Logo">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2" name="Textplatzhalter 2">
            <a:extLst>
              <a:ext uri="{FF2B5EF4-FFF2-40B4-BE49-F238E27FC236}">
                <a16:creationId xmlns:a16="http://schemas.microsoft.com/office/drawing/2014/main" id="{2DA35A7E-2DED-3FAA-9EAA-23B4022639F6}"/>
              </a:ext>
            </a:extLst>
          </p:cNvPr>
          <p:cNvSpPr>
            <a:spLocks noGrp="1"/>
          </p:cNvSpPr>
          <p:nvPr>
            <p:ph idx="12" hasCustomPrompt="1"/>
          </p:nvPr>
        </p:nvSpPr>
        <p:spPr>
          <a:xfrm>
            <a:off x="1523998" y="2235200"/>
            <a:ext cx="9144000" cy="302260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pic>
        <p:nvPicPr>
          <p:cNvPr id="4" name="Grafik 3">
            <a:extLst>
              <a:ext uri="{FF2B5EF4-FFF2-40B4-BE49-F238E27FC236}">
                <a16:creationId xmlns:a16="http://schemas.microsoft.com/office/drawing/2014/main" id="{288398F5-9971-3D33-704E-6A02045609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
        <p:nvSpPr>
          <p:cNvPr id="7" name="Titel 1">
            <a:extLst>
              <a:ext uri="{FF2B5EF4-FFF2-40B4-BE49-F238E27FC236}">
                <a16:creationId xmlns:a16="http://schemas.microsoft.com/office/drawing/2014/main" id="{9288656D-280A-3BB7-9F9B-A96E08BAFE31}"/>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a:t>Mastertitelformat bearbeiten</a:t>
            </a:r>
          </a:p>
        </p:txBody>
      </p:sp>
    </p:spTree>
    <p:extLst>
      <p:ext uri="{BB962C8B-B14F-4D97-AF65-F5344CB8AC3E}">
        <p14:creationId xmlns:p14="http://schemas.microsoft.com/office/powerpoint/2010/main" val="40333797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ennfolie4">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4049075"/>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p:txBody>
      </p:sp>
      <p:sp>
        <p:nvSpPr>
          <p:cNvPr id="7" name="Titel 1">
            <a:extLst>
              <a:ext uri="{FF2B5EF4-FFF2-40B4-BE49-F238E27FC236}">
                <a16:creationId xmlns:a16="http://schemas.microsoft.com/office/drawing/2014/main" id="{8B67B015-C764-7133-C35D-E8B6290BA892}"/>
              </a:ext>
            </a:extLst>
          </p:cNvPr>
          <p:cNvSpPr txBox="1">
            <a:spLocks/>
          </p:cNvSpPr>
          <p:nvPr userDrawn="1"/>
        </p:nvSpPr>
        <p:spPr>
          <a:xfrm>
            <a:off x="929638" y="568963"/>
            <a:ext cx="10332720" cy="13255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tx1"/>
                </a:solidFill>
                <a:latin typeface="+mj-lt"/>
                <a:ea typeface="+mj-ea"/>
                <a:cs typeface="+mj-cs"/>
              </a:defRPr>
            </a:lvl1pPr>
          </a:lstStyle>
          <a:p>
            <a:r>
              <a:rPr lang="de-DE"/>
              <a:t>Mastertitelformat bearbeiten</a:t>
            </a:r>
          </a:p>
        </p:txBody>
      </p:sp>
    </p:spTree>
    <p:extLst>
      <p:ext uri="{BB962C8B-B14F-4D97-AF65-F5344CB8AC3E}">
        <p14:creationId xmlns:p14="http://schemas.microsoft.com/office/powerpoint/2010/main" val="20819840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ennfolie4-mit-Logo">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3144200"/>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p:txBody>
      </p:sp>
      <p:pic>
        <p:nvPicPr>
          <p:cNvPr id="7" name="Grafik 6" descr="Ein Bild, das Grafiken, Schrift, Text, Grafikdesign enthält.&#10;&#10;Automatisch generierte Beschreibung">
            <a:extLst>
              <a:ext uri="{FF2B5EF4-FFF2-40B4-BE49-F238E27FC236}">
                <a16:creationId xmlns:a16="http://schemas.microsoft.com/office/drawing/2014/main" id="{67EE2E78-33FA-061D-58B7-4DD8E6C671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
        <p:nvSpPr>
          <p:cNvPr id="2" name="Titel 1">
            <a:extLst>
              <a:ext uri="{FF2B5EF4-FFF2-40B4-BE49-F238E27FC236}">
                <a16:creationId xmlns:a16="http://schemas.microsoft.com/office/drawing/2014/main" id="{ACB87A02-4997-DAF6-B211-4E76C8A1928C}"/>
              </a:ext>
            </a:extLst>
          </p:cNvPr>
          <p:cNvSpPr>
            <a:spLocks noGrp="1"/>
          </p:cNvSpPr>
          <p:nvPr>
            <p:ph type="title"/>
          </p:nvPr>
        </p:nvSpPr>
        <p:spPr>
          <a:xfrm>
            <a:off x="929638" y="568963"/>
            <a:ext cx="10332720" cy="1325562"/>
          </a:xfrm>
        </p:spPr>
        <p:txBody>
          <a:bodyPr/>
          <a:lstStyle>
            <a:lvl1pPr algn="ctr">
              <a:defRPr b="0">
                <a:solidFill>
                  <a:schemeClr val="tx1"/>
                </a:solidFill>
              </a:defRPr>
            </a:lvl1pPr>
          </a:lstStyle>
          <a:p>
            <a:r>
              <a:rPr lang="de-DE"/>
              <a:t>Mastertitelformat bearbeiten</a:t>
            </a:r>
          </a:p>
        </p:txBody>
      </p:sp>
    </p:spTree>
    <p:extLst>
      <p:ext uri="{BB962C8B-B14F-4D97-AF65-F5344CB8AC3E}">
        <p14:creationId xmlns:p14="http://schemas.microsoft.com/office/powerpoint/2010/main" val="6375198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3">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38FDFE06-BCCB-6DF8-2B91-4A443E36D4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A16BC54A-4D4E-3CA4-99BC-A8EF9E493555}"/>
              </a:ext>
            </a:extLst>
          </p:cNvPr>
          <p:cNvSpPr>
            <a:spLocks noGrp="1"/>
          </p:cNvSpPr>
          <p:nvPr>
            <p:ph idx="1"/>
          </p:nvPr>
        </p:nvSpPr>
        <p:spPr>
          <a:xfrm>
            <a:off x="640080" y="640080"/>
            <a:ext cx="5252720" cy="5577840"/>
          </a:xfrm>
        </p:spPr>
        <p:txBody>
          <a:bodyPr/>
          <a:lstStyle>
            <a:lvl1pPr marL="0" indent="0">
              <a:buNone/>
              <a:defRPr>
                <a:solidFill>
                  <a:schemeClr val="bg1"/>
                </a:solidFill>
              </a:defRPr>
            </a:lvl1pPr>
          </a:lstStyle>
          <a:p>
            <a:pPr lvl="0"/>
            <a:r>
              <a:rPr lang="de-DE"/>
              <a:t>Mastertextformat bearbeiten</a:t>
            </a:r>
          </a:p>
        </p:txBody>
      </p:sp>
      <p:sp>
        <p:nvSpPr>
          <p:cNvPr id="7" name="Titel 1">
            <a:extLst>
              <a:ext uri="{FF2B5EF4-FFF2-40B4-BE49-F238E27FC236}">
                <a16:creationId xmlns:a16="http://schemas.microsoft.com/office/drawing/2014/main" id="{4FA16299-CA41-4896-BC16-6E7FBB8BBCEA}"/>
              </a:ext>
            </a:extLst>
          </p:cNvPr>
          <p:cNvSpPr>
            <a:spLocks noGrp="1"/>
          </p:cNvSpPr>
          <p:nvPr>
            <p:ph type="title"/>
          </p:nvPr>
        </p:nvSpPr>
        <p:spPr>
          <a:xfrm>
            <a:off x="6532880" y="640080"/>
            <a:ext cx="5090160" cy="1417320"/>
          </a:xfrm>
        </p:spPr>
        <p:txBody>
          <a:bodyPr anchor="t"/>
          <a:lstStyle>
            <a:lvl1pPr>
              <a:defRPr sz="3200"/>
            </a:lvl1pPr>
          </a:lstStyle>
          <a:p>
            <a:r>
              <a:rPr lang="de-DE"/>
              <a:t>Mastertitelformat bearbeiten</a:t>
            </a:r>
          </a:p>
        </p:txBody>
      </p:sp>
      <p:sp>
        <p:nvSpPr>
          <p:cNvPr id="8" name="Textplatzhalter 3">
            <a:extLst>
              <a:ext uri="{FF2B5EF4-FFF2-40B4-BE49-F238E27FC236}">
                <a16:creationId xmlns:a16="http://schemas.microsoft.com/office/drawing/2014/main" id="{ECB3F8B0-CDF0-293A-6998-3BF5F797A842}"/>
              </a:ext>
            </a:extLst>
          </p:cNvPr>
          <p:cNvSpPr>
            <a:spLocks noGrp="1"/>
          </p:cNvSpPr>
          <p:nvPr>
            <p:ph type="body" sz="half" idx="2"/>
          </p:nvPr>
        </p:nvSpPr>
        <p:spPr>
          <a:xfrm>
            <a:off x="6532880" y="2057400"/>
            <a:ext cx="509016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4735741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4">
    <p:spTree>
      <p:nvGrpSpPr>
        <p:cNvPr id="1" name=""/>
        <p:cNvGrpSpPr/>
        <p:nvPr/>
      </p:nvGrpSpPr>
      <p:grpSpPr>
        <a:xfrm>
          <a:off x="0" y="0"/>
          <a:ext cx="0" cy="0"/>
          <a:chOff x="0" y="0"/>
          <a:chExt cx="0" cy="0"/>
        </a:xfrm>
      </p:grpSpPr>
      <p:pic>
        <p:nvPicPr>
          <p:cNvPr id="3" name="Grafik 2" descr="Ein Bild, das Rechteck, Farbigkeit, Screenshot, Grün enthält.&#10;&#10;Automatisch generierte Beschreibung">
            <a:extLst>
              <a:ext uri="{FF2B5EF4-FFF2-40B4-BE49-F238E27FC236}">
                <a16:creationId xmlns:a16="http://schemas.microsoft.com/office/drawing/2014/main" id="{CEEE3F66-D788-9C08-CEEA-EB7270F3C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7" name="Inhaltsplatzhalter 2">
            <a:extLst>
              <a:ext uri="{FF2B5EF4-FFF2-40B4-BE49-F238E27FC236}">
                <a16:creationId xmlns:a16="http://schemas.microsoft.com/office/drawing/2014/main" id="{CBA65198-70EF-D98E-FCE3-3EB7F3115731}"/>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8" name="Titel 1">
            <a:extLst>
              <a:ext uri="{FF2B5EF4-FFF2-40B4-BE49-F238E27FC236}">
                <a16:creationId xmlns:a16="http://schemas.microsoft.com/office/drawing/2014/main" id="{AA509297-2D1E-7606-EBE8-14BFE68331E2}"/>
              </a:ext>
            </a:extLst>
          </p:cNvPr>
          <p:cNvSpPr>
            <a:spLocks noGrp="1"/>
          </p:cNvSpPr>
          <p:nvPr>
            <p:ph type="title"/>
          </p:nvPr>
        </p:nvSpPr>
        <p:spPr>
          <a:xfrm>
            <a:off x="497840" y="1490726"/>
            <a:ext cx="5242560" cy="1297178"/>
          </a:xfrm>
        </p:spPr>
        <p:txBody>
          <a:bodyPr anchor="t"/>
          <a:lstStyle>
            <a:lvl1pPr>
              <a:defRPr sz="3200"/>
            </a:lvl1pPr>
          </a:lstStyle>
          <a:p>
            <a:r>
              <a:rPr lang="de-DE"/>
              <a:t>Mastertitelformat bearbeiten</a:t>
            </a:r>
          </a:p>
        </p:txBody>
      </p:sp>
      <p:sp>
        <p:nvSpPr>
          <p:cNvPr id="9" name="Textplatzhalter 3">
            <a:extLst>
              <a:ext uri="{FF2B5EF4-FFF2-40B4-BE49-F238E27FC236}">
                <a16:creationId xmlns:a16="http://schemas.microsoft.com/office/drawing/2014/main" id="{CAF2219D-A666-2479-4A55-F3BED778A577}"/>
              </a:ext>
            </a:extLst>
          </p:cNvPr>
          <p:cNvSpPr>
            <a:spLocks noGrp="1"/>
          </p:cNvSpPr>
          <p:nvPr>
            <p:ph type="body" sz="half" idx="2"/>
          </p:nvPr>
        </p:nvSpPr>
        <p:spPr>
          <a:xfrm>
            <a:off x="914400" y="3429000"/>
            <a:ext cx="4826000" cy="27889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pic>
        <p:nvPicPr>
          <p:cNvPr id="2" name="Grafik 1" descr="Ein Bild, das Grafiken, Schrift, Text, Grafikdesign enthält.&#10;&#10;Automatisch generierte Beschreibung">
            <a:extLst>
              <a:ext uri="{FF2B5EF4-FFF2-40B4-BE49-F238E27FC236}">
                <a16:creationId xmlns:a16="http://schemas.microsoft.com/office/drawing/2014/main" id="{AD03AEAB-70B9-B013-6A24-AF04F2FE2C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47087" y="203014"/>
            <a:ext cx="2476146" cy="1083682"/>
          </a:xfrm>
          <a:prstGeom prst="rect">
            <a:avLst/>
          </a:prstGeom>
        </p:spPr>
      </p:pic>
    </p:spTree>
    <p:extLst>
      <p:ext uri="{BB962C8B-B14F-4D97-AF65-F5344CB8AC3E}">
        <p14:creationId xmlns:p14="http://schemas.microsoft.com/office/powerpoint/2010/main" val="37551125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alt5">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4900CEC2-4AC7-74A8-C4DF-81E0743B13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D6AA956C-8AA6-8A68-3B11-DAC8F0EF966E}"/>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5" name="Titel 1">
            <a:extLst>
              <a:ext uri="{FF2B5EF4-FFF2-40B4-BE49-F238E27FC236}">
                <a16:creationId xmlns:a16="http://schemas.microsoft.com/office/drawing/2014/main" id="{6601344A-4279-85FE-7B30-ACAAADAA311C}"/>
              </a:ext>
            </a:extLst>
          </p:cNvPr>
          <p:cNvSpPr>
            <a:spLocks noGrp="1"/>
          </p:cNvSpPr>
          <p:nvPr>
            <p:ph type="title"/>
          </p:nvPr>
        </p:nvSpPr>
        <p:spPr>
          <a:xfrm>
            <a:off x="629920" y="640080"/>
            <a:ext cx="5110480" cy="1417320"/>
          </a:xfrm>
        </p:spPr>
        <p:txBody>
          <a:bodyPr anchor="t"/>
          <a:lstStyle>
            <a:lvl1pPr>
              <a:defRPr sz="3200"/>
            </a:lvl1pPr>
          </a:lstStyle>
          <a:p>
            <a:r>
              <a:rPr lang="de-DE"/>
              <a:t>Mastertitelformat bearbeiten</a:t>
            </a:r>
          </a:p>
        </p:txBody>
      </p:sp>
      <p:sp>
        <p:nvSpPr>
          <p:cNvPr id="6" name="Textplatzhalter 3">
            <a:extLst>
              <a:ext uri="{FF2B5EF4-FFF2-40B4-BE49-F238E27FC236}">
                <a16:creationId xmlns:a16="http://schemas.microsoft.com/office/drawing/2014/main" id="{969651F2-632B-323F-0210-E6358726BE20}"/>
              </a:ext>
            </a:extLst>
          </p:cNvPr>
          <p:cNvSpPr>
            <a:spLocks noGrp="1"/>
          </p:cNvSpPr>
          <p:nvPr>
            <p:ph type="body" sz="half" idx="2"/>
          </p:nvPr>
        </p:nvSpPr>
        <p:spPr>
          <a:xfrm>
            <a:off x="629920" y="2057400"/>
            <a:ext cx="511048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2476177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nhalt6">
    <p:spTree>
      <p:nvGrpSpPr>
        <p:cNvPr id="1" name=""/>
        <p:cNvGrpSpPr/>
        <p:nvPr/>
      </p:nvGrpSpPr>
      <p:grpSpPr>
        <a:xfrm>
          <a:off x="0" y="0"/>
          <a:ext cx="0" cy="0"/>
          <a:chOff x="0" y="0"/>
          <a:chExt cx="0" cy="0"/>
        </a:xfrm>
      </p:grpSpPr>
      <p:pic>
        <p:nvPicPr>
          <p:cNvPr id="3" name="Grafik 2" descr="Ein Bild, das Rechteck, Screenshot, Quadrat, Design enthält.&#10;&#10;Automatisch generierte Beschreibung">
            <a:extLst>
              <a:ext uri="{FF2B5EF4-FFF2-40B4-BE49-F238E27FC236}">
                <a16:creationId xmlns:a16="http://schemas.microsoft.com/office/drawing/2014/main" id="{65BAA06C-0933-06E2-08F5-2561150C08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B833EA10-036C-43A8-2A99-CA252899FEBC}"/>
              </a:ext>
            </a:extLst>
          </p:cNvPr>
          <p:cNvSpPr>
            <a:spLocks noGrp="1"/>
          </p:cNvSpPr>
          <p:nvPr>
            <p:ph idx="1"/>
          </p:nvPr>
        </p:nvSpPr>
        <p:spPr>
          <a:xfrm>
            <a:off x="619760" y="640080"/>
            <a:ext cx="4836160" cy="5577840"/>
          </a:xfrm>
        </p:spPr>
        <p:txBody>
          <a:bodyPr/>
          <a:lstStyle>
            <a:lvl1pPr marL="0" indent="0">
              <a:buNone/>
              <a:defRPr/>
            </a:lvl1pPr>
          </a:lstStyle>
          <a:p>
            <a:pPr lvl="0"/>
            <a:r>
              <a:rPr lang="de-DE"/>
              <a:t>Mastertextformat bearbeiten</a:t>
            </a:r>
          </a:p>
        </p:txBody>
      </p:sp>
      <p:sp>
        <p:nvSpPr>
          <p:cNvPr id="5" name="Foliennummernplatzhalter 15">
            <a:extLst>
              <a:ext uri="{FF2B5EF4-FFF2-40B4-BE49-F238E27FC236}">
                <a16:creationId xmlns:a16="http://schemas.microsoft.com/office/drawing/2014/main" id="{12279F34-6012-3097-C35F-58314D97B43B}"/>
              </a:ext>
            </a:extLst>
          </p:cNvPr>
          <p:cNvSpPr txBox="1">
            <a:spLocks/>
          </p:cNvSpPr>
          <p:nvPr userDrawn="1"/>
        </p:nvSpPr>
        <p:spPr>
          <a:xfrm>
            <a:off x="11200476"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6" name="Titel 1">
            <a:extLst>
              <a:ext uri="{FF2B5EF4-FFF2-40B4-BE49-F238E27FC236}">
                <a16:creationId xmlns:a16="http://schemas.microsoft.com/office/drawing/2014/main" id="{87B2645C-1B8C-8D33-9E85-1D134ADF5BDC}"/>
              </a:ext>
            </a:extLst>
          </p:cNvPr>
          <p:cNvSpPr>
            <a:spLocks noGrp="1"/>
          </p:cNvSpPr>
          <p:nvPr>
            <p:ph type="title"/>
          </p:nvPr>
        </p:nvSpPr>
        <p:spPr>
          <a:xfrm>
            <a:off x="6857841" y="457200"/>
            <a:ext cx="3932237" cy="1600200"/>
          </a:xfrm>
        </p:spPr>
        <p:txBody>
          <a:bodyPr anchor="t"/>
          <a:lstStyle>
            <a:lvl1pPr>
              <a:defRPr sz="3200"/>
            </a:lvl1pPr>
          </a:lstStyle>
          <a:p>
            <a:r>
              <a:rPr lang="de-DE"/>
              <a:t>Mastertitelformat bearbeiten</a:t>
            </a:r>
          </a:p>
        </p:txBody>
      </p:sp>
      <p:sp>
        <p:nvSpPr>
          <p:cNvPr id="7" name="Textplatzhalter 3">
            <a:extLst>
              <a:ext uri="{FF2B5EF4-FFF2-40B4-BE49-F238E27FC236}">
                <a16:creationId xmlns:a16="http://schemas.microsoft.com/office/drawing/2014/main" id="{8AE8F366-FFE1-BFA4-BA48-34A4BE4D1860}"/>
              </a:ext>
            </a:extLst>
          </p:cNvPr>
          <p:cNvSpPr>
            <a:spLocks noGrp="1"/>
          </p:cNvSpPr>
          <p:nvPr>
            <p:ph type="body" sz="half" idx="2"/>
          </p:nvPr>
        </p:nvSpPr>
        <p:spPr>
          <a:xfrm>
            <a:off x="6857841"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8912972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7">
    <p:spTree>
      <p:nvGrpSpPr>
        <p:cNvPr id="1" name=""/>
        <p:cNvGrpSpPr/>
        <p:nvPr/>
      </p:nvGrpSpPr>
      <p:grpSpPr>
        <a:xfrm>
          <a:off x="0" y="0"/>
          <a:ext cx="0" cy="0"/>
          <a:chOff x="0" y="0"/>
          <a:chExt cx="0" cy="0"/>
        </a:xfrm>
      </p:grpSpPr>
      <p:pic>
        <p:nvPicPr>
          <p:cNvPr id="4" name="Grafik 3" descr="Ein Bild, das Rechteck, Screenshot, Quadrat, Design enthält.&#10;&#10;Automatisch generierte Beschreibung">
            <a:extLst>
              <a:ext uri="{FF2B5EF4-FFF2-40B4-BE49-F238E27FC236}">
                <a16:creationId xmlns:a16="http://schemas.microsoft.com/office/drawing/2014/main" id="{3D3A8490-08B8-D489-EAF5-C72F7F2E62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Inhaltsplatzhalter 2">
            <a:extLst>
              <a:ext uri="{FF2B5EF4-FFF2-40B4-BE49-F238E27FC236}">
                <a16:creationId xmlns:a16="http://schemas.microsoft.com/office/drawing/2014/main" id="{5C959901-AF38-0DA8-BEFA-CAC8F05EDD41}"/>
              </a:ext>
            </a:extLst>
          </p:cNvPr>
          <p:cNvSpPr>
            <a:spLocks noGrp="1"/>
          </p:cNvSpPr>
          <p:nvPr>
            <p:ph idx="1"/>
          </p:nvPr>
        </p:nvSpPr>
        <p:spPr>
          <a:xfrm>
            <a:off x="6725920" y="640080"/>
            <a:ext cx="4836160" cy="5577840"/>
          </a:xfrm>
        </p:spPr>
        <p:txBody>
          <a:bodyPr/>
          <a:lstStyle>
            <a:lvl1pPr marL="0" indent="0">
              <a:buNone/>
              <a:defRPr/>
            </a:lvl1pPr>
          </a:lstStyle>
          <a:p>
            <a:pPr lvl="0"/>
            <a:r>
              <a:rPr lang="de-DE"/>
              <a:t>Mastertextformat bearbeiten</a:t>
            </a:r>
          </a:p>
        </p:txBody>
      </p:sp>
      <p:sp>
        <p:nvSpPr>
          <p:cNvPr id="6" name="Foliennummernplatzhalter 15">
            <a:extLst>
              <a:ext uri="{FF2B5EF4-FFF2-40B4-BE49-F238E27FC236}">
                <a16:creationId xmlns:a16="http://schemas.microsoft.com/office/drawing/2014/main" id="{6F8F3A60-A9FF-DDE6-D9E9-5A4DDB43B0D7}"/>
              </a:ext>
            </a:extLst>
          </p:cNvPr>
          <p:cNvSpPr txBox="1">
            <a:spLocks/>
          </p:cNvSpPr>
          <p:nvPr userDrawn="1"/>
        </p:nvSpPr>
        <p:spPr>
          <a:xfrm>
            <a:off x="386080"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7" name="Titel 1">
            <a:extLst>
              <a:ext uri="{FF2B5EF4-FFF2-40B4-BE49-F238E27FC236}">
                <a16:creationId xmlns:a16="http://schemas.microsoft.com/office/drawing/2014/main" id="{98C2EAA4-7F7A-55CC-2BDF-A8224BEF71EF}"/>
              </a:ext>
            </a:extLst>
          </p:cNvPr>
          <p:cNvSpPr>
            <a:spLocks noGrp="1"/>
          </p:cNvSpPr>
          <p:nvPr>
            <p:ph type="title"/>
          </p:nvPr>
        </p:nvSpPr>
        <p:spPr>
          <a:xfrm>
            <a:off x="1396842" y="457200"/>
            <a:ext cx="3932237" cy="1600200"/>
          </a:xfrm>
        </p:spPr>
        <p:txBody>
          <a:bodyPr anchor="t"/>
          <a:lstStyle>
            <a:lvl1pPr>
              <a:defRPr sz="3200"/>
            </a:lvl1pPr>
          </a:lstStyle>
          <a:p>
            <a:r>
              <a:rPr lang="de-DE"/>
              <a:t>Mastertitelformat bearbeiten</a:t>
            </a:r>
          </a:p>
        </p:txBody>
      </p:sp>
      <p:sp>
        <p:nvSpPr>
          <p:cNvPr id="8" name="Textplatzhalter 3">
            <a:extLst>
              <a:ext uri="{FF2B5EF4-FFF2-40B4-BE49-F238E27FC236}">
                <a16:creationId xmlns:a16="http://schemas.microsoft.com/office/drawing/2014/main" id="{EEBFBB03-92B7-BFBB-FFD3-6142EDAA0A5E}"/>
              </a:ext>
            </a:extLst>
          </p:cNvPr>
          <p:cNvSpPr>
            <a:spLocks noGrp="1"/>
          </p:cNvSpPr>
          <p:nvPr>
            <p:ph type="body" sz="half" idx="2"/>
          </p:nvPr>
        </p:nvSpPr>
        <p:spPr>
          <a:xfrm>
            <a:off x="1396842"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480670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8854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go-klein">
    <p:spTree>
      <p:nvGrpSpPr>
        <p:cNvPr id="1" name=""/>
        <p:cNvGrpSpPr/>
        <p:nvPr/>
      </p:nvGrpSpPr>
      <p:grpSpPr>
        <a:xfrm>
          <a:off x="0" y="0"/>
          <a:ext cx="0" cy="0"/>
          <a:chOff x="0" y="0"/>
          <a:chExt cx="0" cy="0"/>
        </a:xfrm>
      </p:grpSpPr>
      <p:pic>
        <p:nvPicPr>
          <p:cNvPr id="4" name="Grafik 3" descr="Ein Bild, das Grafiken, Schrift, Text, Grafikdesign enthält.&#10;&#10;Automatisch generierte Beschreibung">
            <a:extLst>
              <a:ext uri="{FF2B5EF4-FFF2-40B4-BE49-F238E27FC236}">
                <a16:creationId xmlns:a16="http://schemas.microsoft.com/office/drawing/2014/main" id="{222673D9-6131-E5AC-47F3-D794CCC14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Tree>
    <p:extLst>
      <p:ext uri="{BB962C8B-B14F-4D97-AF65-F5344CB8AC3E}">
        <p14:creationId xmlns:p14="http://schemas.microsoft.com/office/powerpoint/2010/main" val="29396028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ogo-groß">
    <p:spTree>
      <p:nvGrpSpPr>
        <p:cNvPr id="1" name=""/>
        <p:cNvGrpSpPr/>
        <p:nvPr/>
      </p:nvGrpSpPr>
      <p:grpSpPr>
        <a:xfrm>
          <a:off x="0" y="0"/>
          <a:ext cx="0" cy="0"/>
          <a:chOff x="0" y="0"/>
          <a:chExt cx="0" cy="0"/>
        </a:xfrm>
      </p:grpSpPr>
      <p:pic>
        <p:nvPicPr>
          <p:cNvPr id="3" name="Grafik 2" descr="Ein Bild, das Grafiken, Schrift, Text, Grafikdesign enthält.&#10;&#10;Automatisch generierte Beschreibung">
            <a:extLst>
              <a:ext uri="{FF2B5EF4-FFF2-40B4-BE49-F238E27FC236}">
                <a16:creationId xmlns:a16="http://schemas.microsoft.com/office/drawing/2014/main" id="{024BB557-6B41-C1DC-24AD-8CEA186BA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6475" y="1455416"/>
            <a:ext cx="9019050" cy="3947168"/>
          </a:xfrm>
          <a:prstGeom prst="rect">
            <a:avLst/>
          </a:prstGeom>
        </p:spPr>
      </p:pic>
    </p:spTree>
    <p:extLst>
      <p:ext uri="{BB962C8B-B14F-4D97-AF65-F5344CB8AC3E}">
        <p14:creationId xmlns:p14="http://schemas.microsoft.com/office/powerpoint/2010/main" val="27727606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spTree>
    <p:extLst>
      <p:ext uri="{BB962C8B-B14F-4D97-AF65-F5344CB8AC3E}">
        <p14:creationId xmlns:p14="http://schemas.microsoft.com/office/powerpoint/2010/main" val="9311443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4778535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dirty="0"/>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13.08.2026</a:t>
            </a:fld>
            <a:endParaRPr lang="de-DE" b="0" dirty="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Tree>
    <p:extLst>
      <p:ext uri="{BB962C8B-B14F-4D97-AF65-F5344CB8AC3E}">
        <p14:creationId xmlns:p14="http://schemas.microsoft.com/office/powerpoint/2010/main" val="30283908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2.xml"/><Relationship Id="rId10" Type="http://schemas.openxmlformats.org/officeDocument/2006/relationships/oleObject" Target="../embeddings/oleObject1.bin"/><Relationship Id="rId11"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Relationship Id="rId21" Type="http://schemas.openxmlformats.org/officeDocument/2006/relationships/slideLayout" Target="../slideLayouts/slideLayout28.xml"/><Relationship Id="rId22" Type="http://schemas.openxmlformats.org/officeDocument/2006/relationships/slideLayout" Target="../slideLayouts/slideLayout29.xml"/><Relationship Id="rId23" Type="http://schemas.openxmlformats.org/officeDocument/2006/relationships/slideLayout" Target="../slideLayouts/slideLayout30.xml"/><Relationship Id="rId24" Type="http://schemas.openxmlformats.org/officeDocument/2006/relationships/slideLayout" Target="../slideLayouts/slideLayout31.xml"/><Relationship Id="rId25" Type="http://schemas.openxmlformats.org/officeDocument/2006/relationships/theme" Target="../theme/theme2.xml"/><Relationship Id="rId26" Type="http://schemas.openxmlformats.org/officeDocument/2006/relationships/tags" Target="../tags/tag3.xml"/><Relationship Id="rId27" Type="http://schemas.openxmlformats.org/officeDocument/2006/relationships/oleObject" Target="../embeddings/oleObject2.bin"/><Relationship Id="rId28"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slideLayout" Target="../slideLayouts/slideLayout43.xml"/><Relationship Id="rId13" Type="http://schemas.openxmlformats.org/officeDocument/2006/relationships/slideLayout" Target="../slideLayouts/slideLayout44.xml"/><Relationship Id="rId14" Type="http://schemas.openxmlformats.org/officeDocument/2006/relationships/slideLayout" Target="../slideLayouts/slideLayout45.xml"/><Relationship Id="rId15" Type="http://schemas.openxmlformats.org/officeDocument/2006/relationships/slideLayout" Target="../slideLayouts/slideLayout46.xml"/><Relationship Id="rId16" Type="http://schemas.openxmlformats.org/officeDocument/2006/relationships/slideLayout" Target="../slideLayouts/slideLayout47.xml"/><Relationship Id="rId17" Type="http://schemas.openxmlformats.org/officeDocument/2006/relationships/slideLayout" Target="../slideLayouts/slideLayout48.xml"/><Relationship Id="rId18" Type="http://schemas.openxmlformats.org/officeDocument/2006/relationships/slideLayout" Target="../slideLayouts/slideLayout49.xml"/><Relationship Id="rId19" Type="http://schemas.openxmlformats.org/officeDocument/2006/relationships/slideLayout" Target="../slideLayouts/slideLayout50.xml"/><Relationship Id="rId20" Type="http://schemas.openxmlformats.org/officeDocument/2006/relationships/slideLayout" Target="../slideLayouts/slideLayout51.xml"/><Relationship Id="rId21" Type="http://schemas.openxmlformats.org/officeDocument/2006/relationships/slideLayout" Target="../slideLayouts/slideLayout52.xml"/><Relationship Id="rId22" Type="http://schemas.openxmlformats.org/officeDocument/2006/relationships/slideLayout" Target="../slideLayouts/slideLayout53.xml"/><Relationship Id="rId23" Type="http://schemas.openxmlformats.org/officeDocument/2006/relationships/slideLayout" Target="../slideLayouts/slideLayout54.xml"/><Relationship Id="rId24" Type="http://schemas.openxmlformats.org/officeDocument/2006/relationships/slideLayout" Target="../slideLayouts/slideLayout55.xml"/><Relationship Id="rId25" Type="http://schemas.openxmlformats.org/officeDocument/2006/relationships/slideLayout" Target="../slideLayouts/slideLayout56.xml"/><Relationship Id="rId26" Type="http://schemas.openxmlformats.org/officeDocument/2006/relationships/theme" Target="../theme/theme3.xml"/><Relationship Id="rId27" Type="http://schemas.openxmlformats.org/officeDocument/2006/relationships/tags" Target="../tags/tag4.xml"/><Relationship Id="rId28" Type="http://schemas.openxmlformats.org/officeDocument/2006/relationships/oleObject" Target="../embeddings/oleObject3.bin"/><Relationship Id="rId2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1257F11-E42D-95E1-D641-00BA70329E7C}"/>
              </a:ext>
            </a:extLst>
          </p:cNvPr>
          <p:cNvGraphicFramePr>
            <a:graphicFrameLocks/>
          </p:cNvGraphicFramePr>
          <p:nvPr userDrawn="1">
            <p:custDataLst>
              <p:tags r:id="rId9"/>
            </p:custDataLst>
            <p:extLst>
              <p:ext uri="{D42A27DB-BD31-4B8C-83A1-F6EECF244321}">
                <p14:modId xmlns:p14="http://schemas.microsoft.com/office/powerpoint/2010/main" val="670770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1" imgH="411" progId="TCLayout.ActiveDocument.1">
                  <p:embed/>
                </p:oleObj>
              </mc:Choice>
              <mc:Fallback>
                <p:oleObj name="think-cell Slide" r:id="rId10" imgW="411" imgH="411" progId="TCLayout.ActiveDocument.1">
                  <p:embed/>
                  <p:pic>
                    <p:nvPicPr>
                      <p:cNvPr id="6" name="think-cell data - do not delete" hidden="1">
                        <a:extLst>
                          <a:ext uri="{FF2B5EF4-FFF2-40B4-BE49-F238E27FC236}">
                            <a16:creationId xmlns:a16="http://schemas.microsoft.com/office/drawing/2014/main" id="{C1257F11-E42D-95E1-D641-00BA70329E7C}"/>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13.08.2026</a:t>
            </a:fld>
            <a:endParaRPr lang="de-DE"/>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a:p>
        </p:txBody>
      </p:sp>
    </p:spTree>
    <p:extLst>
      <p:ext uri="{BB962C8B-B14F-4D97-AF65-F5344CB8AC3E}">
        <p14:creationId xmlns:p14="http://schemas.microsoft.com/office/powerpoint/2010/main" val="2066238556"/>
      </p:ext>
    </p:extLst>
  </p:cSld>
  <p:clrMap bg1="lt1" tx1="dk1" bg2="lt2" tx2="dk2" accent1="accent1" accent2="accent2" accent3="accent3" accent4="accent4" accent5="accent5" accent6="accent6" hlink="hlink" folHlink="folHlink"/>
  <p:sldLayoutIdLst>
    <p:sldLayoutId id="2147483740" r:id="rId1"/>
    <p:sldLayoutId id="2147483763" r:id="rId2"/>
    <p:sldLayoutId id="2147483764" r:id="rId3"/>
    <p:sldLayoutId id="2147483742" r:id="rId4"/>
    <p:sldLayoutId id="2147483761" r:id="rId5"/>
    <p:sldLayoutId id="2147483762" r:id="rId6"/>
    <p:sldLayoutId id="2147483794" r:id="rId7"/>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9BDF72-B871-54A3-06AE-DC3509FC0FAE}"/>
              </a:ext>
            </a:extLst>
          </p:cNvPr>
          <p:cNvGraphicFramePr>
            <a:graphicFrameLocks/>
          </p:cNvGraphicFramePr>
          <p:nvPr userDrawn="1">
            <p:custDataLst>
              <p:tags r:id="rId26"/>
            </p:custDataLst>
            <p:extLst>
              <p:ext uri="{D42A27DB-BD31-4B8C-83A1-F6EECF244321}">
                <p14:modId xmlns:p14="http://schemas.microsoft.com/office/powerpoint/2010/main" val="574617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1" imgH="411" progId="TCLayout.ActiveDocument.1">
                  <p:embed/>
                </p:oleObj>
              </mc:Choice>
              <mc:Fallback>
                <p:oleObj name="think-cell Slide" r:id="rId27" imgW="411" imgH="411" progId="TCLayout.ActiveDocument.1">
                  <p:embed/>
                  <p:pic>
                    <p:nvPicPr>
                      <p:cNvPr id="4" name="think-cell data - do not delete" hidden="1">
                        <a:extLst>
                          <a:ext uri="{FF2B5EF4-FFF2-40B4-BE49-F238E27FC236}">
                            <a16:creationId xmlns:a16="http://schemas.microsoft.com/office/drawing/2014/main" id="{AF9BDF72-B871-54A3-06AE-DC3509FC0FAE}"/>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4">
            <a:extLst>
              <a:ext uri="{FF2B5EF4-FFF2-40B4-BE49-F238E27FC236}">
                <a16:creationId xmlns:a16="http://schemas.microsoft.com/office/drawing/2014/main" id="{51B18945-8A81-A57B-D05E-9BA6E7CA7027}"/>
              </a:ext>
            </a:extLst>
          </p:cNvPr>
          <p:cNvSpPr>
            <a:spLocks noGrp="1"/>
          </p:cNvSpPr>
          <p:nvPr>
            <p:ph type="ftr" sz="quarter" idx="3"/>
          </p:nvPr>
        </p:nvSpPr>
        <p:spPr>
          <a:xfrm>
            <a:off x="1422400" y="6356350"/>
            <a:ext cx="9194800" cy="365125"/>
          </a:xfrm>
          <a:prstGeom prst="rect">
            <a:avLst/>
          </a:prstGeom>
        </p:spPr>
        <p:txBody>
          <a:bodyPr/>
          <a:lstStyle>
            <a:lvl1pPr algn="l">
              <a:defRPr sz="1400"/>
            </a:lvl1pPr>
          </a:lstStyle>
          <a:p>
            <a:endParaRPr lang="de-DE"/>
          </a:p>
        </p:txBody>
      </p:sp>
    </p:spTree>
    <p:extLst>
      <p:ext uri="{BB962C8B-B14F-4D97-AF65-F5344CB8AC3E}">
        <p14:creationId xmlns:p14="http://schemas.microsoft.com/office/powerpoint/2010/main" val="358303559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55" r:id="rId5"/>
    <p:sldLayoutId id="2147483756" r:id="rId6"/>
    <p:sldLayoutId id="2147483757" r:id="rId7"/>
    <p:sldLayoutId id="2147483758" r:id="rId8"/>
    <p:sldLayoutId id="2147483701" r:id="rId9"/>
    <p:sldLayoutId id="2147483702" r:id="rId10"/>
    <p:sldLayoutId id="2147483748" r:id="rId11"/>
    <p:sldLayoutId id="2147483705" r:id="rId12"/>
    <p:sldLayoutId id="2147483706" r:id="rId13"/>
    <p:sldLayoutId id="2147483707" r:id="rId14"/>
    <p:sldLayoutId id="2147483750" r:id="rId15"/>
    <p:sldLayoutId id="2147483751" r:id="rId16"/>
    <p:sldLayoutId id="2147483752" r:id="rId17"/>
    <p:sldLayoutId id="2147483753" r:id="rId18"/>
    <p:sldLayoutId id="2147483754" r:id="rId19"/>
    <p:sldLayoutId id="2147483749" r:id="rId20"/>
    <p:sldLayoutId id="2147483708" r:id="rId21"/>
    <p:sldLayoutId id="2147483709" r:id="rId22"/>
    <p:sldLayoutId id="2147483710" r:id="rId23"/>
    <p:sldLayoutId id="2147483795"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5A3D968-9304-7212-D419-2598072B36A5}"/>
              </a:ext>
            </a:extLst>
          </p:cNvPr>
          <p:cNvGraphicFramePr>
            <a:graphicFrameLocks/>
          </p:cNvGraphicFramePr>
          <p:nvPr userDrawn="1">
            <p:custDataLst>
              <p:tags r:id="rId27"/>
            </p:custDataLst>
            <p:extLst>
              <p:ext uri="{D42A27DB-BD31-4B8C-83A1-F6EECF244321}">
                <p14:modId xmlns:p14="http://schemas.microsoft.com/office/powerpoint/2010/main" val="19918826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411" imgH="411" progId="TCLayout.ActiveDocument.1">
                  <p:embed/>
                </p:oleObj>
              </mc:Choice>
              <mc:Fallback>
                <p:oleObj name="think-cell Slide" r:id="rId28" imgW="411" imgH="411" progId="TCLayout.ActiveDocument.1">
                  <p:embed/>
                  <p:pic>
                    <p:nvPicPr>
                      <p:cNvPr id="6" name="think-cell data - do not delete" hidden="1">
                        <a:extLst>
                          <a:ext uri="{FF2B5EF4-FFF2-40B4-BE49-F238E27FC236}">
                            <a16:creationId xmlns:a16="http://schemas.microsoft.com/office/drawing/2014/main" id="{25A3D968-9304-7212-D419-2598072B36A5}"/>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13.08.2026</a:t>
            </a:fld>
            <a:endParaRPr lang="de-DE"/>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a:p>
        </p:txBody>
      </p:sp>
    </p:spTree>
    <p:extLst>
      <p:ext uri="{BB962C8B-B14F-4D97-AF65-F5344CB8AC3E}">
        <p14:creationId xmlns:p14="http://schemas.microsoft.com/office/powerpoint/2010/main" val="63925915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59" r:id="rId23"/>
    <p:sldLayoutId id="2147483760" r:id="rId24"/>
    <p:sldLayoutId id="2147483796" r:id="rId25"/>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chart" Target="../charts/chart4.xml"/><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chart" Target="../charts/char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www.kreis-pinneberg.de/Klassenassistenz.html" TargetMode="External"/><Relationship Id="rId3" Type="http://schemas.openxmlformats.org/officeDocument/2006/relationships/hyperlink" Target="https://verfassungsblog.de/reform-eingliederungshilfe/" TargetMode="External"/><Relationship Id="rId4" Type="http://schemas.openxmlformats.org/officeDocument/2006/relationships/hyperlink" Target="https://www.bertelsmann-stiftung.de/fileadmin/files/PicturePark/2024-06/Factsheet_Inklusion_an_Deutschlands_Schulen_2022-2023.pdf" TargetMode="External"/><Relationship Id="rId5" Type="http://schemas.openxmlformats.org/officeDocument/2006/relationships/hyperlink" Target="https://www.schleswig-holstein.de/DE/landesregierung/ministerien-behoerden/III/Presse/PI/2024/Juli/20240719_LT_Vertretungslk" TargetMode="External"/><Relationship Id="rId6" Type="http://schemas.openxmlformats.org/officeDocument/2006/relationships/hyperlink" Target="https://www.ndr.de/nachrichten/schleswig-holstein/schulbegleitung-in-schleswig-holstein--diese-veraenderungen-sollen-kommen,schulbegleitung-114.html" TargetMode="External"/><Relationship Id="rId7" Type="http://schemas.openxmlformats.org/officeDocument/2006/relationships/hyperlink" Target="https://www.ndr.de/nachrichten/schleswig-holstein/pinneberg_segeberg_stormarn/schulen-im-kreis-pinneberg-testen-zukunft-von-schulbegleitung-und-co,regionnorderstedtnews-2808.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510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normAutofit/>
          </a:bodyPr>
          <a:lstStyle/>
          <a:p>
            <a:r>
              <a:rPr sz="2000" b="1" dirty="0"/>
              <a:t>Drei </a:t>
            </a:r>
            <a:r>
              <a:rPr sz="2000" b="1" dirty="0" err="1"/>
              <a:t>Akteure</a:t>
            </a:r>
            <a:r>
              <a:rPr sz="2000" b="1" dirty="0"/>
              <a:t> —</a:t>
            </a:r>
            <a:r>
              <a:rPr lang="de-DE" sz="2000" b="1" dirty="0"/>
              <a:t> einheitlicher Organismus</a:t>
            </a:r>
            <a:endParaRPr sz="2000" b="1" dirty="0"/>
          </a:p>
        </p:txBody>
      </p:sp>
      <p:sp>
        <p:nvSpPr>
          <p:cNvPr id="3" name="Text Placeholder 2"/>
          <p:cNvSpPr>
            <a:spLocks noGrp="1"/>
          </p:cNvSpPr>
          <p:nvPr>
            <p:ph type="body" sz="quarter" idx="12"/>
          </p:nvPr>
        </p:nvSpPr>
        <p:spPr/>
        <p:txBody>
          <a:bodyPr/>
          <a:lstStyle/>
          <a:p>
            <a:r>
              <a:t>Geschäftsmodell</a:t>
            </a:r>
          </a:p>
        </p:txBody>
      </p:sp>
      <p:sp>
        <p:nvSpPr>
          <p:cNvPr id="4" name="TextBox 3"/>
          <p:cNvSpPr txBox="1"/>
          <p:nvPr/>
        </p:nvSpPr>
        <p:spPr>
          <a:xfrm>
            <a:off x="1426464"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Kreis / kreisfreie Stadt</a:t>
            </a:r>
          </a:p>
        </p:txBody>
      </p:sp>
      <p:sp>
        <p:nvSpPr>
          <p:cNvPr id="5" name="TextBox 4"/>
          <p:cNvSpPr txBox="1"/>
          <p:nvPr/>
        </p:nvSpPr>
        <p:spPr>
          <a:xfrm>
            <a:off x="1426464" y="1700784"/>
            <a:ext cx="3246120" cy="182880"/>
          </a:xfrm>
          <a:prstGeom prst="rect">
            <a:avLst/>
          </a:prstGeom>
          <a:noFill/>
        </p:spPr>
        <p:txBody>
          <a:bodyPr wrap="square" lIns="0" tIns="0" rIns="0" bIns="0" anchor="t">
            <a:spAutoFit/>
          </a:bodyPr>
          <a:lstStyle/>
          <a:p>
            <a:pPr>
              <a:lnSpc>
                <a:spcPct val="115000"/>
              </a:lnSpc>
              <a:spcBef>
                <a:spcPts val="0"/>
              </a:spcBef>
              <a:spcAft>
                <a:spcPts val="0"/>
              </a:spcAft>
            </a:pPr>
            <a:r>
              <a:rPr sz="840" b="1" i="0">
                <a:solidFill>
                  <a:srgbClr val="1A70B8"/>
                </a:solidFill>
                <a:latin typeface="Open Sans"/>
              </a:rPr>
              <a:t>DER VERTRAGSPARTNER</a:t>
            </a:r>
          </a:p>
        </p:txBody>
      </p:sp>
      <p:sp>
        <p:nvSpPr>
          <p:cNvPr id="6" name="TextBox 5"/>
          <p:cNvSpPr txBox="1"/>
          <p:nvPr/>
        </p:nvSpPr>
        <p:spPr>
          <a:xfrm>
            <a:off x="1426464" y="1920240"/>
            <a:ext cx="3246120" cy="731520"/>
          </a:xfrm>
          <a:prstGeom prst="rect">
            <a:avLst/>
          </a:prstGeom>
          <a:noFill/>
        </p:spPr>
        <p:txBody>
          <a:bodyPr wrap="square" lIns="0" tIns="0" rIns="0" bIns="0" anchor="t">
            <a:spAutoFit/>
          </a:bodyPr>
          <a:lstStyle/>
          <a:p>
            <a:pPr>
              <a:lnSpc>
                <a:spcPct val="115000"/>
              </a:lnSpc>
              <a:spcBef>
                <a:spcPts val="0"/>
              </a:spcBef>
              <a:spcAft>
                <a:spcPts val="0"/>
              </a:spcAft>
            </a:pPr>
            <a:r>
              <a:rPr sz="860" b="0" i="0">
                <a:solidFill>
                  <a:srgbClr val="3D3D3D"/>
                </a:solidFill>
                <a:latin typeface="Open Sans"/>
              </a:rPr>
              <a:t>Rechtsträger, Zahler und Unterzeichner. In Schleswig-Holstein erstattet das Land rund 84 % der SGB-IX-Kosten. In Hamburg tritt an seine Stelle die Schulbehörde BSFB.</a:t>
            </a:r>
          </a:p>
        </p:txBody>
      </p:sp>
      <p:sp>
        <p:nvSpPr>
          <p:cNvPr id="7" name="TextBox 6"/>
          <p:cNvSpPr txBox="1"/>
          <p:nvPr/>
        </p:nvSpPr>
        <p:spPr>
          <a:xfrm>
            <a:off x="4846320"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Jugendamt / Amt für Teilhabe</a:t>
            </a:r>
          </a:p>
        </p:txBody>
      </p:sp>
      <p:sp>
        <p:nvSpPr>
          <p:cNvPr id="8" name="TextBox 7"/>
          <p:cNvSpPr txBox="1"/>
          <p:nvPr/>
        </p:nvSpPr>
        <p:spPr>
          <a:xfrm>
            <a:off x="4846320" y="1700784"/>
            <a:ext cx="3246120" cy="182880"/>
          </a:xfrm>
          <a:prstGeom prst="rect">
            <a:avLst/>
          </a:prstGeom>
          <a:noFill/>
        </p:spPr>
        <p:txBody>
          <a:bodyPr wrap="square" lIns="0" tIns="0" rIns="0" bIns="0" anchor="t">
            <a:spAutoFit/>
          </a:bodyPr>
          <a:lstStyle/>
          <a:p>
            <a:pPr>
              <a:lnSpc>
                <a:spcPct val="115000"/>
              </a:lnSpc>
              <a:spcBef>
                <a:spcPts val="0"/>
              </a:spcBef>
              <a:spcAft>
                <a:spcPts val="0"/>
              </a:spcAft>
            </a:pPr>
            <a:r>
              <a:rPr sz="840" b="1" i="0">
                <a:solidFill>
                  <a:srgbClr val="1A70B8"/>
                </a:solidFill>
                <a:latin typeface="Open Sans"/>
              </a:rPr>
              <a:t>DIE FACHBEHÖRDE</a:t>
            </a:r>
          </a:p>
        </p:txBody>
      </p:sp>
      <p:sp>
        <p:nvSpPr>
          <p:cNvPr id="9" name="TextBox 8"/>
          <p:cNvSpPr txBox="1"/>
          <p:nvPr/>
        </p:nvSpPr>
        <p:spPr>
          <a:xfrm>
            <a:off x="4846320" y="1920240"/>
            <a:ext cx="3246120" cy="731520"/>
          </a:xfrm>
          <a:prstGeom prst="rect">
            <a:avLst/>
          </a:prstGeom>
          <a:noFill/>
        </p:spPr>
        <p:txBody>
          <a:bodyPr wrap="square" lIns="0" tIns="0" rIns="0" bIns="0" anchor="t">
            <a:spAutoFit/>
          </a:bodyPr>
          <a:lstStyle/>
          <a:p>
            <a:pPr>
              <a:lnSpc>
                <a:spcPct val="115000"/>
              </a:lnSpc>
              <a:spcBef>
                <a:spcPts val="0"/>
              </a:spcBef>
              <a:spcAft>
                <a:spcPts val="0"/>
              </a:spcAft>
            </a:pPr>
            <a:r>
              <a:rPr sz="860" b="0" i="0">
                <a:solidFill>
                  <a:srgbClr val="3D3D3D"/>
                </a:solidFill>
                <a:latin typeface="Open Sans"/>
              </a:rPr>
              <a:t>Kein eigenes Rechtssubjekt, sondern ein Amt innerhalb des Kreises: Bedarfsfeststellung, Bewilligung, Trägerauswahl, Fachaufsicht.</a:t>
            </a:r>
          </a:p>
        </p:txBody>
      </p:sp>
      <p:sp>
        <p:nvSpPr>
          <p:cNvPr id="10" name="TextBox 9"/>
          <p:cNvSpPr txBox="1"/>
          <p:nvPr/>
        </p:nvSpPr>
        <p:spPr>
          <a:xfrm>
            <a:off x="8266175"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Schule</a:t>
            </a:r>
          </a:p>
        </p:txBody>
      </p:sp>
      <p:sp>
        <p:nvSpPr>
          <p:cNvPr id="11" name="TextBox 10"/>
          <p:cNvSpPr txBox="1"/>
          <p:nvPr/>
        </p:nvSpPr>
        <p:spPr>
          <a:xfrm>
            <a:off x="8266175" y="1700784"/>
            <a:ext cx="3246120" cy="182880"/>
          </a:xfrm>
          <a:prstGeom prst="rect">
            <a:avLst/>
          </a:prstGeom>
          <a:noFill/>
        </p:spPr>
        <p:txBody>
          <a:bodyPr wrap="square" lIns="0" tIns="0" rIns="0" bIns="0" anchor="t">
            <a:spAutoFit/>
          </a:bodyPr>
          <a:lstStyle/>
          <a:p>
            <a:pPr>
              <a:lnSpc>
                <a:spcPct val="115000"/>
              </a:lnSpc>
              <a:spcBef>
                <a:spcPts val="0"/>
              </a:spcBef>
              <a:spcAft>
                <a:spcPts val="0"/>
              </a:spcAft>
            </a:pPr>
            <a:r>
              <a:rPr sz="840" b="1" i="0">
                <a:solidFill>
                  <a:srgbClr val="E0861A"/>
                </a:solidFill>
                <a:latin typeface="Open Sans"/>
              </a:rPr>
              <a:t>NIE VERTRAGSPARTNER</a:t>
            </a:r>
          </a:p>
        </p:txBody>
      </p:sp>
      <p:sp>
        <p:nvSpPr>
          <p:cNvPr id="12" name="TextBox 11"/>
          <p:cNvSpPr txBox="1"/>
          <p:nvPr/>
        </p:nvSpPr>
        <p:spPr>
          <a:xfrm>
            <a:off x="8266175" y="1920240"/>
            <a:ext cx="3246120" cy="731520"/>
          </a:xfrm>
          <a:prstGeom prst="rect">
            <a:avLst/>
          </a:prstGeom>
          <a:noFill/>
        </p:spPr>
        <p:txBody>
          <a:bodyPr wrap="square" lIns="0" tIns="0" rIns="0" bIns="0" anchor="t">
            <a:spAutoFit/>
          </a:bodyPr>
          <a:lstStyle/>
          <a:p>
            <a:r>
              <a:rPr sz="950">
                <a:solidFill>
                  <a:srgbClr val="3D3D3D"/>
                </a:solidFill>
                <a:latin typeface="Open Sans"/>
              </a:rPr>
              <a:t>Aber Einsatzort mit faktischem Vetorecht: Ein Pool/MPT kommt praktisch nur mit Schulleitung, Schulträger und Kollegium zustande.</a:t>
            </a:r>
          </a:p>
        </p:txBody>
      </p:sp>
      <p:sp>
        <p:nvSpPr>
          <p:cNvPr id="13" name="Rounded Rectangle 12"/>
          <p:cNvSpPr/>
          <p:nvPr/>
        </p:nvSpPr>
        <p:spPr>
          <a:xfrm>
            <a:off x="1426464" y="2926080"/>
            <a:ext cx="10085832" cy="82296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572768" y="3035808"/>
            <a:ext cx="9793224" cy="603504"/>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Geltungsbereich: alle Schularten</a:t>
            </a:r>
          </a:p>
          <a:p>
            <a:pPr>
              <a:lnSpc>
                <a:spcPct val="112000"/>
              </a:lnSpc>
              <a:spcBef>
                <a:spcPts val="200"/>
              </a:spcBef>
              <a:spcAft>
                <a:spcPts val="0"/>
              </a:spcAft>
            </a:pPr>
            <a:r>
              <a:rPr sz="860" b="0" i="0">
                <a:solidFill>
                  <a:srgbClr val="3D3D3D"/>
                </a:solidFill>
                <a:latin typeface="Open Sans"/>
              </a:rPr>
              <a:t>Schulbegleitung gilt für Klasse 1 bis 13 — Regelschule wie Förderschule, berufsbildende Schulen und den offenen Ganztag (§ 112 SGB IX). Die Poolreform beginnt meist an Grundschulen, weil dort die Schulische Assistenz des Landes ansetzt; sie ist aber nicht darauf beschränkt.</a:t>
            </a:r>
          </a:p>
        </p:txBody>
      </p:sp>
      <p:sp>
        <p:nvSpPr>
          <p:cNvPr id="15" name="Rounded Rectangle 14"/>
          <p:cNvSpPr/>
          <p:nvPr/>
        </p:nvSpPr>
        <p:spPr>
          <a:xfrm>
            <a:off x="1426464" y="3931920"/>
            <a:ext cx="10085832" cy="8229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572768" y="4041648"/>
            <a:ext cx="9793224" cy="603504"/>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So entsteht heute Umsatz</a:t>
            </a:r>
          </a:p>
          <a:p>
            <a:pPr>
              <a:lnSpc>
                <a:spcPct val="112000"/>
              </a:lnSpc>
              <a:spcBef>
                <a:spcPts val="200"/>
              </a:spcBef>
              <a:spcAft>
                <a:spcPts val="0"/>
              </a:spcAft>
            </a:pPr>
            <a:r>
              <a:rPr sz="860" b="0" i="0">
                <a:solidFill>
                  <a:srgbClr val="3D3D3D"/>
                </a:solidFill>
                <a:latin typeface="Open Sans"/>
              </a:rPr>
              <a:t>Vergütet wird pro Kind und Stunde auf Basis eines Bewilligungsbescheids. Klassenfahrten und Ausflüge sind als Zusatzstunden abrechenbar — in Pinneberg 8 Stunden je Tag, ohne vorherigen Antrag; das monatliche Stundensoll erhöht sich entsprechend. Im Pool entfällt diese Zusatzvergütung.</a:t>
            </a:r>
          </a:p>
        </p:txBody>
      </p:sp>
      <p:sp>
        <p:nvSpPr>
          <p:cNvPr id="17" name="TextBox 16"/>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SGB VIII, SGB IX · Landtag SH Drs. 20/2643 · Trägerschreiben Kreis Pinneberg 20.03.2024 · Empfehlungen Bayerischer Bezirketag/StMUK 2025. · Landtag SH Umdruck 20/6362 · NDR Pinneberg 22.05.2026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dirty="0"/>
              <a:t>Der </a:t>
            </a:r>
            <a:r>
              <a:rPr sz="2000" b="1" dirty="0" err="1"/>
              <a:t>Bedarf</a:t>
            </a:r>
            <a:r>
              <a:rPr sz="2000" b="1" dirty="0"/>
              <a:t> </a:t>
            </a:r>
            <a:r>
              <a:rPr sz="2000" b="1" dirty="0" err="1"/>
              <a:t>wächst</a:t>
            </a:r>
            <a:r>
              <a:rPr sz="2000" b="1" dirty="0"/>
              <a:t> — und SKPs </a:t>
            </a:r>
            <a:r>
              <a:rPr sz="2000" b="1" dirty="0" err="1"/>
              <a:t>Regionen</a:t>
            </a:r>
            <a:r>
              <a:rPr sz="2000" b="1" dirty="0"/>
              <a:t> </a:t>
            </a:r>
            <a:r>
              <a:rPr sz="2000" b="1" dirty="0" err="1"/>
              <a:t>sind</a:t>
            </a:r>
            <a:r>
              <a:rPr sz="2000" b="1" dirty="0"/>
              <a:t> </a:t>
            </a:r>
            <a:r>
              <a:rPr sz="2000" b="1" dirty="0" err="1"/>
              <a:t>besonders</a:t>
            </a:r>
            <a:r>
              <a:rPr sz="2000" b="1" dirty="0"/>
              <a:t> </a:t>
            </a:r>
            <a:r>
              <a:rPr sz="2000" b="1" dirty="0" err="1"/>
              <a:t>inklusiv</a:t>
            </a:r>
            <a:endParaRPr sz="2000" b="1" dirty="0"/>
          </a:p>
        </p:txBody>
      </p:sp>
      <p:sp>
        <p:nvSpPr>
          <p:cNvPr id="3" name="Text Placeholder 2"/>
          <p:cNvSpPr>
            <a:spLocks noGrp="1"/>
          </p:cNvSpPr>
          <p:nvPr>
            <p:ph type="body" sz="quarter" idx="12"/>
          </p:nvPr>
        </p:nvSpPr>
        <p:spPr/>
        <p:txBody>
          <a:bodyPr/>
          <a:lstStyle/>
          <a:p>
            <a:r>
              <a:t>Nachfrage und Standort</a:t>
            </a:r>
          </a:p>
        </p:txBody>
      </p:sp>
      <p:sp>
        <p:nvSpPr>
          <p:cNvPr id="4" name="TextBox 3"/>
          <p:cNvSpPr txBox="1"/>
          <p:nvPr/>
        </p:nvSpPr>
        <p:spPr>
          <a:xfrm>
            <a:off x="1426464"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Förderquote Deutschland, in %</a:t>
            </a:r>
          </a:p>
        </p:txBody>
      </p:sp>
      <p:graphicFrame>
        <p:nvGraphicFramePr>
          <p:cNvPr id="5" name="Chart 4"/>
          <p:cNvGraphicFramePr>
            <a:graphicFrameLocks noGrp="1"/>
          </p:cNvGraphicFramePr>
          <p:nvPr/>
        </p:nvGraphicFramePr>
        <p:xfrm>
          <a:off x="1335024" y="1737360"/>
          <a:ext cx="342900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4846320" y="1463040"/>
            <a:ext cx="3246120" cy="219456"/>
          </a:xfrm>
          <a:prstGeom prst="rect">
            <a:avLst/>
          </a:prstGeom>
          <a:noFill/>
        </p:spPr>
        <p:txBody>
          <a:bodyPr wrap="square" lIns="0" tIns="0" rIns="0" bIns="0" anchor="t">
            <a:spAutoFit/>
          </a:bodyPr>
          <a:lstStyle/>
          <a:p>
            <a:pPr>
              <a:spcBef>
                <a:spcPts val="0"/>
              </a:spcBef>
              <a:spcAft>
                <a:spcPts val="0"/>
              </a:spcAft>
            </a:pPr>
            <a:r>
              <a:rPr sz="1100" b="1" i="0" dirty="0" err="1">
                <a:solidFill>
                  <a:srgbClr val="1A70B8"/>
                </a:solidFill>
                <a:latin typeface="Quicksand"/>
              </a:rPr>
              <a:t>Im</a:t>
            </a:r>
            <a:r>
              <a:rPr sz="1100" b="1" i="0" dirty="0">
                <a:solidFill>
                  <a:srgbClr val="1A70B8"/>
                </a:solidFill>
                <a:latin typeface="Quicksand"/>
              </a:rPr>
              <a:t> </a:t>
            </a:r>
            <a:r>
              <a:rPr sz="1100" b="1" i="0" dirty="0" err="1">
                <a:solidFill>
                  <a:srgbClr val="1A70B8"/>
                </a:solidFill>
                <a:latin typeface="Quicksand"/>
              </a:rPr>
              <a:t>Ländervergleich</a:t>
            </a:r>
            <a:r>
              <a:rPr sz="1100" b="1" i="0" dirty="0">
                <a:solidFill>
                  <a:srgbClr val="1A70B8"/>
                </a:solidFill>
                <a:latin typeface="Quicksand"/>
              </a:rPr>
              <a:t>, 2022/23</a:t>
            </a:r>
          </a:p>
        </p:txBody>
      </p:sp>
      <p:graphicFrame>
        <p:nvGraphicFramePr>
          <p:cNvPr id="7" name="Chart 6"/>
          <p:cNvGraphicFramePr>
            <a:graphicFrameLocks noGrp="1"/>
          </p:cNvGraphicFramePr>
          <p:nvPr/>
        </p:nvGraphicFramePr>
        <p:xfrm>
          <a:off x="4754880" y="1737360"/>
          <a:ext cx="342900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1426464" y="4297680"/>
            <a:ext cx="6665976" cy="12801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72768" y="4407408"/>
            <a:ext cx="6373368" cy="1060704"/>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Die Kehrseite</a:t>
            </a:r>
          </a:p>
          <a:p>
            <a:pPr>
              <a:lnSpc>
                <a:spcPct val="112000"/>
              </a:lnSpc>
              <a:spcBef>
                <a:spcPts val="200"/>
              </a:spcBef>
              <a:spcAft>
                <a:spcPts val="0"/>
              </a:spcAft>
            </a:pPr>
            <a:r>
              <a:rPr sz="860" b="0" i="0">
                <a:solidFill>
                  <a:srgbClr val="3D3D3D"/>
                </a:solidFill>
                <a:latin typeface="Open Sans"/>
              </a:rPr>
              <a:t>Beide Regionen haben die niedrigsten Förderschulanteile im Bund — die Reserve an Wechslern von der Förder- an die Regelschule ist weitgehend ausgeschöpft. Künftiges Wachstum muss aus neuen Diagnosen kommen, nicht aus Umschichtung.</a:t>
            </a:r>
          </a:p>
        </p:txBody>
      </p:sp>
      <p:sp>
        <p:nvSpPr>
          <p:cNvPr id="10" name="TextBox 9"/>
          <p:cNvSpPr txBox="1"/>
          <p:nvPr/>
        </p:nvSpPr>
        <p:spPr>
          <a:xfrm>
            <a:off x="8266175"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Was das für SKP bedeutet</a:t>
            </a:r>
          </a:p>
        </p:txBody>
      </p:sp>
      <p:sp>
        <p:nvSpPr>
          <p:cNvPr id="11" name="Rounded Rectangle 10"/>
          <p:cNvSpPr/>
          <p:nvPr/>
        </p:nvSpPr>
        <p:spPr>
          <a:xfrm>
            <a:off x="8266175" y="1737360"/>
            <a:ext cx="3246120" cy="123444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0" y="1847088"/>
            <a:ext cx="2953512" cy="1014984"/>
          </a:xfrm>
          <a:prstGeom prst="rect">
            <a:avLst/>
          </a:prstGeom>
          <a:noFill/>
        </p:spPr>
        <p:txBody>
          <a:bodyPr wrap="square" lIns="0" tIns="0" rIns="0" bIns="0" anchor="t">
            <a:spAutoFit/>
          </a:bodyPr>
          <a:lstStyle/>
          <a:p>
            <a:pPr>
              <a:spcBef>
                <a:spcPts val="0"/>
              </a:spcBef>
              <a:spcAft>
                <a:spcPts val="0"/>
              </a:spcAft>
            </a:pPr>
            <a:r>
              <a:rPr sz="1200" b="1" i="0">
                <a:solidFill>
                  <a:srgbClr val="1A70B8"/>
                </a:solidFill>
                <a:latin typeface="Quicksand"/>
              </a:rPr>
              <a:t>5,9 → 7,6 %</a:t>
            </a:r>
          </a:p>
          <a:p>
            <a:pPr>
              <a:lnSpc>
                <a:spcPct val="112000"/>
              </a:lnSpc>
              <a:spcBef>
                <a:spcPts val="200"/>
              </a:spcBef>
              <a:spcAft>
                <a:spcPts val="0"/>
              </a:spcAft>
            </a:pPr>
            <a:r>
              <a:rPr sz="860" b="0" i="0">
                <a:solidFill>
                  <a:srgbClr val="3D3D3D"/>
                </a:solidFill>
                <a:latin typeface="Open Sans"/>
              </a:rPr>
              <a:t>Förderquote Deutschland seit 2008/09. Drei Viertel des Zuwachses sind neue Diagnosen — nicht Wechsler von der Förderschule.</a:t>
            </a:r>
          </a:p>
        </p:txBody>
      </p:sp>
      <p:sp>
        <p:nvSpPr>
          <p:cNvPr id="13" name="Rounded Rectangle 12"/>
          <p:cNvSpPr/>
          <p:nvPr/>
        </p:nvSpPr>
        <p:spPr>
          <a:xfrm>
            <a:off x="8266175" y="3063239"/>
            <a:ext cx="3246120" cy="123444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0" y="3172968"/>
            <a:ext cx="2953512" cy="1014984"/>
          </a:xfrm>
          <a:prstGeom prst="rect">
            <a:avLst/>
          </a:prstGeom>
          <a:noFill/>
        </p:spPr>
        <p:txBody>
          <a:bodyPr wrap="square" lIns="0" tIns="0" rIns="0" bIns="0" anchor="t">
            <a:spAutoFit/>
          </a:bodyPr>
          <a:lstStyle/>
          <a:p>
            <a:pPr>
              <a:spcBef>
                <a:spcPts val="0"/>
              </a:spcBef>
              <a:spcAft>
                <a:spcPts val="0"/>
              </a:spcAft>
            </a:pPr>
            <a:r>
              <a:rPr sz="1200" b="1" i="0">
                <a:solidFill>
                  <a:srgbClr val="1A70B8"/>
                </a:solidFill>
                <a:latin typeface="Quicksand"/>
              </a:rPr>
              <a:t>4,4 / 5,2 %</a:t>
            </a:r>
          </a:p>
          <a:p>
            <a:pPr>
              <a:lnSpc>
                <a:spcPct val="112000"/>
              </a:lnSpc>
              <a:spcBef>
                <a:spcPts val="200"/>
              </a:spcBef>
              <a:spcAft>
                <a:spcPts val="0"/>
              </a:spcAft>
            </a:pPr>
            <a:r>
              <a:rPr sz="860" b="0" i="0">
                <a:solidFill>
                  <a:srgbClr val="3D3D3D"/>
                </a:solidFill>
                <a:latin typeface="Open Sans"/>
              </a:rPr>
              <a:t>Inklusionsquote Schleswig-Holstein und Hamburg gegenüber 3,4 % im Bund. Schulbegleitung entsteht fast nur an Regelschulen.</a:t>
            </a:r>
          </a:p>
        </p:txBody>
      </p:sp>
      <p:sp>
        <p:nvSpPr>
          <p:cNvPr id="15" name="Rounded Rectangle 14"/>
          <p:cNvSpPr/>
          <p:nvPr/>
        </p:nvSpPr>
        <p:spPr>
          <a:xfrm>
            <a:off x="8266175" y="4389120"/>
            <a:ext cx="3246120" cy="123444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12480" y="4498848"/>
            <a:ext cx="2953512" cy="1014984"/>
          </a:xfrm>
          <a:prstGeom prst="rect">
            <a:avLst/>
          </a:prstGeom>
          <a:noFill/>
        </p:spPr>
        <p:txBody>
          <a:bodyPr wrap="square" lIns="0" tIns="0" rIns="0" bIns="0" anchor="t">
            <a:spAutoFit/>
          </a:bodyPr>
          <a:lstStyle/>
          <a:p>
            <a:pPr>
              <a:spcBef>
                <a:spcPts val="0"/>
              </a:spcBef>
              <a:spcAft>
                <a:spcPts val="0"/>
              </a:spcAft>
            </a:pPr>
            <a:r>
              <a:rPr sz="1200" b="1" i="0">
                <a:solidFill>
                  <a:srgbClr val="E0861A"/>
                </a:solidFill>
                <a:latin typeface="Quicksand"/>
              </a:rPr>
              <a:t>≈ 2 Jahre</a:t>
            </a:r>
          </a:p>
          <a:p>
            <a:pPr>
              <a:lnSpc>
                <a:spcPct val="112000"/>
              </a:lnSpc>
              <a:spcBef>
                <a:spcPts val="200"/>
              </a:spcBef>
              <a:spcAft>
                <a:spcPts val="0"/>
              </a:spcAft>
            </a:pPr>
            <a:r>
              <a:rPr sz="860" b="0" i="0">
                <a:solidFill>
                  <a:srgbClr val="3D3D3D"/>
                </a:solidFill>
                <a:latin typeface="Open Sans"/>
              </a:rPr>
              <a:t>Durchschnittliche Hilfedauer je Kind (§ 35a SGB VIII) — leicht steigend: 22 Monate (2013) auf 24,6 Monate (2023).</a:t>
            </a:r>
          </a:p>
        </p:txBody>
      </p:sp>
      <p:sp>
        <p:nvSpPr>
          <p:cNvPr id="17" name="TextBox 16"/>
          <p:cNvSpPr txBox="1"/>
          <p:nvPr/>
        </p:nvSpPr>
        <p:spPr>
          <a:xfrm>
            <a:off x="1426464" y="6446520"/>
            <a:ext cx="8686800" cy="274320"/>
          </a:xfrm>
          <a:prstGeom prst="rect">
            <a:avLst/>
          </a:prstGeom>
          <a:noFill/>
        </p:spPr>
        <p:txBody>
          <a:bodyPr wrap="square" lIns="0" tIns="0" rIns="0" bIns="0" anchor="t">
            <a:spAutoFit/>
          </a:bodyPr>
          <a:lstStyle/>
          <a:p>
            <a:pPr>
              <a:lnSpc>
                <a:spcPct val="105000"/>
              </a:lnSpc>
              <a:spcBef>
                <a:spcPts val="0"/>
              </a:spcBef>
              <a:spcAft>
                <a:spcPts val="0"/>
              </a:spcAft>
            </a:pPr>
            <a:r>
              <a:rPr sz="680" b="0" i="0">
                <a:solidFill>
                  <a:srgbClr val="888888"/>
                </a:solidFill>
                <a:latin typeface="Open Sans"/>
              </a:rPr>
              <a:t>Quellen: Bertelsmann Stiftung auf Grundlage KMK (2024) / Klemm, Schuljahre 2008/09–2022/23 (ohne Saarland) · Hilfedauer: AKJStat/HzE-Monitor TU Dortmund, beendete Hilfen nach § 35a SGB VIII — alle Hilfearten, nicht nur Schulbegleitung.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a:t>Sechs Stellschrauben — die Menge stützt, der Preis je Fall drückt</a:t>
            </a:r>
          </a:p>
        </p:txBody>
      </p:sp>
      <p:sp>
        <p:nvSpPr>
          <p:cNvPr id="3" name="Text Placeholder 2"/>
          <p:cNvSpPr>
            <a:spLocks noGrp="1"/>
          </p:cNvSpPr>
          <p:nvPr>
            <p:ph type="body" sz="quarter" idx="12"/>
          </p:nvPr>
        </p:nvSpPr>
        <p:spPr/>
        <p:txBody>
          <a:bodyPr/>
          <a:lstStyle/>
          <a:p>
            <a:r>
              <a:t>Financial Model</a:t>
            </a:r>
          </a:p>
        </p:txBody>
      </p:sp>
      <p:sp>
        <p:nvSpPr>
          <p:cNvPr id="4" name="TextBox 3"/>
          <p:cNvSpPr txBox="1"/>
          <p:nvPr/>
        </p:nvSpPr>
        <p:spPr>
          <a:xfrm>
            <a:off x="1426464"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Neue Löhne — je Stunde brutto, in €</a:t>
            </a:r>
          </a:p>
        </p:txBody>
      </p:sp>
      <p:graphicFrame>
        <p:nvGraphicFramePr>
          <p:cNvPr id="5" name="Chart 4"/>
          <p:cNvGraphicFramePr>
            <a:graphicFrameLocks noGrp="1"/>
          </p:cNvGraphicFramePr>
          <p:nvPr/>
        </p:nvGraphicFramePr>
        <p:xfrm>
          <a:off x="1335024" y="1737360"/>
          <a:ext cx="342900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426464" y="4041648"/>
            <a:ext cx="3246120" cy="402336"/>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888888"/>
                </a:solidFill>
                <a:latin typeface="Open Sans"/>
              </a:rPr>
              <a:t>Der Tarifsatz, mit dem Pinneberg kalkuliert, liegt rund 40 % über dem Mindestlohn (S2 Stufe 5 = 3.330,92 €, 39 Wochenstunden).</a:t>
            </a:r>
          </a:p>
        </p:txBody>
      </p:sp>
      <p:sp>
        <p:nvSpPr>
          <p:cNvPr id="7" name="TextBox 6"/>
          <p:cNvSpPr txBox="1"/>
          <p:nvPr/>
        </p:nvSpPr>
        <p:spPr>
          <a:xfrm>
            <a:off x="4846320"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Nachfrage — begleitete Kinder</a:t>
            </a:r>
          </a:p>
        </p:txBody>
      </p:sp>
      <p:graphicFrame>
        <p:nvGraphicFramePr>
          <p:cNvPr id="8" name="Chart 7"/>
          <p:cNvGraphicFramePr>
            <a:graphicFrameLocks noGrp="1"/>
          </p:cNvGraphicFramePr>
          <p:nvPr/>
        </p:nvGraphicFramePr>
        <p:xfrm>
          <a:off x="4754880" y="1737360"/>
          <a:ext cx="342900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4846320" y="4041648"/>
            <a:ext cx="3246120" cy="402336"/>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888888"/>
                </a:solidFill>
                <a:latin typeface="Open Sans"/>
              </a:rPr>
              <a:t>SH 2014 → 2022 (126 Mio. € Kreisausgaben). Hamburg 2014/15 → 2025/26 (42,15 Mio. €), Budget 2027 nur +4,4 %.</a:t>
            </a:r>
          </a:p>
        </p:txBody>
      </p:sp>
      <p:sp>
        <p:nvSpPr>
          <p:cNvPr id="10" name="TextBox 9"/>
          <p:cNvSpPr txBox="1"/>
          <p:nvPr/>
        </p:nvSpPr>
        <p:spPr>
          <a:xfrm>
            <a:off x="8266175"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Vergütung und Personalschlüssel</a:t>
            </a:r>
          </a:p>
        </p:txBody>
      </p:sp>
      <p:sp>
        <p:nvSpPr>
          <p:cNvPr id="11" name="Rounded Rectangle 10"/>
          <p:cNvSpPr/>
          <p:nvPr/>
        </p:nvSpPr>
        <p:spPr>
          <a:xfrm>
            <a:off x="8266175" y="1737360"/>
            <a:ext cx="3246120" cy="1572768"/>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0" y="1847088"/>
            <a:ext cx="2953512" cy="1353312"/>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So rechnet der Kreis</a:t>
            </a:r>
          </a:p>
          <a:p>
            <a:pPr>
              <a:lnSpc>
                <a:spcPct val="112000"/>
              </a:lnSpc>
              <a:spcBef>
                <a:spcPts val="200"/>
              </a:spcBef>
              <a:spcAft>
                <a:spcPts val="0"/>
              </a:spcAft>
            </a:pPr>
            <a:r>
              <a:rPr sz="819" b="0" i="0">
                <a:solidFill>
                  <a:srgbClr val="3D3D3D"/>
                </a:solidFill>
                <a:latin typeface="Open Sans"/>
              </a:rPr>
              <a:t>Festbetrag aus TVöD SuE S2 Stufe 5, plus 10 % Sachkosten, plus 5 % Verwaltungskostenzuschlag auf die Personalkosten.</a:t>
            </a:r>
          </a:p>
          <a:p>
            <a:pPr>
              <a:lnSpc>
                <a:spcPct val="112000"/>
              </a:lnSpc>
              <a:spcBef>
                <a:spcPts val="200"/>
              </a:spcBef>
              <a:spcAft>
                <a:spcPts val="0"/>
              </a:spcAft>
            </a:pPr>
            <a:r>
              <a:rPr sz="780" b="0" i="0">
                <a:solidFill>
                  <a:srgbClr val="888888"/>
                </a:solidFill>
                <a:latin typeface="Open Sans"/>
              </a:rPr>
              <a:t>TVöD SuE = Tarifvertrag für den öffentlichen Dienst, Sozial- und Erziehungsdienst. S2 ist die unterste Entgeltgruppe für Helfertätigkeiten, die Stufe steht für Berufserfahrung.</a:t>
            </a:r>
          </a:p>
        </p:txBody>
      </p:sp>
      <p:sp>
        <p:nvSpPr>
          <p:cNvPr id="13" name="Rounded Rectangle 12"/>
          <p:cNvSpPr/>
          <p:nvPr/>
        </p:nvSpPr>
        <p:spPr>
          <a:xfrm>
            <a:off x="8266175" y="3419856"/>
            <a:ext cx="3246120" cy="960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0" y="3529584"/>
            <a:ext cx="2953512" cy="740664"/>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Personalschlüssel</a:t>
            </a:r>
          </a:p>
          <a:p>
            <a:pPr>
              <a:lnSpc>
                <a:spcPct val="112000"/>
              </a:lnSpc>
              <a:spcBef>
                <a:spcPts val="200"/>
              </a:spcBef>
              <a:spcAft>
                <a:spcPts val="0"/>
              </a:spcAft>
            </a:pPr>
            <a:r>
              <a:rPr sz="819" b="0" i="0">
                <a:solidFill>
                  <a:srgbClr val="3D3D3D"/>
                </a:solidFill>
                <a:latin typeface="Open Sans"/>
              </a:rPr>
              <a:t>Eine Klassenassistenz je Klasse — 24 Wochenstunden in Klasse 1–2, 30 in Klasse 3–4. Teamleitung 1:15.</a:t>
            </a:r>
          </a:p>
        </p:txBody>
      </p:sp>
      <p:sp>
        <p:nvSpPr>
          <p:cNvPr id="15" name="Rounded Rectangle 14"/>
          <p:cNvSpPr/>
          <p:nvPr/>
        </p:nvSpPr>
        <p:spPr>
          <a:xfrm>
            <a:off x="1426464" y="4590288"/>
            <a:ext cx="3246120" cy="1298448"/>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572768" y="4700016"/>
            <a:ext cx="2953512" cy="1078992"/>
          </a:xfrm>
          <a:prstGeom prst="rect">
            <a:avLst/>
          </a:prstGeom>
          <a:noFill/>
        </p:spPr>
        <p:txBody>
          <a:bodyPr wrap="square" lIns="0" tIns="0" rIns="0" bIns="0" anchor="t">
            <a:spAutoFit/>
          </a:bodyPr>
          <a:lstStyle/>
          <a:p>
            <a:r>
              <a:rPr sz="950" b="1">
                <a:solidFill>
                  <a:srgbClr val="E0861A"/>
                </a:solidFill>
                <a:latin typeface="Quicksand"/>
              </a:rPr>
              <a:t>Vertragsdauer</a:t>
            </a:r>
          </a:p>
          <a:p>
            <a:r>
              <a:rPr sz="860" b="0">
                <a:solidFill>
                  <a:srgbClr val="3D3D3D"/>
                </a:solidFill>
                <a:latin typeface="Open Sans"/>
              </a:rPr>
              <a:t>Das Datum 01.11.2024–31.07.2029 stammt aus dem alten Pinneberger Klassenassistenz-Verfahren; es ist kein aktueller Base Case, da kein Zuschlag erteilt wurde. Die ökonomische Lehre bleibt: lange Festpreise ohne Tarifausgleich sind möglich.</a:t>
            </a:r>
          </a:p>
        </p:txBody>
      </p:sp>
      <p:sp>
        <p:nvSpPr>
          <p:cNvPr id="17" name="Rounded Rectangle 16"/>
          <p:cNvSpPr/>
          <p:nvPr/>
        </p:nvSpPr>
        <p:spPr>
          <a:xfrm>
            <a:off x="4846320" y="4590288"/>
            <a:ext cx="3246120" cy="129844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992624" y="4700016"/>
            <a:ext cx="2953512" cy="1078992"/>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Gerichtsverfahren Pinneberg</a:t>
            </a:r>
          </a:p>
          <a:p>
            <a:pPr>
              <a:lnSpc>
                <a:spcPct val="112000"/>
              </a:lnSpc>
              <a:spcBef>
                <a:spcPts val="200"/>
              </a:spcBef>
              <a:spcAft>
                <a:spcPts val="0"/>
              </a:spcAft>
            </a:pPr>
            <a:r>
              <a:rPr sz="840" b="0" i="0">
                <a:solidFill>
                  <a:srgbClr val="3D3D3D"/>
                </a:solidFill>
                <a:latin typeface="Open Sans"/>
              </a:rPr>
              <a:t>Vier Träger klagten, das OVG Schleswig wies sie am 03.09.2024 unanfechtbar ab (5 MB 7/24). Kein Bestandsschutz, kein Abwehrrecht. Das Verfahren selbst ist seit 2024 ohne Zuschlag.</a:t>
            </a:r>
          </a:p>
        </p:txBody>
      </p:sp>
      <p:sp>
        <p:nvSpPr>
          <p:cNvPr id="19" name="Rounded Rectangle 18"/>
          <p:cNvSpPr/>
          <p:nvPr/>
        </p:nvSpPr>
        <p:spPr>
          <a:xfrm>
            <a:off x="8266175" y="4590288"/>
            <a:ext cx="3246120" cy="1298448"/>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412480" y="4700016"/>
            <a:ext cx="2953512" cy="1078992"/>
          </a:xfrm>
          <a:prstGeom prst="rect">
            <a:avLst/>
          </a:prstGeom>
          <a:noFill/>
        </p:spPr>
        <p:txBody>
          <a:bodyPr wrap="square" lIns="0" tIns="0" rIns="0" bIns="0" anchor="t">
            <a:spAutoFit/>
          </a:bodyPr>
          <a:lstStyle/>
          <a:p>
            <a:r>
              <a:rPr sz="950" b="1">
                <a:solidFill>
                  <a:srgbClr val="1A70B8"/>
                </a:solidFill>
                <a:latin typeface="Quicksand"/>
              </a:rPr>
              <a:t>Unterm Strich</a:t>
            </a:r>
          </a:p>
          <a:p>
            <a:r>
              <a:rPr sz="860" b="0">
                <a:solidFill>
                  <a:srgbClr val="3D3D3D"/>
                </a:solidFill>
                <a:latin typeface="Open Sans"/>
              </a:rPr>
              <a:t>Die Menge wächst, aber Standard-1:1-Stunden werden gedeckelt oder gepoolt. SKPs Umsatz ist nur dann robust, wenn SKP den Standort-/Poolvertrag gewinnt oder komplexe Individualfälle hält.</a:t>
            </a:r>
          </a:p>
        </p:txBody>
      </p:sp>
      <p:sp>
        <p:nvSpPr>
          <p:cNvPr id="21" name="TextBox 20"/>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BMAS Mindestlohn 2026/27 · TVöD SuE Tabelle 01.05.2026–31.03.2027, Stundensätze eigene Umrechnung · Kreis Pinneberg, Konzept Klassenassistenz · Landtag SH Umdruck 20/6362 · BSFB Hamburg 26.06.2026 · TED 246925-2024 · OVG Schleswig 5 MB 7/24.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a:t>Der Zielzustand: Pool + multiprofessionelles Team</a:t>
            </a:r>
          </a:p>
        </p:txBody>
      </p:sp>
      <p:sp>
        <p:nvSpPr>
          <p:cNvPr id="3" name="Text Placeholder 2"/>
          <p:cNvSpPr>
            <a:spLocks noGrp="1"/>
          </p:cNvSpPr>
          <p:nvPr>
            <p:ph type="body" sz="quarter" idx="12"/>
          </p:nvPr>
        </p:nvSpPr>
        <p:spPr/>
        <p:txBody>
          <a:bodyPr/>
          <a:lstStyle/>
          <a:p>
            <a:r>
              <a:t>Alle Modelle</a:t>
            </a:r>
          </a:p>
        </p:txBody>
      </p:sp>
      <p:sp>
        <p:nvSpPr>
          <p:cNvPr id="4" name="TextBox 3"/>
          <p:cNvSpPr txBox="1"/>
          <p:nvPr/>
        </p:nvSpPr>
        <p:spPr>
          <a:xfrm>
            <a:off x="1426464"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Worauf es hinausläuft</a:t>
            </a:r>
          </a:p>
        </p:txBody>
      </p:sp>
      <p:sp>
        <p:nvSpPr>
          <p:cNvPr id="11" name="TextBox 10"/>
          <p:cNvSpPr txBox="1"/>
          <p:nvPr/>
        </p:nvSpPr>
        <p:spPr>
          <a:xfrm>
            <a:off x="4846320"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Wird bereits erprobt</a:t>
            </a:r>
          </a:p>
        </p:txBody>
      </p:sp>
      <p:sp>
        <p:nvSpPr>
          <p:cNvPr id="12" name="Rectangle 11"/>
          <p:cNvSpPr/>
          <p:nvPr/>
        </p:nvSpPr>
        <p:spPr>
          <a:xfrm>
            <a:off x="4882896" y="1773936"/>
            <a:ext cx="36576" cy="3877056"/>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3459" y="1737360"/>
            <a:ext cx="155448" cy="155448"/>
          </a:xfrm>
          <a:prstGeom prst="ellipse">
            <a:avLst/>
          </a:prstGeom>
          <a:solidFill>
            <a:srgbClr val="6E7D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38928" y="1709928"/>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6E7D00"/>
                </a:solidFill>
                <a:latin typeface="Quicksand"/>
              </a:rPr>
              <a:t>2013/14</a:t>
            </a:r>
          </a:p>
        </p:txBody>
      </p:sp>
      <p:sp>
        <p:nvSpPr>
          <p:cNvPr id="15" name="TextBox 14"/>
          <p:cNvSpPr txBox="1"/>
          <p:nvPr/>
        </p:nvSpPr>
        <p:spPr>
          <a:xfrm>
            <a:off x="5943600" y="1709928"/>
            <a:ext cx="2148840" cy="512064"/>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3D3D3D"/>
                </a:solidFill>
                <a:latin typeface="Open Sans"/>
              </a:rPr>
              <a:t>Lübeck: Poolmodell flächendeckend, Budget aus Sozialdaten und Inklusionsquote</a:t>
            </a:r>
          </a:p>
        </p:txBody>
      </p:sp>
      <p:sp>
        <p:nvSpPr>
          <p:cNvPr id="16" name="Oval 15"/>
          <p:cNvSpPr/>
          <p:nvPr/>
        </p:nvSpPr>
        <p:spPr>
          <a:xfrm>
            <a:off x="4823459" y="2304288"/>
            <a:ext cx="155448" cy="155448"/>
          </a:xfrm>
          <a:prstGeom prst="ellipse">
            <a:avLst/>
          </a:prstGeom>
          <a:solidFill>
            <a:srgbClr val="C03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2276856"/>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C0392B"/>
                </a:solidFill>
                <a:latin typeface="Quicksand"/>
              </a:rPr>
              <a:t>2018</a:t>
            </a:r>
          </a:p>
        </p:txBody>
      </p:sp>
      <p:sp>
        <p:nvSpPr>
          <p:cNvPr id="18" name="TextBox 17"/>
          <p:cNvSpPr txBox="1"/>
          <p:nvPr/>
        </p:nvSpPr>
        <p:spPr>
          <a:xfrm>
            <a:off x="5943600" y="2276856"/>
            <a:ext cx="2148840" cy="512064"/>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3D3D3D"/>
                </a:solidFill>
                <a:latin typeface="Open Sans"/>
              </a:rPr>
              <a:t>Kreis Pinneberg startet den Pool mit dem Testträger „Familienräume“ an 7 Grundschulen in Tornesch-Uetersen</a:t>
            </a:r>
          </a:p>
        </p:txBody>
      </p:sp>
      <p:sp>
        <p:nvSpPr>
          <p:cNvPr id="19" name="Oval 18"/>
          <p:cNvSpPr/>
          <p:nvPr/>
        </p:nvSpPr>
        <p:spPr>
          <a:xfrm>
            <a:off x="4823459" y="2871216"/>
            <a:ext cx="155448" cy="155448"/>
          </a:xfrm>
          <a:prstGeom prst="ellipse">
            <a:avLst/>
          </a:prstGeom>
          <a:solidFill>
            <a:srgbClr val="E0861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38928" y="2843784"/>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E0861A"/>
                </a:solidFill>
                <a:latin typeface="Quicksand"/>
              </a:rPr>
              <a:t>2020/21</a:t>
            </a:r>
          </a:p>
        </p:txBody>
      </p:sp>
      <p:sp>
        <p:nvSpPr>
          <p:cNvPr id="21" name="TextBox 20"/>
          <p:cNvSpPr txBox="1"/>
          <p:nvPr/>
        </p:nvSpPr>
        <p:spPr>
          <a:xfrm>
            <a:off x="5943600" y="2843784"/>
            <a:ext cx="2148840" cy="512064"/>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3D3D3D"/>
                </a:solidFill>
                <a:latin typeface="Open Sans"/>
              </a:rPr>
              <a:t>Ostholstein: 7 Modellschulen, u. a. Inselschule Fehmarn und Neustädter Bucht. Je Schule ein eigener Pool</a:t>
            </a:r>
          </a:p>
        </p:txBody>
      </p:sp>
      <p:sp>
        <p:nvSpPr>
          <p:cNvPr id="22" name="Oval 21"/>
          <p:cNvSpPr/>
          <p:nvPr/>
        </p:nvSpPr>
        <p:spPr>
          <a:xfrm>
            <a:off x="4823459" y="3438144"/>
            <a:ext cx="155448" cy="155448"/>
          </a:xfrm>
          <a:prstGeom prst="ellipse">
            <a:avLst/>
          </a:prstGeom>
          <a:solidFill>
            <a:srgbClr val="6E7D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38928" y="3410712"/>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6E7D00"/>
                </a:solidFill>
                <a:latin typeface="Quicksand"/>
              </a:rPr>
              <a:t>2022/23</a:t>
            </a:r>
          </a:p>
        </p:txBody>
      </p:sp>
      <p:sp>
        <p:nvSpPr>
          <p:cNvPr id="24" name="TextBox 23"/>
          <p:cNvSpPr txBox="1"/>
          <p:nvPr/>
        </p:nvSpPr>
        <p:spPr>
          <a:xfrm>
            <a:off x="5943600" y="3410712"/>
            <a:ext cx="2148840" cy="512064"/>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3D3D3D"/>
                </a:solidFill>
                <a:latin typeface="Open Sans"/>
              </a:rPr>
              <a:t>Flensburg: alle Grundschulen, keine Einzelanträge mehr</a:t>
            </a:r>
          </a:p>
        </p:txBody>
      </p:sp>
      <p:sp>
        <p:nvSpPr>
          <p:cNvPr id="25" name="Oval 24"/>
          <p:cNvSpPr/>
          <p:nvPr/>
        </p:nvSpPr>
        <p:spPr>
          <a:xfrm>
            <a:off x="4823459" y="4005072"/>
            <a:ext cx="155448" cy="155448"/>
          </a:xfrm>
          <a:prstGeom prst="ellipse">
            <a:avLst/>
          </a:prstGeom>
          <a:solidFill>
            <a:srgbClr val="C03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38928" y="3977639"/>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C0392B"/>
                </a:solidFill>
                <a:latin typeface="Quicksand"/>
              </a:rPr>
              <a:t>2024</a:t>
            </a:r>
          </a:p>
        </p:txBody>
      </p:sp>
      <p:sp>
        <p:nvSpPr>
          <p:cNvPr id="27" name="TextBox 26"/>
          <p:cNvSpPr txBox="1"/>
          <p:nvPr/>
        </p:nvSpPr>
        <p:spPr>
          <a:xfrm>
            <a:off x="5943600" y="3977639"/>
            <a:ext cx="2148840" cy="512064"/>
          </a:xfrm>
          <a:prstGeom prst="rect">
            <a:avLst/>
          </a:prstGeom>
          <a:noFill/>
        </p:spPr>
        <p:txBody>
          <a:bodyPr wrap="square" lIns="0" tIns="0" rIns="0" bIns="0" anchor="t">
            <a:spAutoFit/>
          </a:bodyPr>
          <a:lstStyle/>
          <a:p>
            <a:pPr>
              <a:lnSpc>
                <a:spcPct val="115000"/>
              </a:lnSpc>
              <a:spcBef>
                <a:spcPts val="0"/>
              </a:spcBef>
              <a:spcAft>
                <a:spcPts val="0"/>
              </a:spcAft>
            </a:pPr>
            <a:r>
              <a:rPr sz="780" b="0" i="0">
                <a:solidFill>
                  <a:srgbClr val="3D3D3D"/>
                </a:solidFill>
                <a:latin typeface="Open Sans"/>
              </a:rPr>
              <a:t>EU-Ausschreibung „Klassenassistenz“ — bis heute kein Zuschlag. Kreistag verschiebt am 11.12.2024 um zwei Jahre</a:t>
            </a:r>
          </a:p>
        </p:txBody>
      </p:sp>
      <p:sp>
        <p:nvSpPr>
          <p:cNvPr id="28" name="Oval 27"/>
          <p:cNvSpPr/>
          <p:nvPr/>
        </p:nvSpPr>
        <p:spPr>
          <a:xfrm>
            <a:off x="4823459" y="4572000"/>
            <a:ext cx="155448" cy="155448"/>
          </a:xfrm>
          <a:prstGeom prst="ellipse">
            <a:avLst/>
          </a:prstGeom>
          <a:solidFill>
            <a:srgbClr val="1A70B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38928" y="4544568"/>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1A70B8"/>
                </a:solidFill>
                <a:latin typeface="Quicksand"/>
              </a:rPr>
              <a:t>seit 2025</a:t>
            </a:r>
          </a:p>
        </p:txBody>
      </p:sp>
      <p:sp>
        <p:nvSpPr>
          <p:cNvPr id="30" name="TextBox 29"/>
          <p:cNvSpPr txBox="1"/>
          <p:nvPr/>
        </p:nvSpPr>
        <p:spPr>
          <a:xfrm>
            <a:off x="5943600" y="4544568"/>
            <a:ext cx="2148840" cy="405496"/>
          </a:xfrm>
          <a:prstGeom prst="rect">
            <a:avLst/>
          </a:prstGeom>
          <a:noFill/>
        </p:spPr>
        <p:txBody>
          <a:bodyPr wrap="square" lIns="0" tIns="0" rIns="0" bIns="0" anchor="t">
            <a:spAutoFit/>
          </a:bodyPr>
          <a:lstStyle/>
          <a:p>
            <a:pPr>
              <a:lnSpc>
                <a:spcPct val="115000"/>
              </a:lnSpc>
              <a:spcBef>
                <a:spcPts val="0"/>
              </a:spcBef>
              <a:spcAft>
                <a:spcPts val="0"/>
              </a:spcAft>
            </a:pPr>
            <a:r>
              <a:rPr sz="780" b="0" i="0" dirty="0">
                <a:solidFill>
                  <a:srgbClr val="3D3D3D"/>
                </a:solidFill>
                <a:latin typeface="Open Sans"/>
              </a:rPr>
              <a:t>Robert Bosch Stiftung und Deutsche Telekom Stiftung </a:t>
            </a:r>
            <a:r>
              <a:rPr sz="780" b="0" i="0" dirty="0" err="1">
                <a:solidFill>
                  <a:srgbClr val="3D3D3D"/>
                </a:solidFill>
                <a:latin typeface="Open Sans"/>
              </a:rPr>
              <a:t>fördern</a:t>
            </a:r>
            <a:r>
              <a:rPr sz="780" b="0" i="0" dirty="0">
                <a:solidFill>
                  <a:srgbClr val="3D3D3D"/>
                </a:solidFill>
                <a:latin typeface="Open Sans"/>
              </a:rPr>
              <a:t> die </a:t>
            </a:r>
            <a:r>
              <a:rPr sz="780" b="0" i="0" dirty="0" err="1">
                <a:solidFill>
                  <a:srgbClr val="3D3D3D"/>
                </a:solidFill>
                <a:latin typeface="Open Sans"/>
              </a:rPr>
              <a:t>Weiterentwicklung</a:t>
            </a:r>
            <a:r>
              <a:rPr lang="de-DE" sz="780" b="0" i="0" dirty="0">
                <a:solidFill>
                  <a:srgbClr val="3D3D3D"/>
                </a:solidFill>
                <a:latin typeface="Open Sans"/>
              </a:rPr>
              <a:t> </a:t>
            </a:r>
            <a:r>
              <a:rPr lang="de-DE" sz="780" b="0" i="0">
                <a:solidFill>
                  <a:srgbClr val="3D3D3D"/>
                </a:solidFill>
                <a:latin typeface="Open Sans"/>
              </a:rPr>
              <a:t>der Poolmodelle</a:t>
            </a:r>
            <a:endParaRPr sz="780" b="0" i="0" dirty="0">
              <a:solidFill>
                <a:srgbClr val="3D3D3D"/>
              </a:solidFill>
              <a:latin typeface="Open Sans"/>
            </a:endParaRPr>
          </a:p>
        </p:txBody>
      </p:sp>
      <p:sp>
        <p:nvSpPr>
          <p:cNvPr id="31" name="Oval 30"/>
          <p:cNvSpPr/>
          <p:nvPr/>
        </p:nvSpPr>
        <p:spPr>
          <a:xfrm>
            <a:off x="4823459" y="5138928"/>
            <a:ext cx="155448" cy="155448"/>
          </a:xfrm>
          <a:prstGeom prst="ellipse">
            <a:avLst/>
          </a:prstGeom>
          <a:solidFill>
            <a:srgbClr val="1A70B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38928" y="5111496"/>
            <a:ext cx="768096" cy="201168"/>
          </a:xfrm>
          <a:prstGeom prst="rect">
            <a:avLst/>
          </a:prstGeom>
          <a:noFill/>
        </p:spPr>
        <p:txBody>
          <a:bodyPr wrap="square" lIns="0" tIns="0" rIns="0" bIns="0" anchor="t">
            <a:spAutoFit/>
          </a:bodyPr>
          <a:lstStyle/>
          <a:p>
            <a:pPr>
              <a:spcBef>
                <a:spcPts val="0"/>
              </a:spcBef>
              <a:spcAft>
                <a:spcPts val="0"/>
              </a:spcAft>
            </a:pPr>
            <a:r>
              <a:rPr sz="840" b="1" i="0">
                <a:solidFill>
                  <a:srgbClr val="1A70B8"/>
                </a:solidFill>
                <a:latin typeface="Quicksand"/>
              </a:rPr>
              <a:t>2026/27</a:t>
            </a:r>
          </a:p>
        </p:txBody>
      </p:sp>
      <p:sp>
        <p:nvSpPr>
          <p:cNvPr id="33" name="TextBox 32"/>
          <p:cNvSpPr txBox="1"/>
          <p:nvPr/>
        </p:nvSpPr>
        <p:spPr>
          <a:xfrm>
            <a:off x="5943600" y="5111496"/>
            <a:ext cx="2148840" cy="512064"/>
          </a:xfrm>
          <a:prstGeom prst="rect">
            <a:avLst/>
          </a:prstGeom>
          <a:noFill/>
        </p:spPr>
        <p:txBody>
          <a:bodyPr wrap="square" lIns="0" tIns="0" rIns="0" bIns="0" anchor="t">
            <a:spAutoFit/>
          </a:bodyPr>
          <a:lstStyle/>
          <a:p>
            <a:r>
              <a:rPr sz="850">
                <a:solidFill>
                  <a:srgbClr val="3D3D3D"/>
                </a:solidFill>
                <a:latin typeface="Open Sans"/>
              </a:rPr>
              <a:t>Hamburg: Kombinationsmaßnahmen, eine Kraft für mehrere Kinder; SH-Modellkommunen starten stufenweise 2026/27</a:t>
            </a:r>
          </a:p>
        </p:txBody>
      </p:sp>
      <p:sp>
        <p:nvSpPr>
          <p:cNvPr id="34" name="TextBox 33"/>
          <p:cNvSpPr txBox="1"/>
          <p:nvPr/>
        </p:nvSpPr>
        <p:spPr>
          <a:xfrm>
            <a:off x="8266175"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Einzugsgebiete Schulbegleitung</a:t>
            </a:r>
          </a:p>
        </p:txBody>
      </p:sp>
      <p:sp>
        <p:nvSpPr>
          <p:cNvPr id="35" name="TextBox 34"/>
          <p:cNvSpPr txBox="1"/>
          <p:nvPr/>
        </p:nvSpPr>
        <p:spPr>
          <a:xfrm>
            <a:off x="8266175" y="1700784"/>
            <a:ext cx="3246120" cy="219456"/>
          </a:xfrm>
          <a:prstGeom prst="rect">
            <a:avLst/>
          </a:prstGeom>
          <a:noFill/>
        </p:spPr>
        <p:txBody>
          <a:bodyPr wrap="square" lIns="0" tIns="0" rIns="0" bIns="0" anchor="t">
            <a:spAutoFit/>
          </a:bodyPr>
          <a:lstStyle/>
          <a:p>
            <a:pPr>
              <a:lnSpc>
                <a:spcPct val="115000"/>
              </a:lnSpc>
              <a:spcBef>
                <a:spcPts val="0"/>
              </a:spcBef>
              <a:spcAft>
                <a:spcPts val="0"/>
              </a:spcAft>
            </a:pPr>
            <a:r>
              <a:rPr sz="740" b="0" i="0">
                <a:solidFill>
                  <a:srgbClr val="888888"/>
                </a:solidFill>
                <a:latin typeface="Open Sans"/>
              </a:rPr>
              <a:t>Kräftig = öffentlich belegte Schulbegleitung. Drei Anbieter teilen sich einen Kreis, zwei Verbände decken das Land ab.</a:t>
            </a:r>
          </a:p>
        </p:txBody>
      </p:sp>
      <p:pic>
        <p:nvPicPr>
          <p:cNvPr id="36" name="Picture 35" descr="karte_skp.png"/>
          <p:cNvPicPr>
            <a:picLocks noChangeAspect="1"/>
          </p:cNvPicPr>
          <p:nvPr/>
        </p:nvPicPr>
        <p:blipFill>
          <a:blip r:embed="rId3"/>
          <a:stretch>
            <a:fillRect/>
          </a:stretch>
        </p:blipFill>
        <p:spPr>
          <a:xfrm>
            <a:off x="8266175" y="1938528"/>
            <a:ext cx="920996" cy="768096"/>
          </a:xfrm>
          <a:prstGeom prst="rect">
            <a:avLst/>
          </a:prstGeom>
        </p:spPr>
      </p:pic>
      <p:sp>
        <p:nvSpPr>
          <p:cNvPr id="37" name="TextBox 36"/>
          <p:cNvSpPr txBox="1"/>
          <p:nvPr/>
        </p:nvSpPr>
        <p:spPr>
          <a:xfrm>
            <a:off x="9326880" y="1993392"/>
            <a:ext cx="2185416" cy="182880"/>
          </a:xfrm>
          <a:prstGeom prst="rect">
            <a:avLst/>
          </a:prstGeom>
          <a:noFill/>
        </p:spPr>
        <p:txBody>
          <a:bodyPr wrap="square" lIns="0" tIns="0" rIns="0" bIns="0" anchor="t">
            <a:spAutoFit/>
          </a:bodyPr>
          <a:lstStyle/>
          <a:p>
            <a:pPr>
              <a:spcBef>
                <a:spcPts val="0"/>
              </a:spcBef>
              <a:spcAft>
                <a:spcPts val="0"/>
              </a:spcAft>
            </a:pPr>
            <a:r>
              <a:rPr sz="819" b="1" i="0">
                <a:solidFill>
                  <a:srgbClr val="1A70B8"/>
                </a:solidFill>
                <a:latin typeface="Quicksand"/>
              </a:rPr>
              <a:t>SKP</a:t>
            </a:r>
          </a:p>
        </p:txBody>
      </p:sp>
      <p:sp>
        <p:nvSpPr>
          <p:cNvPr id="38" name="TextBox 37"/>
          <p:cNvSpPr txBox="1"/>
          <p:nvPr/>
        </p:nvSpPr>
        <p:spPr>
          <a:xfrm>
            <a:off x="9326880" y="2176272"/>
            <a:ext cx="2185416" cy="420624"/>
          </a:xfrm>
          <a:prstGeom prst="rect">
            <a:avLst/>
          </a:prstGeom>
          <a:noFill/>
        </p:spPr>
        <p:txBody>
          <a:bodyPr wrap="square" lIns="0" tIns="0" rIns="0" bIns="0" anchor="t">
            <a:spAutoFit/>
          </a:bodyPr>
          <a:lstStyle/>
          <a:p>
            <a:pPr>
              <a:lnSpc>
                <a:spcPct val="115000"/>
              </a:lnSpc>
              <a:spcBef>
                <a:spcPts val="0"/>
              </a:spcBef>
              <a:spcAft>
                <a:spcPts val="0"/>
              </a:spcAft>
            </a:pPr>
            <a:r>
              <a:rPr sz="700" b="0" i="0">
                <a:solidFill>
                  <a:srgbClr val="888888"/>
                </a:solidFill>
                <a:latin typeface="Open Sans"/>
              </a:rPr>
              <a:t>Nur Kreis Pinneberg — s-k-p.net nennt kein weiteres Gebiet. Weitere Regionen wären im Datenraum zu belegen.</a:t>
            </a:r>
          </a:p>
        </p:txBody>
      </p:sp>
      <p:pic>
        <p:nvPicPr>
          <p:cNvPr id="39" name="Picture 38" descr="karte_fib.png"/>
          <p:cNvPicPr>
            <a:picLocks noChangeAspect="1"/>
          </p:cNvPicPr>
          <p:nvPr/>
        </p:nvPicPr>
        <p:blipFill>
          <a:blip r:embed="rId4"/>
          <a:stretch>
            <a:fillRect/>
          </a:stretch>
        </p:blipFill>
        <p:spPr>
          <a:xfrm>
            <a:off x="8266175" y="2798064"/>
            <a:ext cx="920996" cy="768096"/>
          </a:xfrm>
          <a:prstGeom prst="rect">
            <a:avLst/>
          </a:prstGeom>
        </p:spPr>
      </p:pic>
      <p:sp>
        <p:nvSpPr>
          <p:cNvPr id="40" name="TextBox 39"/>
          <p:cNvSpPr txBox="1"/>
          <p:nvPr/>
        </p:nvSpPr>
        <p:spPr>
          <a:xfrm>
            <a:off x="9326880" y="2852928"/>
            <a:ext cx="2185416" cy="182880"/>
          </a:xfrm>
          <a:prstGeom prst="rect">
            <a:avLst/>
          </a:prstGeom>
          <a:noFill/>
        </p:spPr>
        <p:txBody>
          <a:bodyPr wrap="square" lIns="0" tIns="0" rIns="0" bIns="0" anchor="t">
            <a:spAutoFit/>
          </a:bodyPr>
          <a:lstStyle/>
          <a:p>
            <a:pPr>
              <a:spcBef>
                <a:spcPts val="0"/>
              </a:spcBef>
              <a:spcAft>
                <a:spcPts val="0"/>
              </a:spcAft>
            </a:pPr>
            <a:r>
              <a:rPr sz="819" b="1" i="0">
                <a:solidFill>
                  <a:srgbClr val="963A96"/>
                </a:solidFill>
                <a:latin typeface="Quicksand"/>
              </a:rPr>
              <a:t>FiB — Familien im Blick</a:t>
            </a:r>
          </a:p>
        </p:txBody>
      </p:sp>
      <p:sp>
        <p:nvSpPr>
          <p:cNvPr id="41" name="TextBox 40"/>
          <p:cNvSpPr txBox="1"/>
          <p:nvPr/>
        </p:nvSpPr>
        <p:spPr>
          <a:xfrm>
            <a:off x="9326880" y="3035808"/>
            <a:ext cx="2185416" cy="420624"/>
          </a:xfrm>
          <a:prstGeom prst="rect">
            <a:avLst/>
          </a:prstGeom>
          <a:noFill/>
        </p:spPr>
        <p:txBody>
          <a:bodyPr wrap="square" lIns="0" tIns="0" rIns="0" bIns="0" anchor="t">
            <a:spAutoFit/>
          </a:bodyPr>
          <a:lstStyle/>
          <a:p>
            <a:pPr>
              <a:lnSpc>
                <a:spcPct val="115000"/>
              </a:lnSpc>
              <a:spcBef>
                <a:spcPts val="0"/>
              </a:spcBef>
              <a:spcAft>
                <a:spcPts val="0"/>
              </a:spcAft>
            </a:pPr>
            <a:r>
              <a:rPr sz="700" b="0" i="0">
                <a:solidFill>
                  <a:srgbClr val="888888"/>
                </a:solidFill>
                <a:latin typeface="Open Sans"/>
              </a:rPr>
              <a:t>Kreis Pinneberg und Hamburg, Sitz Pinneberg (fib-pinneberg.de).</a:t>
            </a:r>
          </a:p>
        </p:txBody>
      </p:sp>
      <p:pic>
        <p:nvPicPr>
          <p:cNvPr id="42" name="Picture 41" descr="karte_familienraeume.png"/>
          <p:cNvPicPr>
            <a:picLocks noChangeAspect="1"/>
          </p:cNvPicPr>
          <p:nvPr/>
        </p:nvPicPr>
        <p:blipFill>
          <a:blip r:embed="rId5"/>
          <a:stretch>
            <a:fillRect/>
          </a:stretch>
        </p:blipFill>
        <p:spPr>
          <a:xfrm>
            <a:off x="8266175" y="3657600"/>
            <a:ext cx="920996" cy="768096"/>
          </a:xfrm>
          <a:prstGeom prst="rect">
            <a:avLst/>
          </a:prstGeom>
        </p:spPr>
      </p:pic>
      <p:sp>
        <p:nvSpPr>
          <p:cNvPr id="43" name="TextBox 42"/>
          <p:cNvSpPr txBox="1"/>
          <p:nvPr/>
        </p:nvSpPr>
        <p:spPr>
          <a:xfrm>
            <a:off x="9326880" y="3712463"/>
            <a:ext cx="2185416" cy="182880"/>
          </a:xfrm>
          <a:prstGeom prst="rect">
            <a:avLst/>
          </a:prstGeom>
          <a:noFill/>
        </p:spPr>
        <p:txBody>
          <a:bodyPr wrap="square" lIns="0" tIns="0" rIns="0" bIns="0" anchor="t">
            <a:spAutoFit/>
          </a:bodyPr>
          <a:lstStyle/>
          <a:p>
            <a:pPr>
              <a:spcBef>
                <a:spcPts val="0"/>
              </a:spcBef>
              <a:spcAft>
                <a:spcPts val="0"/>
              </a:spcAft>
            </a:pPr>
            <a:r>
              <a:rPr sz="819" b="1" i="0">
                <a:solidFill>
                  <a:srgbClr val="C0392B"/>
                </a:solidFill>
                <a:latin typeface="Quicksand"/>
              </a:rPr>
              <a:t>Familienräume</a:t>
            </a:r>
          </a:p>
        </p:txBody>
      </p:sp>
      <p:sp>
        <p:nvSpPr>
          <p:cNvPr id="44" name="TextBox 43"/>
          <p:cNvSpPr txBox="1"/>
          <p:nvPr/>
        </p:nvSpPr>
        <p:spPr>
          <a:xfrm>
            <a:off x="9326880" y="3895344"/>
            <a:ext cx="2185416" cy="420624"/>
          </a:xfrm>
          <a:prstGeom prst="rect">
            <a:avLst/>
          </a:prstGeom>
          <a:noFill/>
        </p:spPr>
        <p:txBody>
          <a:bodyPr wrap="square" lIns="0" tIns="0" rIns="0" bIns="0" anchor="t">
            <a:spAutoFit/>
          </a:bodyPr>
          <a:lstStyle/>
          <a:p>
            <a:pPr>
              <a:lnSpc>
                <a:spcPct val="115000"/>
              </a:lnSpc>
              <a:spcBef>
                <a:spcPts val="0"/>
              </a:spcBef>
              <a:spcAft>
                <a:spcPts val="0"/>
              </a:spcAft>
            </a:pPr>
            <a:r>
              <a:rPr sz="700" b="0" i="0">
                <a:solidFill>
                  <a:srgbClr val="888888"/>
                </a:solidFill>
                <a:latin typeface="Open Sans"/>
              </a:rPr>
              <a:t>Ganzer Kreis Pinneberg, Pilot in Tornesch/Uetersen (familienraeume.de).</a:t>
            </a:r>
          </a:p>
        </p:txBody>
      </p:sp>
      <p:pic>
        <p:nvPicPr>
          <p:cNvPr id="45" name="Picture 44" descr="karte_awo.png"/>
          <p:cNvPicPr>
            <a:picLocks noChangeAspect="1"/>
          </p:cNvPicPr>
          <p:nvPr/>
        </p:nvPicPr>
        <p:blipFill>
          <a:blip r:embed="rId6"/>
          <a:stretch>
            <a:fillRect/>
          </a:stretch>
        </p:blipFill>
        <p:spPr>
          <a:xfrm>
            <a:off x="8266175" y="4517136"/>
            <a:ext cx="920996" cy="768096"/>
          </a:xfrm>
          <a:prstGeom prst="rect">
            <a:avLst/>
          </a:prstGeom>
        </p:spPr>
      </p:pic>
      <p:sp>
        <p:nvSpPr>
          <p:cNvPr id="46" name="TextBox 45"/>
          <p:cNvSpPr txBox="1"/>
          <p:nvPr/>
        </p:nvSpPr>
        <p:spPr>
          <a:xfrm>
            <a:off x="9326880" y="4571999"/>
            <a:ext cx="2185416" cy="182880"/>
          </a:xfrm>
          <a:prstGeom prst="rect">
            <a:avLst/>
          </a:prstGeom>
          <a:noFill/>
        </p:spPr>
        <p:txBody>
          <a:bodyPr wrap="square" lIns="0" tIns="0" rIns="0" bIns="0" anchor="t">
            <a:spAutoFit/>
          </a:bodyPr>
          <a:lstStyle/>
          <a:p>
            <a:pPr>
              <a:spcBef>
                <a:spcPts val="0"/>
              </a:spcBef>
              <a:spcAft>
                <a:spcPts val="0"/>
              </a:spcAft>
            </a:pPr>
            <a:r>
              <a:rPr sz="819" b="1" i="0">
                <a:solidFill>
                  <a:srgbClr val="E0861A"/>
                </a:solidFill>
                <a:latin typeface="Quicksand"/>
              </a:rPr>
              <a:t>AWO Schleswig-Holstein</a:t>
            </a:r>
          </a:p>
        </p:txBody>
      </p:sp>
      <p:sp>
        <p:nvSpPr>
          <p:cNvPr id="47" name="TextBox 46"/>
          <p:cNvSpPr txBox="1"/>
          <p:nvPr/>
        </p:nvSpPr>
        <p:spPr>
          <a:xfrm>
            <a:off x="9326880" y="4754879"/>
            <a:ext cx="2185416" cy="420624"/>
          </a:xfrm>
          <a:prstGeom prst="rect">
            <a:avLst/>
          </a:prstGeom>
          <a:noFill/>
        </p:spPr>
        <p:txBody>
          <a:bodyPr wrap="square" lIns="0" tIns="0" rIns="0" bIns="0" anchor="t">
            <a:spAutoFit/>
          </a:bodyPr>
          <a:lstStyle/>
          <a:p>
            <a:pPr>
              <a:lnSpc>
                <a:spcPct val="115000"/>
              </a:lnSpc>
              <a:spcBef>
                <a:spcPts val="0"/>
              </a:spcBef>
              <a:spcAft>
                <a:spcPts val="0"/>
              </a:spcAft>
            </a:pPr>
            <a:r>
              <a:rPr sz="700" b="0" i="0">
                <a:solidFill>
                  <a:srgbClr val="888888"/>
                </a:solidFill>
                <a:latin typeface="Open Sans"/>
              </a:rPr>
              <a:t>Neun Kreise und kreisfreie Städte (awo-sh.de, Standortliste).</a:t>
            </a:r>
          </a:p>
        </p:txBody>
      </p:sp>
      <p:pic>
        <p:nvPicPr>
          <p:cNvPr id="48" name="Picture 47" descr="karte_lebenshilfe.png"/>
          <p:cNvPicPr>
            <a:picLocks noChangeAspect="1"/>
          </p:cNvPicPr>
          <p:nvPr/>
        </p:nvPicPr>
        <p:blipFill>
          <a:blip r:embed="rId7"/>
          <a:stretch>
            <a:fillRect/>
          </a:stretch>
        </p:blipFill>
        <p:spPr>
          <a:xfrm>
            <a:off x="8266175" y="5376671"/>
            <a:ext cx="920996" cy="768096"/>
          </a:xfrm>
          <a:prstGeom prst="rect">
            <a:avLst/>
          </a:prstGeom>
        </p:spPr>
      </p:pic>
      <p:sp>
        <p:nvSpPr>
          <p:cNvPr id="49" name="TextBox 48"/>
          <p:cNvSpPr txBox="1"/>
          <p:nvPr/>
        </p:nvSpPr>
        <p:spPr>
          <a:xfrm>
            <a:off x="9326880" y="5431535"/>
            <a:ext cx="2185416" cy="182880"/>
          </a:xfrm>
          <a:prstGeom prst="rect">
            <a:avLst/>
          </a:prstGeom>
          <a:noFill/>
        </p:spPr>
        <p:txBody>
          <a:bodyPr wrap="square" lIns="0" tIns="0" rIns="0" bIns="0" anchor="t">
            <a:spAutoFit/>
          </a:bodyPr>
          <a:lstStyle/>
          <a:p>
            <a:pPr>
              <a:spcBef>
                <a:spcPts val="0"/>
              </a:spcBef>
              <a:spcAft>
                <a:spcPts val="0"/>
              </a:spcAft>
            </a:pPr>
            <a:r>
              <a:rPr sz="819" b="1" i="0">
                <a:solidFill>
                  <a:srgbClr val="6E7D00"/>
                </a:solidFill>
                <a:latin typeface="Quicksand"/>
              </a:rPr>
              <a:t>Lebenshilfe</a:t>
            </a:r>
          </a:p>
        </p:txBody>
      </p:sp>
      <p:sp>
        <p:nvSpPr>
          <p:cNvPr id="50" name="TextBox 49"/>
          <p:cNvSpPr txBox="1"/>
          <p:nvPr/>
        </p:nvSpPr>
        <p:spPr>
          <a:xfrm>
            <a:off x="9326880" y="5614415"/>
            <a:ext cx="2185416" cy="420624"/>
          </a:xfrm>
          <a:prstGeom prst="rect">
            <a:avLst/>
          </a:prstGeom>
          <a:noFill/>
        </p:spPr>
        <p:txBody>
          <a:bodyPr wrap="square" lIns="0" tIns="0" rIns="0" bIns="0" anchor="t">
            <a:spAutoFit/>
          </a:bodyPr>
          <a:lstStyle/>
          <a:p>
            <a:pPr>
              <a:lnSpc>
                <a:spcPct val="115000"/>
              </a:lnSpc>
              <a:spcBef>
                <a:spcPts val="0"/>
              </a:spcBef>
              <a:spcAft>
                <a:spcPts val="0"/>
              </a:spcAft>
            </a:pPr>
            <a:r>
              <a:rPr sz="700" b="0" i="0">
                <a:solidFill>
                  <a:srgbClr val="888888"/>
                </a:solidFill>
                <a:latin typeface="Open Sans"/>
              </a:rPr>
              <a:t>Vier Kreise belegt. Blass: Kreisverband vor Ort, Schulbegleitung dort nicht einzeln geprüft (lebenshilfe-sh.de).</a:t>
            </a:r>
          </a:p>
        </p:txBody>
      </p:sp>
      <p:sp>
        <p:nvSpPr>
          <p:cNvPr id="51" name="TextBox 50"/>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Landtag SH Drs. 20/3271 (11.06.2025) und Drs. 20/2643(neu) · Kreis Pinneberg, Konzept „Klassenassistenz“ und PM zum Vertrag mit Familienräume · DISW-Gesamtevaluation Ostholstein 20.11.2023, S. 5 und 21 f. · TED 246925-2024 · Karten: s-k-p.net · fib-pinneberg.de · familienraeume.de · awo-sh.de · lebenshilfe-sh.de · Kartengrundlage GADM/deutschlandGeoJSON. · Landtag SH Umdruck 20/6362 · NDR Pinneberg 22.05.2026 · NDR Dithmarschen 07.07.2026 · Kreis Dithmarschen Bekanntmachung 04/2026</a:t>
            </a:r>
          </a:p>
        </p:txBody>
      </p:sp>
      <p:sp>
        <p:nvSpPr>
          <p:cNvPr id="52" name="Rounded Rectangle 51"/>
          <p:cNvSpPr/>
          <p:nvPr/>
        </p:nvSpPr>
        <p:spPr>
          <a:xfrm>
            <a:off x="1426464" y="1719072"/>
            <a:ext cx="3246120" cy="4370832"/>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572768" y="1828800"/>
            <a:ext cx="2953512" cy="4151376"/>
          </a:xfrm>
          <a:prstGeom prst="rect">
            <a:avLst/>
          </a:prstGeom>
          <a:noFill/>
        </p:spPr>
        <p:txBody>
          <a:bodyPr wrap="square" lIns="0" rIns="0" tIns="0" bIns="0" anchor="t">
            <a:spAutoFit/>
          </a:bodyPr>
          <a:lstStyle/>
          <a:p>
            <a:pPr>
              <a:lnSpc>
                <a:spcPct val="100000"/>
              </a:lnSpc>
              <a:spcBef>
                <a:spcPts val="0"/>
              </a:spcBef>
              <a:spcAft>
                <a:spcPts val="0"/>
              </a:spcAft>
            </a:pPr>
            <a:r>
              <a:rPr sz="1000" b="1">
                <a:solidFill>
                  <a:srgbClr val="1A70B8"/>
                </a:solidFill>
                <a:latin typeface="Quicksand"/>
              </a:rPr>
              <a:t>Pool + MPT</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Landesregierung: Zusammenführung ist „wichtiger Baustein der multiprofessionellen Zusammenarbeit an Schulen“</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Pool: Budget je Schule statt Bewilligung je Kind</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MPT: Lehrkraft, Schulassistenz, Schulbegleitung, Schulsozialarbeit und Sonderpädagogik als ein Team</a:t>
            </a:r>
          </a:p>
          <a:p>
            <a:pPr>
              <a:lnSpc>
                <a:spcPct val="100000"/>
              </a:lnSpc>
              <a:spcBef>
                <a:spcPts val="600"/>
              </a:spcBef>
              <a:spcAft>
                <a:spcPts val="0"/>
              </a:spcAft>
            </a:pPr>
            <a:r>
              <a:rPr sz="1000" b="1">
                <a:solidFill>
                  <a:srgbClr val="E0861A"/>
                </a:solidFill>
                <a:latin typeface="Quicksand"/>
              </a:rPr>
              <a:t>Update 13.08.2026</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Endzustand offen, Fahrplan konkret: Konzepte der Modellkommunen bis 03.07.2026, Umsetzung 2026/27 bis Ende 2028/29, Evaluation Q4 2029/Q1 2030</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Landesweite Strategie danach offen</a:t>
            </a:r>
          </a:p>
          <a:p>
            <a:pPr>
              <a:lnSpc>
                <a:spcPct val="100000"/>
              </a:lnSpc>
              <a:spcBef>
                <a:spcPts val="600"/>
              </a:spcBef>
              <a:spcAft>
                <a:spcPts val="0"/>
              </a:spcAft>
            </a:pPr>
            <a:r>
              <a:rPr sz="1000" b="1">
                <a:solidFill>
                  <a:srgbClr val="1A70B8"/>
                </a:solidFill>
                <a:latin typeface="Quicksand"/>
              </a:rPr>
              <a:t>Wer voraussichtlich gewinnt</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Große und regionale Träger besser positioniert: Personalmasse, Fachleitungen, Springer, Schulnähe</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Gemeinnützigkeit ist kein Automatismus: Dithmarschen öffnete auch für freie Leistungserbringer der Jugend- und Eingliederungshilfe</a:t>
            </a:r>
          </a:p>
          <a:p>
            <a:pPr>
              <a:lnSpc>
                <a:spcPct val="100000"/>
              </a:lnSpc>
              <a:spcBef>
                <a:spcPts val="200"/>
              </a:spcBef>
              <a:spcAft>
                <a:spcPts val="0"/>
              </a:spcAft>
            </a:pPr>
            <a:r>
              <a:rPr sz="1000" b="0">
                <a:solidFill>
                  <a:srgbClr val="E0861A"/>
                </a:solidFill>
                <a:latin typeface="Open Sans"/>
              </a:rPr>
              <a:t>▪ </a:t>
            </a:r>
            <a:r>
              <a:rPr sz="1000" b="0">
                <a:solidFill>
                  <a:srgbClr val="3D3D3D"/>
                </a:solidFill>
                <a:latin typeface="Open Sans"/>
              </a:rPr>
              <a:t>Kleine private Anbieter haben eine Chance, wenn sie ganze Standorte bedienen können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a:t>Drei Verschiebungen: Qualifikation, Vertrag, Machtverhältnis</a:t>
            </a:r>
          </a:p>
        </p:txBody>
      </p:sp>
      <p:sp>
        <p:nvSpPr>
          <p:cNvPr id="3" name="Text Placeholder 2"/>
          <p:cNvSpPr>
            <a:spLocks noGrp="1"/>
          </p:cNvSpPr>
          <p:nvPr>
            <p:ph type="body" sz="quarter" idx="12"/>
          </p:nvPr>
        </p:nvSpPr>
        <p:spPr/>
        <p:txBody>
          <a:bodyPr/>
          <a:lstStyle/>
          <a:p>
            <a:r>
              <a:t>Was sich verändert</a:t>
            </a:r>
          </a:p>
        </p:txBody>
      </p:sp>
      <p:sp>
        <p:nvSpPr>
          <p:cNvPr id="4" name="TextBox 3"/>
          <p:cNvSpPr txBox="1"/>
          <p:nvPr/>
        </p:nvSpPr>
        <p:spPr>
          <a:xfrm>
            <a:off x="1426464"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Qualifikation und Team</a:t>
            </a:r>
          </a:p>
        </p:txBody>
      </p:sp>
      <p:sp>
        <p:nvSpPr>
          <p:cNvPr id="5" name="Rounded Rectangle 4"/>
          <p:cNvSpPr/>
          <p:nvPr/>
        </p:nvSpPr>
        <p:spPr>
          <a:xfrm>
            <a:off x="1426464" y="1755648"/>
            <a:ext cx="3246120" cy="148132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72768" y="1865376"/>
            <a:ext cx="2953512" cy="1261872"/>
          </a:xfrm>
          <a:prstGeom prst="rect">
            <a:avLst/>
          </a:prstGeom>
          <a:noFill/>
        </p:spPr>
        <p:txBody>
          <a:bodyPr wrap="square" lIns="0" tIns="0" rIns="0" bIns="0" anchor="t">
            <a:spAutoFit/>
          </a:bodyPr>
          <a:lstStyle/>
          <a:p>
            <a:pPr>
              <a:spcBef>
                <a:spcPts val="0"/>
              </a:spcBef>
              <a:spcAft>
                <a:spcPts val="0"/>
              </a:spcAft>
            </a:pPr>
            <a:r>
              <a:rPr sz="950" b="1" i="0">
                <a:solidFill>
                  <a:srgbClr val="888888"/>
                </a:solidFill>
                <a:latin typeface="Quicksand"/>
              </a:rPr>
              <a:t>Vorher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Eine Kraft, ein Kind, ein Bescheid</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Kein Fachkräftegebot — § 72 SGB VIII gilt für Schulbegleitung nicht</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Rund die Hälfte der Schulbegleitungen ist pädagogisch, therapeutisch oder pflegerisch qualifiziert, die andere Hälfte nicht</a:t>
            </a:r>
          </a:p>
        </p:txBody>
      </p:sp>
      <p:sp>
        <p:nvSpPr>
          <p:cNvPr id="7" name="Rounded Rectangle 6"/>
          <p:cNvSpPr/>
          <p:nvPr/>
        </p:nvSpPr>
        <p:spPr>
          <a:xfrm>
            <a:off x="1426464" y="3346704"/>
            <a:ext cx="3246120" cy="2907792"/>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572768" y="3456432"/>
            <a:ext cx="2953512" cy="2688336"/>
          </a:xfrm>
          <a:prstGeom prst="rect">
            <a:avLst/>
          </a:prstGeom>
          <a:noFill/>
        </p:spPr>
        <p:txBody>
          <a:bodyPr wrap="square" lIns="0" tIns="0" rIns="0" bIns="0" anchor="t">
            <a:spAutoFit/>
          </a:bodyPr>
          <a:lstStyle/>
          <a:p>
            <a:pPr>
              <a:spcBef>
                <a:spcPts val="0"/>
              </a:spcBef>
              <a:spcAft>
                <a:spcPts val="0"/>
              </a:spcAft>
            </a:pPr>
            <a:r>
              <a:rPr sz="950" b="1" i="0">
                <a:solidFill>
                  <a:srgbClr val="1A70B8"/>
                </a:solidFill>
                <a:latin typeface="Quicksand"/>
              </a:rPr>
              <a:t>Nachher</a:t>
            </a:r>
          </a:p>
          <a:p>
            <a:pPr>
              <a:lnSpc>
                <a:spcPct val="110000"/>
              </a:lnSpc>
              <a:spcBef>
                <a:spcPts val="200"/>
              </a:spcBef>
              <a:spcAft>
                <a:spcPts val="200"/>
              </a:spcAft>
            </a:pPr>
            <a:r>
              <a:rPr sz="860" b="0">
                <a:solidFill>
                  <a:srgbClr val="1A70B8"/>
                </a:solidFill>
                <a:latin typeface="Open Sans"/>
              </a:rPr>
              <a:t>▪ </a:t>
            </a:r>
            <a:r>
              <a:rPr sz="860" b="0">
                <a:solidFill>
                  <a:srgbClr val="3D3D3D"/>
                </a:solidFill>
                <a:latin typeface="Open Sans"/>
              </a:rPr>
              <a:t>Basiskraft bleibt formal ungelernt: „geeignete sozial erfahrene Kräfte“</a:t>
            </a:r>
          </a:p>
          <a:p>
            <a:pPr>
              <a:lnSpc>
                <a:spcPct val="110000"/>
              </a:lnSpc>
              <a:spcBef>
                <a:spcPts val="200"/>
              </a:spcBef>
              <a:spcAft>
                <a:spcPts val="200"/>
              </a:spcAft>
            </a:pPr>
            <a:r>
              <a:rPr sz="860" b="0">
                <a:solidFill>
                  <a:srgbClr val="1A70B8"/>
                </a:solidFill>
                <a:latin typeface="Open Sans"/>
              </a:rPr>
              <a:t>▪ </a:t>
            </a:r>
            <a:r>
              <a:rPr sz="860" b="0">
                <a:solidFill>
                  <a:srgbClr val="3D3D3D"/>
                </a:solidFill>
                <a:latin typeface="Open Sans"/>
              </a:rPr>
              <a:t>Neu und zwingend: Teamleitung ausschließlich Fachkraft, Schlüssel 1:15, 39 Wochenstunden</a:t>
            </a:r>
          </a:p>
          <a:p>
            <a:pPr>
              <a:lnSpc>
                <a:spcPct val="110000"/>
              </a:lnSpc>
              <a:spcBef>
                <a:spcPts val="200"/>
              </a:spcBef>
              <a:spcAft>
                <a:spcPts val="200"/>
              </a:spcAft>
            </a:pPr>
            <a:r>
              <a:rPr sz="860" b="0">
                <a:solidFill>
                  <a:srgbClr val="1A70B8"/>
                </a:solidFill>
                <a:latin typeface="Open Sans"/>
              </a:rPr>
              <a:t>▪ </a:t>
            </a:r>
            <a:r>
              <a:rPr sz="860" b="0">
                <a:solidFill>
                  <a:srgbClr val="3D3D3D"/>
                </a:solidFill>
                <a:latin typeface="Open Sans"/>
              </a:rPr>
              <a:t>Keine Honorarkräfte, Festanstellung ist Vertragsbedingung</a:t>
            </a:r>
          </a:p>
          <a:p>
            <a:pPr>
              <a:lnSpc>
                <a:spcPct val="110000"/>
              </a:lnSpc>
              <a:spcBef>
                <a:spcPts val="200"/>
              </a:spcBef>
              <a:spcAft>
                <a:spcPts val="200"/>
              </a:spcAft>
            </a:pPr>
            <a:r>
              <a:rPr sz="860" b="0">
                <a:solidFill>
                  <a:srgbClr val="1A70B8"/>
                </a:solidFill>
                <a:latin typeface="Open Sans"/>
              </a:rPr>
              <a:t>▪ </a:t>
            </a:r>
            <a:r>
              <a:rPr sz="860" b="0">
                <a:solidFill>
                  <a:srgbClr val="3D3D3D"/>
                </a:solidFill>
                <a:latin typeface="Open Sans"/>
              </a:rPr>
              <a:t>Pflicht: Qualifizierungskonzept, Supervision, wöchentliche Teamsitzung</a:t>
            </a:r>
          </a:p>
        </p:txBody>
      </p:sp>
      <p:sp>
        <p:nvSpPr>
          <p:cNvPr id="9" name="TextBox 8"/>
          <p:cNvSpPr txBox="1"/>
          <p:nvPr/>
        </p:nvSpPr>
        <p:spPr>
          <a:xfrm>
            <a:off x="4846320"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Verträge</a:t>
            </a:r>
          </a:p>
        </p:txBody>
      </p:sp>
      <p:sp>
        <p:nvSpPr>
          <p:cNvPr id="10" name="Rounded Rectangle 9"/>
          <p:cNvSpPr/>
          <p:nvPr/>
        </p:nvSpPr>
        <p:spPr>
          <a:xfrm>
            <a:off x="4846320" y="1755648"/>
            <a:ext cx="3246120" cy="148132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992624" y="1865376"/>
            <a:ext cx="2953512" cy="1261872"/>
          </a:xfrm>
          <a:prstGeom prst="rect">
            <a:avLst/>
          </a:prstGeom>
          <a:noFill/>
        </p:spPr>
        <p:txBody>
          <a:bodyPr wrap="square" lIns="0" tIns="0" rIns="0" bIns="0" anchor="t">
            <a:spAutoFit/>
          </a:bodyPr>
          <a:lstStyle/>
          <a:p>
            <a:pPr>
              <a:spcBef>
                <a:spcPts val="0"/>
              </a:spcBef>
              <a:spcAft>
                <a:spcPts val="0"/>
              </a:spcAft>
            </a:pPr>
            <a:r>
              <a:rPr sz="950" b="1" i="0">
                <a:solidFill>
                  <a:srgbClr val="888888"/>
                </a:solidFill>
                <a:latin typeface="Quicksand"/>
              </a:rPr>
              <a:t>Vorher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Bewilligungsbescheid je Kind, befristet auf ein Schuljahr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Vergütung je Kind und Stunde</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Klassenfahrten und Ausflüge als Zusatzstunden abrechenbar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Viele kleine Aufträge, kein Vergabeverfahren</a:t>
            </a:r>
          </a:p>
        </p:txBody>
      </p:sp>
      <p:sp>
        <p:nvSpPr>
          <p:cNvPr id="12" name="Rounded Rectangle 11"/>
          <p:cNvSpPr/>
          <p:nvPr/>
        </p:nvSpPr>
        <p:spPr>
          <a:xfrm>
            <a:off x="4846320" y="3346704"/>
            <a:ext cx="3246120" cy="2907792"/>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992624" y="3456432"/>
            <a:ext cx="2953512" cy="2688336"/>
          </a:xfrm>
          <a:prstGeom prst="rect">
            <a:avLst/>
          </a:prstGeom>
          <a:noFill/>
        </p:spPr>
        <p:txBody>
          <a:bodyPr wrap="square" lIns="0" tIns="0" rIns="0" bIns="0" anchor="t">
            <a:spAutoFit/>
          </a:bodyPr>
          <a:lstStyle/>
          <a:p>
            <a:r>
              <a:rPr sz="950" b="1">
                <a:solidFill>
                  <a:srgbClr val="1A70B8"/>
                </a:solidFill>
                <a:latin typeface="Quicksand"/>
              </a:rPr>
              <a:t>Nachher</a:t>
            </a:r>
          </a:p>
          <a:p>
            <a:r>
              <a:rPr sz="860" b="0">
                <a:solidFill>
                  <a:srgbClr val="1A70B8"/>
                </a:solidFill>
                <a:latin typeface="Open Sans"/>
              </a:rPr>
              <a:t>▪ </a:t>
            </a:r>
            <a:r>
              <a:rPr sz="860" b="0">
                <a:solidFill>
                  <a:srgbClr val="3D3D3D"/>
                </a:solidFill>
                <a:latin typeface="Open Sans"/>
              </a:rPr>
              <a:t>Standort-/Poolvertrag je Schule, vergeben per EU-Verfahren, Interessenbekundung oder kommunaler Kooperationsvereinbarung</a:t>
            </a:r>
          </a:p>
          <a:p>
            <a:r>
              <a:rPr sz="860" b="0">
                <a:solidFill>
                  <a:srgbClr val="1A70B8"/>
                </a:solidFill>
                <a:latin typeface="Open Sans"/>
              </a:rPr>
              <a:t>▪ </a:t>
            </a:r>
            <a:r>
              <a:rPr sz="860" b="0">
                <a:solidFill>
                  <a:srgbClr val="3D3D3D"/>
                </a:solidFill>
                <a:latin typeface="Open Sans"/>
              </a:rPr>
              <a:t>Pinneberger Klassenassistenz-Vertrag war altes Ausschreibungsmodell: seit 2024 ohne Zuschlag, um zwei Jahre verschoben</a:t>
            </a:r>
          </a:p>
          <a:p>
            <a:r>
              <a:rPr sz="860" b="0">
                <a:solidFill>
                  <a:srgbClr val="1A70B8"/>
                </a:solidFill>
                <a:latin typeface="Open Sans"/>
              </a:rPr>
              <a:t>▪ </a:t>
            </a:r>
            <a:r>
              <a:rPr sz="860" b="0">
                <a:solidFill>
                  <a:srgbClr val="3D3D3D"/>
                </a:solidFill>
                <a:latin typeface="Open Sans"/>
              </a:rPr>
              <a:t>Risiko bleibt: Festpreis/kein automatischer Tarifausgleich; Vertretung, Krankheit und Fahrten im Budget</a:t>
            </a:r>
          </a:p>
          <a:p>
            <a:r>
              <a:rPr sz="860" b="0">
                <a:solidFill>
                  <a:srgbClr val="1A70B8"/>
                </a:solidFill>
                <a:latin typeface="Open Sans"/>
              </a:rPr>
              <a:t>▪ </a:t>
            </a:r>
            <a:r>
              <a:rPr sz="860" b="0">
                <a:solidFill>
                  <a:srgbClr val="3D3D3D"/>
                </a:solidFill>
                <a:latin typeface="Open Sans"/>
              </a:rPr>
              <a:t>Budget verschiebt sich von Einzelfällen zu Klassen/Schulstandorten/Sozialräumen</a:t>
            </a:r>
          </a:p>
        </p:txBody>
      </p:sp>
      <p:sp>
        <p:nvSpPr>
          <p:cNvPr id="14" name="TextBox 13"/>
          <p:cNvSpPr txBox="1"/>
          <p:nvPr/>
        </p:nvSpPr>
        <p:spPr>
          <a:xfrm>
            <a:off x="8266175" y="1463040"/>
            <a:ext cx="3246120"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Politik und Machtverhältnisse</a:t>
            </a:r>
          </a:p>
        </p:txBody>
      </p:sp>
      <p:sp>
        <p:nvSpPr>
          <p:cNvPr id="15" name="Rounded Rectangle 14"/>
          <p:cNvSpPr/>
          <p:nvPr/>
        </p:nvSpPr>
        <p:spPr>
          <a:xfrm>
            <a:off x="8266175" y="1755648"/>
            <a:ext cx="3246120" cy="13716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12480" y="1865376"/>
            <a:ext cx="2953512" cy="1152144"/>
          </a:xfrm>
          <a:prstGeom prst="rect">
            <a:avLst/>
          </a:prstGeom>
          <a:noFill/>
        </p:spPr>
        <p:txBody>
          <a:bodyPr wrap="square" lIns="0" tIns="0" rIns="0" bIns="0" anchor="t">
            <a:spAutoFit/>
          </a:bodyPr>
          <a:lstStyle/>
          <a:p>
            <a:r>
              <a:rPr sz="950" b="1">
                <a:solidFill>
                  <a:srgbClr val="1A70B8"/>
                </a:solidFill>
                <a:latin typeface="Quicksand"/>
              </a:rPr>
              <a:t>Dafür</a:t>
            </a:r>
          </a:p>
          <a:p>
            <a:r>
              <a:rPr sz="860" b="0">
                <a:solidFill>
                  <a:srgbClr val="1A70B8"/>
                </a:solidFill>
                <a:latin typeface="Open Sans"/>
              </a:rPr>
              <a:t>▪ </a:t>
            </a:r>
            <a:r>
              <a:rPr sz="860" b="0">
                <a:solidFill>
                  <a:srgbClr val="3D3D3D"/>
                </a:solidFill>
                <a:latin typeface="Open Sans"/>
              </a:rPr>
              <a:t>Landesregierung SH: Ausbau von Pool-Lösungen und MPT ausdrücklich gewollt</a:t>
            </a:r>
          </a:p>
          <a:p>
            <a:r>
              <a:rPr sz="860" b="0">
                <a:solidFill>
                  <a:srgbClr val="1A70B8"/>
                </a:solidFill>
                <a:latin typeface="Open Sans"/>
              </a:rPr>
              <a:t>▪ </a:t>
            </a:r>
            <a:r>
              <a:rPr sz="860" b="0">
                <a:solidFill>
                  <a:srgbClr val="3D3D3D"/>
                </a:solidFill>
                <a:latin typeface="Open Sans"/>
              </a:rPr>
              <a:t>Modellkommunen: Pinneberg, Dithmarschen, Kiel</a:t>
            </a:r>
          </a:p>
          <a:p>
            <a:r>
              <a:rPr sz="860" b="0">
                <a:solidFill>
                  <a:srgbClr val="1A70B8"/>
                </a:solidFill>
                <a:latin typeface="Open Sans"/>
              </a:rPr>
              <a:t>▪ </a:t>
            </a:r>
            <a:r>
              <a:rPr sz="860" b="0">
                <a:solidFill>
                  <a:srgbClr val="3D3D3D"/>
                </a:solidFill>
                <a:latin typeface="Open Sans"/>
              </a:rPr>
              <a:t>Bund: Regierungsentwurf 1. KJHSRG vom 12.08.2026 mit Bildungsassistenz ab 2028</a:t>
            </a:r>
          </a:p>
          <a:p>
            <a:r>
              <a:rPr sz="860" b="0">
                <a:solidFill>
                  <a:srgbClr val="1A70B8"/>
                </a:solidFill>
                <a:latin typeface="Open Sans"/>
              </a:rPr>
              <a:t>▪ </a:t>
            </a:r>
            <a:r>
              <a:rPr sz="860" b="0">
                <a:solidFill>
                  <a:srgbClr val="3D3D3D"/>
                </a:solidFill>
                <a:latin typeface="Open Sans"/>
              </a:rPr>
              <a:t>Kommunale Kostenträger: Kostenanstieg soll gedämpft werden</a:t>
            </a:r>
          </a:p>
        </p:txBody>
      </p:sp>
      <p:sp>
        <p:nvSpPr>
          <p:cNvPr id="17" name="Rounded Rectangle 16"/>
          <p:cNvSpPr/>
          <p:nvPr/>
        </p:nvSpPr>
        <p:spPr>
          <a:xfrm>
            <a:off x="8266175" y="3236976"/>
            <a:ext cx="3246120" cy="146304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0" y="3346704"/>
            <a:ext cx="2953512" cy="1243584"/>
          </a:xfrm>
          <a:prstGeom prst="rect">
            <a:avLst/>
          </a:prstGeom>
          <a:noFill/>
        </p:spPr>
        <p:txBody>
          <a:bodyPr wrap="square" lIns="0" tIns="0" rIns="0" bIns="0" anchor="t">
            <a:spAutoFit/>
          </a:bodyPr>
          <a:lstStyle/>
          <a:p>
            <a:r>
              <a:rPr sz="950" b="1">
                <a:solidFill>
                  <a:srgbClr val="E0861A"/>
                </a:solidFill>
                <a:latin typeface="Quicksand"/>
              </a:rPr>
              <a:t>Dagegen / Kritik</a:t>
            </a:r>
          </a:p>
          <a:p>
            <a:r>
              <a:rPr sz="860" b="0">
                <a:solidFill>
                  <a:srgbClr val="E0861A"/>
                </a:solidFill>
                <a:latin typeface="Open Sans"/>
              </a:rPr>
              <a:t>▪ </a:t>
            </a:r>
            <a:r>
              <a:rPr sz="860" b="0">
                <a:solidFill>
                  <a:srgbClr val="3D3D3D"/>
                </a:solidFill>
                <a:latin typeface="Open Sans"/>
              </a:rPr>
              <a:t>ver.di: Fachkräftegebot werde durch Kompetenzansatz ersetzt</a:t>
            </a:r>
          </a:p>
          <a:p>
            <a:r>
              <a:rPr sz="860" b="0">
                <a:solidFill>
                  <a:srgbClr val="E0861A"/>
                </a:solidFill>
                <a:latin typeface="Open Sans"/>
              </a:rPr>
              <a:t>▪ </a:t>
            </a:r>
            <a:r>
              <a:rPr sz="860" b="0">
                <a:solidFill>
                  <a:srgbClr val="3D3D3D"/>
                </a:solidFill>
                <a:latin typeface="Open Sans"/>
              </a:rPr>
              <a:t>Sozial-/Elternverbände warnen vor Sparlogik und Kindern, die im Pool untergehen</a:t>
            </a:r>
          </a:p>
          <a:p>
            <a:r>
              <a:rPr sz="860" b="0">
                <a:solidFill>
                  <a:srgbClr val="E0861A"/>
                </a:solidFill>
                <a:latin typeface="Open Sans"/>
              </a:rPr>
              <a:t>▪ </a:t>
            </a:r>
            <a:r>
              <a:rPr sz="860" b="0">
                <a:solidFill>
                  <a:srgbClr val="3D3D3D"/>
                </a:solidFill>
                <a:latin typeface="Open Sans"/>
              </a:rPr>
              <a:t>Lebenshilfe · AGJ · SoVD · Verfassungsblog: rechtliche/fachliche Kritik am Entwurf</a:t>
            </a:r>
          </a:p>
        </p:txBody>
      </p:sp>
      <p:sp>
        <p:nvSpPr>
          <p:cNvPr id="19" name="Rounded Rectangle 18"/>
          <p:cNvSpPr/>
          <p:nvPr/>
        </p:nvSpPr>
        <p:spPr>
          <a:xfrm>
            <a:off x="8266175" y="4773168"/>
            <a:ext cx="3246120" cy="1481328"/>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412480" y="4882896"/>
            <a:ext cx="2953512" cy="1261872"/>
          </a:xfrm>
          <a:prstGeom prst="rect">
            <a:avLst/>
          </a:prstGeom>
          <a:noFill/>
        </p:spPr>
        <p:txBody>
          <a:bodyPr wrap="square" lIns="0" tIns="0" rIns="0" bIns="0" anchor="t">
            <a:spAutoFit/>
          </a:bodyPr>
          <a:lstStyle/>
          <a:p>
            <a:r>
              <a:rPr sz="950" b="1">
                <a:solidFill>
                  <a:srgbClr val="1A70B8"/>
                </a:solidFill>
                <a:latin typeface="Quicksand"/>
              </a:rPr>
              <a:t>Wer entscheidet</a:t>
            </a:r>
          </a:p>
          <a:p>
            <a:r>
              <a:rPr sz="860" b="0">
                <a:solidFill>
                  <a:srgbClr val="1A70B8"/>
                </a:solidFill>
                <a:latin typeface="Open Sans"/>
              </a:rPr>
              <a:t>▪ </a:t>
            </a:r>
            <a:r>
              <a:rPr sz="860" b="0">
                <a:solidFill>
                  <a:srgbClr val="3D3D3D"/>
                </a:solidFill>
                <a:latin typeface="Open Sans"/>
              </a:rPr>
              <a:t>Land/KLV geben Rahmen und Modellkommunen vor; Kommunen entwickeln Konzepte eigenständig</a:t>
            </a:r>
          </a:p>
          <a:p>
            <a:r>
              <a:rPr sz="860" b="0">
                <a:solidFill>
                  <a:srgbClr val="1A70B8"/>
                </a:solidFill>
                <a:latin typeface="Open Sans"/>
              </a:rPr>
              <a:t>▪ </a:t>
            </a:r>
            <a:r>
              <a:rPr sz="860" b="0">
                <a:solidFill>
                  <a:srgbClr val="3D3D3D"/>
                </a:solidFill>
                <a:latin typeface="Open Sans"/>
              </a:rPr>
              <a:t>Schulen sind nicht Vertragspartner, aber operativ zentral: Pool/MPT funktioniert nur mit Schulleitung</a:t>
            </a:r>
          </a:p>
          <a:p>
            <a:r>
              <a:rPr sz="860" b="0">
                <a:solidFill>
                  <a:srgbClr val="1A70B8"/>
                </a:solidFill>
                <a:latin typeface="Open Sans"/>
              </a:rPr>
              <a:t>▪ </a:t>
            </a:r>
            <a:r>
              <a:rPr sz="860" b="0">
                <a:solidFill>
                  <a:srgbClr val="3D3D3D"/>
                </a:solidFill>
                <a:latin typeface="Open Sans"/>
              </a:rPr>
              <a:t>Bund: Gesamtzuständigkeit nicht flächendeckend 2028, sondern Experimentierklausel; Bildungsassistenz bleibt geplant</a:t>
            </a:r>
          </a:p>
        </p:txBody>
      </p:sp>
      <p:sp>
        <p:nvSpPr>
          <p:cNvPr id="21" name="TextBox 20"/>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Kreis Pinneberg, Konzept „Klassenassistenz“ · TED 246925-2024 · Landtag SH Umdruck 20/6362 · BMBFSFJ Regierungsentwurf 1. KJHSRG 12.08.2026 · NDR 07.07.2026 · ver.di/Verbände-Stellungnahmen.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26464" y="914400"/>
            <a:ext cx="10040112" cy="521207"/>
          </a:xfrm>
        </p:spPr>
        <p:txBody>
          <a:bodyPr wrap="square"/>
          <a:lstStyle/>
          <a:p>
            <a:r>
              <a:rPr sz="2000" b="1">
                <a:solidFill>
                  <a:srgbClr val="5A5A5A"/>
                </a:solidFill>
              </a:rPr>
              <a:t>Pilotphase 2026/27–2028/29: Schulen bekannt, Betreiber nicht</a:t>
            </a:r>
          </a:p>
        </p:txBody>
      </p:sp>
      <p:sp>
        <p:nvSpPr>
          <p:cNvPr id="3" name="Text Placeholder 2"/>
          <p:cNvSpPr>
            <a:spLocks noGrp="1"/>
          </p:cNvSpPr>
          <p:nvPr>
            <p:ph type="body" sz="quarter" idx="12"/>
          </p:nvPr>
        </p:nvSpPr>
        <p:spPr/>
        <p:txBody>
          <a:bodyPr wrap="square"/>
          <a:lstStyle/>
          <a:p>
            <a:r>
              <a:t>Pilotphase</a:t>
            </a:r>
          </a:p>
        </p:txBody>
      </p:sp>
      <p:sp>
        <p:nvSpPr>
          <p:cNvPr id="4" name="TextBox 3"/>
          <p:cNvSpPr txBox="1"/>
          <p:nvPr/>
        </p:nvSpPr>
        <p:spPr>
          <a:xfrm>
            <a:off x="1426464" y="1463040"/>
            <a:ext cx="4956048" cy="219456"/>
          </a:xfrm>
          <a:prstGeom prst="rect">
            <a:avLst/>
          </a:prstGeom>
          <a:noFill/>
        </p:spPr>
        <p:txBody>
          <a:bodyPr wrap="square" lIns="0" tIns="0" rIns="0" bIns="0" anchor="t">
            <a:spAutoFit/>
          </a:bodyPr>
          <a:lstStyle/>
          <a:p>
            <a:r>
              <a:rPr sz="1100" b="1">
                <a:solidFill>
                  <a:srgbClr val="0070C0"/>
                </a:solidFill>
                <a:latin typeface="Quicksand"/>
              </a:rPr>
              <a:t>Pinneberg</a:t>
            </a:r>
          </a:p>
        </p:txBody>
      </p:sp>
      <p:sp>
        <p:nvSpPr>
          <p:cNvPr id="5" name="TextBox 4"/>
          <p:cNvSpPr txBox="1"/>
          <p:nvPr/>
        </p:nvSpPr>
        <p:spPr>
          <a:xfrm>
            <a:off x="1426464" y="1874519"/>
            <a:ext cx="4956048" cy="182880"/>
          </a:xfrm>
          <a:prstGeom prst="rect">
            <a:avLst/>
          </a:prstGeom>
          <a:noFill/>
        </p:spPr>
        <p:txBody>
          <a:bodyPr wrap="square" lIns="0" tIns="0" rIns="0" bIns="0" anchor="t">
            <a:spAutoFit/>
          </a:bodyPr>
          <a:lstStyle/>
          <a:p>
            <a:r>
              <a:rPr sz="900" b="1">
                <a:solidFill>
                  <a:srgbClr val="1A70B8"/>
                </a:solidFill>
                <a:latin typeface="Quicksand"/>
              </a:rPr>
              <a:t>Start ab 2027</a:t>
            </a:r>
          </a:p>
        </p:txBody>
      </p:sp>
      <p:sp>
        <p:nvSpPr>
          <p:cNvPr id="6" name="TextBox 5"/>
          <p:cNvSpPr txBox="1"/>
          <p:nvPr/>
        </p:nvSpPr>
        <p:spPr>
          <a:xfrm>
            <a:off x="1426464" y="2057400"/>
            <a:ext cx="4956048" cy="411480"/>
          </a:xfrm>
          <a:prstGeom prst="rect">
            <a:avLst/>
          </a:prstGeom>
          <a:noFill/>
        </p:spPr>
        <p:txBody>
          <a:bodyPr wrap="square" lIns="0" tIns="0" rIns="0" bIns="0" anchor="t">
            <a:spAutoFit/>
          </a:bodyPr>
          <a:lstStyle/>
          <a:p>
            <a:r>
              <a:rPr sz="860" b="0">
                <a:solidFill>
                  <a:srgbClr val="3D3D3D"/>
                </a:solidFill>
                <a:latin typeface="Open Sans"/>
              </a:rPr>
              <a:t>Pilotphase bis Ende Schuljahr 2028/29; wissenschaftliche Begleitung durch Bosch-/Telekom-Stiftung.</a:t>
            </a:r>
          </a:p>
        </p:txBody>
      </p:sp>
      <p:sp>
        <p:nvSpPr>
          <p:cNvPr id="7" name="TextBox 6"/>
          <p:cNvSpPr txBox="1"/>
          <p:nvPr/>
        </p:nvSpPr>
        <p:spPr>
          <a:xfrm>
            <a:off x="1426464" y="2697480"/>
            <a:ext cx="4956048" cy="182880"/>
          </a:xfrm>
          <a:prstGeom prst="rect">
            <a:avLst/>
          </a:prstGeom>
          <a:noFill/>
        </p:spPr>
        <p:txBody>
          <a:bodyPr wrap="square" lIns="0" tIns="0" rIns="0" bIns="0" anchor="t">
            <a:spAutoFit/>
          </a:bodyPr>
          <a:lstStyle/>
          <a:p>
            <a:r>
              <a:rPr sz="900" b="1">
                <a:solidFill>
                  <a:srgbClr val="1A70B8"/>
                </a:solidFill>
                <a:latin typeface="Quicksand"/>
              </a:rPr>
              <a:t>Rellingen: 3 Schulen benannt</a:t>
            </a:r>
          </a:p>
        </p:txBody>
      </p:sp>
      <p:sp>
        <p:nvSpPr>
          <p:cNvPr id="8" name="TextBox 7"/>
          <p:cNvSpPr txBox="1"/>
          <p:nvPr/>
        </p:nvSpPr>
        <p:spPr>
          <a:xfrm>
            <a:off x="1426464" y="2880360"/>
            <a:ext cx="4956048" cy="411480"/>
          </a:xfrm>
          <a:prstGeom prst="rect">
            <a:avLst/>
          </a:prstGeom>
          <a:noFill/>
        </p:spPr>
        <p:txBody>
          <a:bodyPr wrap="square" lIns="0" tIns="0" rIns="0" bIns="0" anchor="t">
            <a:spAutoFit/>
          </a:bodyPr>
          <a:lstStyle/>
          <a:p>
            <a:r>
              <a:rPr sz="860" b="0">
                <a:solidFill>
                  <a:srgbClr val="3D3D3D"/>
                </a:solidFill>
                <a:latin typeface="Open Sans"/>
              </a:rPr>
              <a:t>Brüder-Grimm-Schule, Erich Kästner Schule, Caspar-Vogt-Schule.</a:t>
            </a:r>
          </a:p>
        </p:txBody>
      </p:sp>
      <p:sp>
        <p:nvSpPr>
          <p:cNvPr id="9" name="TextBox 8"/>
          <p:cNvSpPr txBox="1"/>
          <p:nvPr/>
        </p:nvSpPr>
        <p:spPr>
          <a:xfrm>
            <a:off x="1426464" y="3520440"/>
            <a:ext cx="4956048" cy="182880"/>
          </a:xfrm>
          <a:prstGeom prst="rect">
            <a:avLst/>
          </a:prstGeom>
          <a:noFill/>
        </p:spPr>
        <p:txBody>
          <a:bodyPr wrap="square" lIns="0" tIns="0" rIns="0" bIns="0" anchor="t">
            <a:spAutoFit/>
          </a:bodyPr>
          <a:lstStyle/>
          <a:p>
            <a:r>
              <a:rPr sz="900" b="1">
                <a:solidFill>
                  <a:srgbClr val="1A70B8"/>
                </a:solidFill>
                <a:latin typeface="Quicksand"/>
              </a:rPr>
              <a:t>Stadt Pinneberg: 2 Schulen offen</a:t>
            </a:r>
          </a:p>
        </p:txBody>
      </p:sp>
      <p:sp>
        <p:nvSpPr>
          <p:cNvPr id="10" name="TextBox 9"/>
          <p:cNvSpPr txBox="1"/>
          <p:nvPr/>
        </p:nvSpPr>
        <p:spPr>
          <a:xfrm>
            <a:off x="1426464" y="3703320"/>
            <a:ext cx="4956048" cy="502920"/>
          </a:xfrm>
          <a:prstGeom prst="rect">
            <a:avLst/>
          </a:prstGeom>
          <a:noFill/>
        </p:spPr>
        <p:txBody>
          <a:bodyPr wrap="square" lIns="0" tIns="0" rIns="0" bIns="0" anchor="t">
            <a:spAutoFit/>
          </a:bodyPr>
          <a:lstStyle/>
          <a:p>
            <a:r>
              <a:rPr sz="860" b="0">
                <a:solidFill>
                  <a:srgbClr val="3D3D3D"/>
                </a:solidFill>
                <a:latin typeface="Open Sans"/>
              </a:rPr>
              <a:t>Öffentlich bislang nicht benannt. Betreiber/Schulbegleitungsanbieter ebenfalls nicht öffentlich genannt.</a:t>
            </a:r>
          </a:p>
        </p:txBody>
      </p:sp>
      <p:sp>
        <p:nvSpPr>
          <p:cNvPr id="11" name="TextBox 10"/>
          <p:cNvSpPr txBox="1"/>
          <p:nvPr/>
        </p:nvSpPr>
        <p:spPr>
          <a:xfrm>
            <a:off x="1426464" y="4434840"/>
            <a:ext cx="4956048" cy="182880"/>
          </a:xfrm>
          <a:prstGeom prst="rect">
            <a:avLst/>
          </a:prstGeom>
          <a:noFill/>
        </p:spPr>
        <p:txBody>
          <a:bodyPr wrap="square" lIns="0" tIns="0" rIns="0" bIns="0" anchor="t">
            <a:spAutoFit/>
          </a:bodyPr>
          <a:lstStyle/>
          <a:p>
            <a:r>
              <a:rPr sz="900" b="1">
                <a:solidFill>
                  <a:srgbClr val="1A70B8"/>
                </a:solidFill>
                <a:latin typeface="Quicksand"/>
              </a:rPr>
              <a:t>M&amp;A-Relevanz</a:t>
            </a:r>
          </a:p>
        </p:txBody>
      </p:sp>
      <p:sp>
        <p:nvSpPr>
          <p:cNvPr id="12" name="TextBox 11"/>
          <p:cNvSpPr txBox="1"/>
          <p:nvPr/>
        </p:nvSpPr>
        <p:spPr>
          <a:xfrm>
            <a:off x="1426464" y="4617720"/>
            <a:ext cx="4956048" cy="502920"/>
          </a:xfrm>
          <a:prstGeom prst="rect">
            <a:avLst/>
          </a:prstGeom>
          <a:noFill/>
        </p:spPr>
        <p:txBody>
          <a:bodyPr wrap="square" lIns="0" tIns="0" rIns="0" bIns="0" anchor="t">
            <a:spAutoFit/>
          </a:bodyPr>
          <a:lstStyle/>
          <a:p>
            <a:r>
              <a:rPr sz="860" b="0">
                <a:solidFill>
                  <a:srgbClr val="3D3D3D"/>
                </a:solidFill>
                <a:latin typeface="Open Sans"/>
              </a:rPr>
              <a:t>DD muss zeigen, ob SKP/FiB an diesen Schulen Umsatz, Personal oder Schulleitungszugang haben.</a:t>
            </a:r>
          </a:p>
        </p:txBody>
      </p:sp>
      <p:sp>
        <p:nvSpPr>
          <p:cNvPr id="13" name="TextBox 12"/>
          <p:cNvSpPr txBox="1"/>
          <p:nvPr/>
        </p:nvSpPr>
        <p:spPr>
          <a:xfrm>
            <a:off x="1426464" y="5349240"/>
            <a:ext cx="4956048" cy="182880"/>
          </a:xfrm>
          <a:prstGeom prst="rect">
            <a:avLst/>
          </a:prstGeom>
          <a:noFill/>
        </p:spPr>
        <p:txBody>
          <a:bodyPr wrap="square" lIns="0" tIns="0" rIns="0" bIns="0" anchor="t">
            <a:spAutoFit/>
          </a:bodyPr>
          <a:lstStyle/>
          <a:p>
            <a:r>
              <a:rPr sz="900" b="1">
                <a:solidFill>
                  <a:srgbClr val="1A70B8"/>
                </a:solidFill>
                <a:latin typeface="Quicksand"/>
              </a:rPr>
              <a:t>Fazit</a:t>
            </a:r>
          </a:p>
        </p:txBody>
      </p:sp>
      <p:sp>
        <p:nvSpPr>
          <p:cNvPr id="14" name="TextBox 13"/>
          <p:cNvSpPr txBox="1"/>
          <p:nvPr/>
        </p:nvSpPr>
        <p:spPr>
          <a:xfrm>
            <a:off x="1426464" y="5532120"/>
            <a:ext cx="4956048" cy="502920"/>
          </a:xfrm>
          <a:prstGeom prst="rect">
            <a:avLst/>
          </a:prstGeom>
          <a:noFill/>
        </p:spPr>
        <p:txBody>
          <a:bodyPr wrap="square" lIns="0" tIns="0" rIns="0" bIns="0" anchor="t">
            <a:spAutoFit/>
          </a:bodyPr>
          <a:lstStyle/>
          <a:p>
            <a:r>
              <a:rPr sz="860" b="0">
                <a:solidFill>
                  <a:srgbClr val="3D3D3D"/>
                </a:solidFill>
                <a:latin typeface="Open Sans"/>
              </a:rPr>
              <a:t>Kein Beleg, dass AWO/Lebenshilfe/Diakonie die Testphase gewonnen haben.</a:t>
            </a:r>
          </a:p>
        </p:txBody>
      </p:sp>
      <p:sp>
        <p:nvSpPr>
          <p:cNvPr id="15" name="TextBox 14"/>
          <p:cNvSpPr txBox="1"/>
          <p:nvPr/>
        </p:nvSpPr>
        <p:spPr>
          <a:xfrm>
            <a:off x="6556248" y="1463040"/>
            <a:ext cx="4956048" cy="219456"/>
          </a:xfrm>
          <a:prstGeom prst="rect">
            <a:avLst/>
          </a:prstGeom>
          <a:noFill/>
        </p:spPr>
        <p:txBody>
          <a:bodyPr wrap="square" lIns="0" tIns="0" rIns="0" bIns="0" anchor="t">
            <a:spAutoFit/>
          </a:bodyPr>
          <a:lstStyle/>
          <a:p>
            <a:r>
              <a:rPr sz="1100" b="1">
                <a:solidFill>
                  <a:srgbClr val="1A70B8"/>
                </a:solidFill>
                <a:latin typeface="Quicksand"/>
              </a:rPr>
              <a:t>Dithmarschen / Kiel</a:t>
            </a:r>
          </a:p>
        </p:txBody>
      </p:sp>
      <p:sp>
        <p:nvSpPr>
          <p:cNvPr id="16" name="TextBox 15"/>
          <p:cNvSpPr txBox="1"/>
          <p:nvPr/>
        </p:nvSpPr>
        <p:spPr>
          <a:xfrm>
            <a:off x="6556248" y="1874519"/>
            <a:ext cx="4956048" cy="182880"/>
          </a:xfrm>
          <a:prstGeom prst="rect">
            <a:avLst/>
          </a:prstGeom>
          <a:noFill/>
        </p:spPr>
        <p:txBody>
          <a:bodyPr wrap="square" lIns="0" tIns="0" rIns="0" bIns="0" anchor="t">
            <a:spAutoFit/>
          </a:bodyPr>
          <a:lstStyle/>
          <a:p>
            <a:r>
              <a:rPr sz="900" b="1">
                <a:solidFill>
                  <a:srgbClr val="1A70B8"/>
                </a:solidFill>
                <a:latin typeface="Quicksand"/>
              </a:rPr>
              <a:t>Dithmarschen startet 2026/27</a:t>
            </a:r>
          </a:p>
        </p:txBody>
      </p:sp>
      <p:sp>
        <p:nvSpPr>
          <p:cNvPr id="17" name="TextBox 16"/>
          <p:cNvSpPr txBox="1"/>
          <p:nvPr/>
        </p:nvSpPr>
        <p:spPr>
          <a:xfrm>
            <a:off x="6556248" y="2057400"/>
            <a:ext cx="4956048" cy="411480"/>
          </a:xfrm>
          <a:prstGeom prst="rect">
            <a:avLst/>
          </a:prstGeom>
          <a:noFill/>
        </p:spPr>
        <p:txBody>
          <a:bodyPr wrap="square" lIns="0" tIns="0" rIns="0" bIns="0" anchor="t">
            <a:spAutoFit/>
          </a:bodyPr>
          <a:lstStyle/>
          <a:p>
            <a:r>
              <a:rPr sz="860" b="0">
                <a:solidFill>
                  <a:srgbClr val="3D3D3D"/>
                </a:solidFill>
                <a:latin typeface="Open Sans"/>
              </a:rPr>
              <a:t>Geestdörfer Grundschule Burg + zwei weitere Grundschulen; Modellversuch über zwei Jahre.</a:t>
            </a:r>
          </a:p>
        </p:txBody>
      </p:sp>
      <p:sp>
        <p:nvSpPr>
          <p:cNvPr id="18" name="TextBox 17"/>
          <p:cNvSpPr txBox="1"/>
          <p:nvPr/>
        </p:nvSpPr>
        <p:spPr>
          <a:xfrm>
            <a:off x="6556248" y="2697480"/>
            <a:ext cx="4956048" cy="182880"/>
          </a:xfrm>
          <a:prstGeom prst="rect">
            <a:avLst/>
          </a:prstGeom>
          <a:noFill/>
        </p:spPr>
        <p:txBody>
          <a:bodyPr wrap="square" lIns="0" tIns="0" rIns="0" bIns="0" anchor="t">
            <a:spAutoFit/>
          </a:bodyPr>
          <a:lstStyle/>
          <a:p>
            <a:r>
              <a:rPr sz="900" b="1">
                <a:solidFill>
                  <a:srgbClr val="1A70B8"/>
                </a:solidFill>
                <a:latin typeface="Quicksand"/>
              </a:rPr>
              <a:t>Burg: 12 auf 9 Poolkräfte</a:t>
            </a:r>
          </a:p>
        </p:txBody>
      </p:sp>
      <p:sp>
        <p:nvSpPr>
          <p:cNvPr id="19" name="TextBox 18"/>
          <p:cNvSpPr txBox="1"/>
          <p:nvPr/>
        </p:nvSpPr>
        <p:spPr>
          <a:xfrm>
            <a:off x="6556248" y="2880360"/>
            <a:ext cx="4956048" cy="411480"/>
          </a:xfrm>
          <a:prstGeom prst="rect">
            <a:avLst/>
          </a:prstGeom>
          <a:noFill/>
        </p:spPr>
        <p:txBody>
          <a:bodyPr wrap="square" lIns="0" tIns="0" rIns="0" bIns="0" anchor="t">
            <a:spAutoFit/>
          </a:bodyPr>
          <a:lstStyle/>
          <a:p>
            <a:r>
              <a:rPr sz="860" b="0">
                <a:solidFill>
                  <a:srgbClr val="3D3D3D"/>
                </a:solidFill>
                <a:latin typeface="Open Sans"/>
              </a:rPr>
              <a:t>Kräfte nicht mehr einzelnen Kindern zugeordnet; in der Regel eine Kraft pro Klasse.</a:t>
            </a:r>
          </a:p>
        </p:txBody>
      </p:sp>
      <p:sp>
        <p:nvSpPr>
          <p:cNvPr id="22" name="TextBox 21"/>
          <p:cNvSpPr txBox="1"/>
          <p:nvPr/>
        </p:nvSpPr>
        <p:spPr>
          <a:xfrm>
            <a:off x="6556248" y="3520440"/>
            <a:ext cx="4956048" cy="182880"/>
          </a:xfrm>
          <a:prstGeom prst="rect">
            <a:avLst/>
          </a:prstGeom>
          <a:noFill/>
        </p:spPr>
        <p:txBody>
          <a:bodyPr wrap="square" lIns="0" tIns="0" rIns="0" bIns="0" anchor="t">
            <a:spAutoFit/>
          </a:bodyPr>
          <a:lstStyle/>
          <a:p>
            <a:r>
              <a:rPr sz="900" b="1">
                <a:solidFill>
                  <a:srgbClr val="1A70B8"/>
                </a:solidFill>
                <a:latin typeface="Quicksand"/>
              </a:rPr>
              <a:t>Ein Arbeitgeber je Pool</a:t>
            </a:r>
          </a:p>
        </p:txBody>
      </p:sp>
      <p:sp>
        <p:nvSpPr>
          <p:cNvPr id="23" name="TextBox 22"/>
          <p:cNvSpPr txBox="1"/>
          <p:nvPr/>
        </p:nvSpPr>
        <p:spPr>
          <a:xfrm>
            <a:off x="6556248" y="3703320"/>
            <a:ext cx="4956048" cy="502920"/>
          </a:xfrm>
          <a:prstGeom prst="rect">
            <a:avLst/>
          </a:prstGeom>
          <a:noFill/>
        </p:spPr>
        <p:txBody>
          <a:bodyPr wrap="square" lIns="0" tIns="0" rIns="0" bIns="0" anchor="t">
            <a:spAutoFit/>
          </a:bodyPr>
          <a:lstStyle/>
          <a:p>
            <a:r>
              <a:rPr sz="860" b="0">
                <a:solidFill>
                  <a:srgbClr val="3D3D3D"/>
                </a:solidFill>
                <a:latin typeface="Open Sans"/>
              </a:rPr>
              <a:t>Alle Schulbegleiter des Pools sollen vom selben Arbeitgeber kommen; Name öffentlich nicht veröffentlicht.</a:t>
            </a:r>
          </a:p>
        </p:txBody>
      </p:sp>
      <p:sp>
        <p:nvSpPr>
          <p:cNvPr id="24" name="TextBox 23"/>
          <p:cNvSpPr txBox="1"/>
          <p:nvPr/>
        </p:nvSpPr>
        <p:spPr>
          <a:xfrm>
            <a:off x="6556248" y="4434840"/>
            <a:ext cx="4956048" cy="182880"/>
          </a:xfrm>
          <a:prstGeom prst="rect">
            <a:avLst/>
          </a:prstGeom>
          <a:noFill/>
        </p:spPr>
        <p:txBody>
          <a:bodyPr wrap="square" lIns="0" tIns="0" rIns="0" bIns="0" anchor="t">
            <a:spAutoFit/>
          </a:bodyPr>
          <a:lstStyle/>
          <a:p>
            <a:r>
              <a:rPr sz="900" b="1">
                <a:solidFill>
                  <a:srgbClr val="1A70B8"/>
                </a:solidFill>
                <a:latin typeface="Quicksand"/>
              </a:rPr>
              <a:t>Kiel</a:t>
            </a:r>
          </a:p>
        </p:txBody>
      </p:sp>
      <p:sp>
        <p:nvSpPr>
          <p:cNvPr id="25" name="TextBox 24"/>
          <p:cNvSpPr txBox="1"/>
          <p:nvPr/>
        </p:nvSpPr>
        <p:spPr>
          <a:xfrm>
            <a:off x="6556248" y="4617720"/>
            <a:ext cx="4956048" cy="411480"/>
          </a:xfrm>
          <a:prstGeom prst="rect">
            <a:avLst/>
          </a:prstGeom>
          <a:noFill/>
        </p:spPr>
        <p:txBody>
          <a:bodyPr wrap="square" lIns="0" tIns="0" rIns="0" bIns="0" anchor="t">
            <a:spAutoFit/>
          </a:bodyPr>
          <a:lstStyle/>
          <a:p>
            <a:r>
              <a:rPr sz="860" b="0">
                <a:solidFill>
                  <a:srgbClr val="3D3D3D"/>
                </a:solidFill>
                <a:latin typeface="Open Sans"/>
              </a:rPr>
              <a:t>Modellkommune; konkrete Schulen und Betreiber öffentlich nicht belastbar benannt.</a:t>
            </a:r>
          </a:p>
        </p:txBody>
      </p:sp>
      <p:sp>
        <p:nvSpPr>
          <p:cNvPr id="26" name="TextBox 25"/>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NDR Pinneberg 22.05.2026 · NDR Dithmarschen 07.07.2026 · Kreis Dithmarschen Bekanntmachung 04/2026 · Landtag SH Umdruck 20/6362.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a:t>Chancen und Risiken auf einen Blick</a:t>
            </a:r>
          </a:p>
        </p:txBody>
      </p:sp>
      <p:sp>
        <p:nvSpPr>
          <p:cNvPr id="3" name="Text Placeholder 2"/>
          <p:cNvSpPr>
            <a:spLocks noGrp="1"/>
          </p:cNvSpPr>
          <p:nvPr>
            <p:ph type="body" sz="quarter" idx="12"/>
          </p:nvPr>
        </p:nvSpPr>
        <p:spPr/>
        <p:txBody>
          <a:bodyPr/>
          <a:lstStyle/>
          <a:p>
            <a:r>
              <a:t>Bewertung</a:t>
            </a:r>
          </a:p>
        </p:txBody>
      </p:sp>
      <p:sp>
        <p:nvSpPr>
          <p:cNvPr id="4" name="TextBox 3"/>
          <p:cNvSpPr txBox="1"/>
          <p:nvPr/>
        </p:nvSpPr>
        <p:spPr>
          <a:xfrm>
            <a:off x="1426464" y="1463040"/>
            <a:ext cx="4956048" cy="219456"/>
          </a:xfrm>
          <a:prstGeom prst="rect">
            <a:avLst/>
          </a:prstGeom>
          <a:noFill/>
        </p:spPr>
        <p:txBody>
          <a:bodyPr wrap="square" lIns="0" tIns="0" rIns="0" bIns="0" anchor="t">
            <a:spAutoFit/>
          </a:bodyPr>
          <a:lstStyle/>
          <a:p>
            <a:pPr>
              <a:spcBef>
                <a:spcPts val="0"/>
              </a:spcBef>
              <a:spcAft>
                <a:spcPts val="0"/>
              </a:spcAft>
            </a:pPr>
            <a:r>
              <a:rPr sz="1100" b="1" i="0">
                <a:solidFill>
                  <a:srgbClr val="1A70B8"/>
                </a:solidFill>
                <a:latin typeface="Quicksand"/>
              </a:rPr>
              <a:t>Chancen</a:t>
            </a:r>
          </a:p>
        </p:txBody>
      </p:sp>
      <p:sp>
        <p:nvSpPr>
          <p:cNvPr id="5" name="TextBox 4"/>
          <p:cNvSpPr txBox="1"/>
          <p:nvPr/>
        </p:nvSpPr>
        <p:spPr>
          <a:xfrm>
            <a:off x="1426464" y="1773936"/>
            <a:ext cx="4956048" cy="201168"/>
          </a:xfrm>
          <a:prstGeom prst="rect">
            <a:avLst/>
          </a:prstGeom>
          <a:noFill/>
        </p:spPr>
        <p:txBody>
          <a:bodyPr wrap="square" lIns="0" tIns="0" rIns="0" bIns="0" anchor="t">
            <a:spAutoFit/>
          </a:bodyPr>
          <a:lstStyle/>
          <a:p>
            <a:r>
              <a:rPr sz="1100" b="1">
                <a:solidFill>
                  <a:srgbClr val="3D3D3D"/>
                </a:solidFill>
                <a:latin typeface="Open Sans"/>
              </a:rPr>
              <a:t>▪ Gesamtmarkt wächst weiter</a:t>
            </a:r>
          </a:p>
        </p:txBody>
      </p:sp>
      <p:sp>
        <p:nvSpPr>
          <p:cNvPr id="6" name="TextBox 5"/>
          <p:cNvSpPr txBox="1"/>
          <p:nvPr/>
        </p:nvSpPr>
        <p:spPr>
          <a:xfrm>
            <a:off x="1591056" y="1975104"/>
            <a:ext cx="4791456" cy="475488"/>
          </a:xfrm>
          <a:prstGeom prst="rect">
            <a:avLst/>
          </a:prstGeom>
          <a:noFill/>
        </p:spPr>
        <p:txBody>
          <a:bodyPr wrap="square" lIns="0" tIns="0" rIns="0" bIns="0" anchor="t">
            <a:spAutoFit/>
          </a:bodyPr>
          <a:lstStyle/>
          <a:p>
            <a:r>
              <a:rPr sz="1019" b="0">
                <a:solidFill>
                  <a:srgbClr val="3D3D3D"/>
                </a:solidFill>
                <a:latin typeface="Open Sans"/>
              </a:rPr>
              <a:t>Fallzahlen und Kosten steigen; kein belastbares Signal für Marktrückgang.</a:t>
            </a:r>
          </a:p>
        </p:txBody>
      </p:sp>
      <p:sp>
        <p:nvSpPr>
          <p:cNvPr id="7" name="TextBox 6"/>
          <p:cNvSpPr txBox="1"/>
          <p:nvPr/>
        </p:nvSpPr>
        <p:spPr>
          <a:xfrm>
            <a:off x="1426464" y="2633472"/>
            <a:ext cx="4956048" cy="201168"/>
          </a:xfrm>
          <a:prstGeom prst="rect">
            <a:avLst/>
          </a:prstGeom>
          <a:noFill/>
        </p:spPr>
        <p:txBody>
          <a:bodyPr wrap="square" lIns="0" tIns="0" rIns="0" bIns="0" anchor="t">
            <a:spAutoFit/>
          </a:bodyPr>
          <a:lstStyle/>
          <a:p>
            <a:r>
              <a:rPr sz="1100" b="1">
                <a:solidFill>
                  <a:srgbClr val="3D3D3D"/>
                </a:solidFill>
                <a:latin typeface="Open Sans"/>
              </a:rPr>
              <a:t>▪ Größere, planbarere Aufträge</a:t>
            </a:r>
          </a:p>
        </p:txBody>
      </p:sp>
      <p:sp>
        <p:nvSpPr>
          <p:cNvPr id="8" name="TextBox 7"/>
          <p:cNvSpPr txBox="1"/>
          <p:nvPr/>
        </p:nvSpPr>
        <p:spPr>
          <a:xfrm>
            <a:off x="1591056" y="2834640"/>
            <a:ext cx="4791456" cy="475488"/>
          </a:xfrm>
          <a:prstGeom prst="rect">
            <a:avLst/>
          </a:prstGeom>
          <a:noFill/>
        </p:spPr>
        <p:txBody>
          <a:bodyPr wrap="square" lIns="0" tIns="0" rIns="0" bIns="0" anchor="t">
            <a:spAutoFit/>
          </a:bodyPr>
          <a:lstStyle/>
          <a:p>
            <a:r>
              <a:rPr sz="1019" b="0">
                <a:solidFill>
                  <a:srgbClr val="3D3D3D"/>
                </a:solidFill>
                <a:latin typeface="Open Sans"/>
              </a:rPr>
              <a:t>Wenige Standort-/Poolverträge ersetzen viele Einzelbescheide.</a:t>
            </a:r>
          </a:p>
        </p:txBody>
      </p:sp>
      <p:sp>
        <p:nvSpPr>
          <p:cNvPr id="9" name="TextBox 8"/>
          <p:cNvSpPr txBox="1"/>
          <p:nvPr/>
        </p:nvSpPr>
        <p:spPr>
          <a:xfrm>
            <a:off x="1426464" y="3493008"/>
            <a:ext cx="4956048" cy="201168"/>
          </a:xfrm>
          <a:prstGeom prst="rect">
            <a:avLst/>
          </a:prstGeom>
          <a:noFill/>
        </p:spPr>
        <p:txBody>
          <a:bodyPr wrap="square" lIns="0" tIns="0" rIns="0" bIns="0" anchor="t">
            <a:spAutoFit/>
          </a:bodyPr>
          <a:lstStyle/>
          <a:p>
            <a:r>
              <a:rPr sz="1100" b="1">
                <a:solidFill>
                  <a:srgbClr val="3D3D3D"/>
                </a:solidFill>
                <a:latin typeface="Open Sans"/>
              </a:rPr>
              <a:t>▪ Private Anbieter nicht ausgeschlossen</a:t>
            </a:r>
          </a:p>
        </p:txBody>
      </p:sp>
      <p:sp>
        <p:nvSpPr>
          <p:cNvPr id="10" name="TextBox 9"/>
          <p:cNvSpPr txBox="1"/>
          <p:nvPr/>
        </p:nvSpPr>
        <p:spPr>
          <a:xfrm>
            <a:off x="1591056" y="3694176"/>
            <a:ext cx="4791456" cy="475488"/>
          </a:xfrm>
          <a:prstGeom prst="rect">
            <a:avLst/>
          </a:prstGeom>
          <a:noFill/>
        </p:spPr>
        <p:txBody>
          <a:bodyPr wrap="square" lIns="0" tIns="0" rIns="0" bIns="0" anchor="t">
            <a:spAutoFit/>
          </a:bodyPr>
          <a:lstStyle/>
          <a:p>
            <a:r>
              <a:rPr sz="1019">
                <a:solidFill>
                  <a:srgbClr val="3D3D3D"/>
                </a:solidFill>
                <a:latin typeface="Open Sans"/>
              </a:rPr>
              <a:t>Dithmarschen öffnete das Verfahren ausdrücklich für freie Jugendhilfe-/Eingliederungshilfe-Leistungserbringer.</a:t>
            </a:r>
          </a:p>
        </p:txBody>
      </p:sp>
      <p:sp>
        <p:nvSpPr>
          <p:cNvPr id="11" name="TextBox 10"/>
          <p:cNvSpPr txBox="1"/>
          <p:nvPr/>
        </p:nvSpPr>
        <p:spPr>
          <a:xfrm>
            <a:off x="1426464" y="4352544"/>
            <a:ext cx="4956048" cy="201168"/>
          </a:xfrm>
          <a:prstGeom prst="rect">
            <a:avLst/>
          </a:prstGeom>
          <a:noFill/>
        </p:spPr>
        <p:txBody>
          <a:bodyPr wrap="square" lIns="0" tIns="0" rIns="0" bIns="0" anchor="t">
            <a:spAutoFit/>
          </a:bodyPr>
          <a:lstStyle/>
          <a:p>
            <a:r>
              <a:rPr sz="1100" b="1">
                <a:solidFill>
                  <a:srgbClr val="3D3D3D"/>
                </a:solidFill>
                <a:latin typeface="Open Sans"/>
              </a:rPr>
              <a:t>▪ Qualität und Schulbeziehungen zählen</a:t>
            </a:r>
          </a:p>
        </p:txBody>
      </p:sp>
      <p:sp>
        <p:nvSpPr>
          <p:cNvPr id="12" name="TextBox 11"/>
          <p:cNvSpPr txBox="1"/>
          <p:nvPr/>
        </p:nvSpPr>
        <p:spPr>
          <a:xfrm>
            <a:off x="1591056" y="4553712"/>
            <a:ext cx="4791456" cy="475488"/>
          </a:xfrm>
          <a:prstGeom prst="rect">
            <a:avLst/>
          </a:prstGeom>
          <a:noFill/>
        </p:spPr>
        <p:txBody>
          <a:bodyPr wrap="square" lIns="0" tIns="0" rIns="0" bIns="0" anchor="t">
            <a:spAutoFit/>
          </a:bodyPr>
          <a:lstStyle/>
          <a:p>
            <a:r>
              <a:rPr sz="1019">
                <a:solidFill>
                  <a:srgbClr val="3D3D3D"/>
                </a:solidFill>
                <a:latin typeface="Open Sans"/>
              </a:rPr>
              <a:t>Kooperation, Qualifizierung und Verankerung am Schulstandort werden Zuschlagsfaktoren.</a:t>
            </a:r>
          </a:p>
        </p:txBody>
      </p:sp>
      <p:sp>
        <p:nvSpPr>
          <p:cNvPr id="13" name="TextBox 12"/>
          <p:cNvSpPr txBox="1"/>
          <p:nvPr/>
        </p:nvSpPr>
        <p:spPr>
          <a:xfrm>
            <a:off x="1426464" y="5212079"/>
            <a:ext cx="4956048" cy="201168"/>
          </a:xfrm>
          <a:prstGeom prst="rect">
            <a:avLst/>
          </a:prstGeom>
          <a:noFill/>
        </p:spPr>
        <p:txBody>
          <a:bodyPr wrap="square" lIns="0" tIns="0" rIns="0" bIns="0" anchor="t">
            <a:spAutoFit/>
          </a:bodyPr>
          <a:lstStyle/>
          <a:p>
            <a:r>
              <a:rPr sz="1100" b="1">
                <a:solidFill>
                  <a:srgbClr val="3D3D3D"/>
                </a:solidFill>
                <a:latin typeface="Open Sans"/>
              </a:rPr>
              <a:t>▪ FiB + SKP kann Plattform werden</a:t>
            </a:r>
          </a:p>
        </p:txBody>
      </p:sp>
      <p:sp>
        <p:nvSpPr>
          <p:cNvPr id="14" name="TextBox 13"/>
          <p:cNvSpPr txBox="1"/>
          <p:nvPr/>
        </p:nvSpPr>
        <p:spPr>
          <a:xfrm>
            <a:off x="1591056" y="5413247"/>
            <a:ext cx="4791456" cy="475488"/>
          </a:xfrm>
          <a:prstGeom prst="rect">
            <a:avLst/>
          </a:prstGeom>
          <a:noFill/>
        </p:spPr>
        <p:txBody>
          <a:bodyPr wrap="square" lIns="0" tIns="0" rIns="0" bIns="0" anchor="t">
            <a:spAutoFit/>
          </a:bodyPr>
          <a:lstStyle/>
          <a:p>
            <a:r>
              <a:rPr sz="1019">
                <a:solidFill>
                  <a:srgbClr val="3D3D3D"/>
                </a:solidFill>
                <a:latin typeface="Open Sans"/>
              </a:rPr>
              <a:t>Gemeinsam bessere Dichte, Fachleitung, Springerpool und Ausschreibungsfähigkeit.</a:t>
            </a:r>
          </a:p>
        </p:txBody>
      </p:sp>
      <p:sp>
        <p:nvSpPr>
          <p:cNvPr id="15" name="TextBox 14"/>
          <p:cNvSpPr txBox="1"/>
          <p:nvPr/>
        </p:nvSpPr>
        <p:spPr>
          <a:xfrm>
            <a:off x="6556248" y="1463040"/>
            <a:ext cx="4956048" cy="219456"/>
          </a:xfrm>
          <a:prstGeom prst="rect">
            <a:avLst/>
          </a:prstGeom>
          <a:noFill/>
        </p:spPr>
        <p:txBody>
          <a:bodyPr wrap="square" lIns="0" tIns="0" rIns="0" bIns="0" anchor="t">
            <a:spAutoFit/>
          </a:bodyPr>
          <a:lstStyle/>
          <a:p>
            <a:pPr>
              <a:spcBef>
                <a:spcPts val="0"/>
              </a:spcBef>
              <a:spcAft>
                <a:spcPts val="0"/>
              </a:spcAft>
            </a:pPr>
            <a:r>
              <a:rPr sz="1100" b="1" i="0">
                <a:solidFill>
                  <a:srgbClr val="C0392B"/>
                </a:solidFill>
                <a:latin typeface="Quicksand"/>
              </a:rPr>
              <a:t>Risiken</a:t>
            </a:r>
          </a:p>
        </p:txBody>
      </p:sp>
      <p:sp>
        <p:nvSpPr>
          <p:cNvPr id="16" name="TextBox 15"/>
          <p:cNvSpPr txBox="1"/>
          <p:nvPr/>
        </p:nvSpPr>
        <p:spPr>
          <a:xfrm>
            <a:off x="6556248" y="1773936"/>
            <a:ext cx="4956048" cy="201168"/>
          </a:xfrm>
          <a:prstGeom prst="rect">
            <a:avLst/>
          </a:prstGeom>
          <a:noFill/>
        </p:spPr>
        <p:txBody>
          <a:bodyPr wrap="square" lIns="0" tIns="0" rIns="0" bIns="0" anchor="t">
            <a:spAutoFit/>
          </a:bodyPr>
          <a:lstStyle/>
          <a:p>
            <a:r>
              <a:rPr sz="1100" b="1">
                <a:solidFill>
                  <a:srgbClr val="3D3D3D"/>
                </a:solidFill>
                <a:latin typeface="Open Sans"/>
              </a:rPr>
              <a:t>▪ Standortverlust ist total</a:t>
            </a:r>
          </a:p>
        </p:txBody>
      </p:sp>
      <p:sp>
        <p:nvSpPr>
          <p:cNvPr id="17" name="TextBox 16"/>
          <p:cNvSpPr txBox="1"/>
          <p:nvPr/>
        </p:nvSpPr>
        <p:spPr>
          <a:xfrm>
            <a:off x="6720840" y="1975104"/>
            <a:ext cx="4791456" cy="475488"/>
          </a:xfrm>
          <a:prstGeom prst="rect">
            <a:avLst/>
          </a:prstGeom>
          <a:noFill/>
        </p:spPr>
        <p:txBody>
          <a:bodyPr wrap="square" lIns="0" tIns="0" rIns="0" bIns="0" anchor="t">
            <a:spAutoFit/>
          </a:bodyPr>
          <a:lstStyle/>
          <a:p>
            <a:r>
              <a:rPr sz="1019" b="0">
                <a:solidFill>
                  <a:srgbClr val="3D3D3D"/>
                </a:solidFill>
                <a:latin typeface="Open Sans"/>
              </a:rPr>
              <a:t>Wer den Pool nicht bekommt, verliert das Volumen der Schule potenziell komplett.</a:t>
            </a:r>
          </a:p>
        </p:txBody>
      </p:sp>
      <p:sp>
        <p:nvSpPr>
          <p:cNvPr id="18" name="TextBox 17"/>
          <p:cNvSpPr txBox="1"/>
          <p:nvPr/>
        </p:nvSpPr>
        <p:spPr>
          <a:xfrm>
            <a:off x="6556248" y="2633472"/>
            <a:ext cx="4956048" cy="201168"/>
          </a:xfrm>
          <a:prstGeom prst="rect">
            <a:avLst/>
          </a:prstGeom>
          <a:noFill/>
        </p:spPr>
        <p:txBody>
          <a:bodyPr wrap="square" lIns="0" tIns="0" rIns="0" bIns="0" anchor="t">
            <a:spAutoFit/>
          </a:bodyPr>
          <a:lstStyle/>
          <a:p>
            <a:r>
              <a:rPr sz="1100" b="1">
                <a:solidFill>
                  <a:srgbClr val="3D3D3D"/>
                </a:solidFill>
                <a:latin typeface="Open Sans"/>
              </a:rPr>
              <a:t>▪ Personal wandert mit</a:t>
            </a:r>
          </a:p>
        </p:txBody>
      </p:sp>
      <p:sp>
        <p:nvSpPr>
          <p:cNvPr id="19" name="TextBox 18"/>
          <p:cNvSpPr txBox="1"/>
          <p:nvPr/>
        </p:nvSpPr>
        <p:spPr>
          <a:xfrm>
            <a:off x="6720840" y="2834640"/>
            <a:ext cx="4791456" cy="475488"/>
          </a:xfrm>
          <a:prstGeom prst="rect">
            <a:avLst/>
          </a:prstGeom>
          <a:noFill/>
        </p:spPr>
        <p:txBody>
          <a:bodyPr wrap="square" lIns="0" tIns="0" rIns="0" bIns="0" anchor="t">
            <a:spAutoFit/>
          </a:bodyPr>
          <a:lstStyle/>
          <a:p>
            <a:r>
              <a:rPr sz="1019" b="0">
                <a:solidFill>
                  <a:srgbClr val="3D3D3D"/>
                </a:solidFill>
                <a:latin typeface="Open Sans"/>
              </a:rPr>
              <a:t>In Poolmodellen arbeiten Kräfte faktisch für den koordinierenden Standortträger.</a:t>
            </a:r>
          </a:p>
        </p:txBody>
      </p:sp>
      <p:sp>
        <p:nvSpPr>
          <p:cNvPr id="22" name="TextBox 21"/>
          <p:cNvSpPr txBox="1"/>
          <p:nvPr/>
        </p:nvSpPr>
        <p:spPr>
          <a:xfrm>
            <a:off x="6547104" y="3556746"/>
            <a:ext cx="4956048" cy="201168"/>
          </a:xfrm>
          <a:prstGeom prst="rect">
            <a:avLst/>
          </a:prstGeom>
          <a:noFill/>
        </p:spPr>
        <p:txBody>
          <a:bodyPr wrap="square" lIns="0" tIns="0" rIns="0" bIns="0" anchor="t">
            <a:spAutoFit/>
          </a:bodyPr>
          <a:lstStyle/>
          <a:p>
            <a:r>
              <a:rPr sz="1100" b="1">
                <a:solidFill>
                  <a:srgbClr val="3D3D3D"/>
                </a:solidFill>
                <a:latin typeface="Open Sans"/>
              </a:rPr>
              <a:t>▪ Preis-/Lohnrisiko bleibt</a:t>
            </a:r>
          </a:p>
        </p:txBody>
      </p:sp>
      <p:sp>
        <p:nvSpPr>
          <p:cNvPr id="23" name="TextBox 22"/>
          <p:cNvSpPr txBox="1"/>
          <p:nvPr/>
        </p:nvSpPr>
        <p:spPr>
          <a:xfrm>
            <a:off x="6671344" y="3762217"/>
            <a:ext cx="4791456" cy="475488"/>
          </a:xfrm>
          <a:prstGeom prst="rect">
            <a:avLst/>
          </a:prstGeom>
          <a:noFill/>
        </p:spPr>
        <p:txBody>
          <a:bodyPr wrap="square" lIns="0" tIns="0" rIns="0" bIns="0" anchor="t">
            <a:spAutoFit/>
          </a:bodyPr>
          <a:lstStyle/>
          <a:p>
            <a:r>
              <a:rPr sz="1019" b="0">
                <a:solidFill>
                  <a:srgbClr val="3D3D3D"/>
                </a:solidFill>
                <a:latin typeface="Open Sans"/>
              </a:rPr>
              <a:t>Mindestlohn 2027 = 14,60 €; Festpreise ohne Indexierung drücken Marge.</a:t>
            </a:r>
          </a:p>
        </p:txBody>
      </p:sp>
      <p:sp>
        <p:nvSpPr>
          <p:cNvPr id="24" name="TextBox 23"/>
          <p:cNvSpPr txBox="1"/>
          <p:nvPr/>
        </p:nvSpPr>
        <p:spPr>
          <a:xfrm>
            <a:off x="6547104" y="4301848"/>
            <a:ext cx="4956048" cy="201168"/>
          </a:xfrm>
          <a:prstGeom prst="rect">
            <a:avLst/>
          </a:prstGeom>
          <a:noFill/>
        </p:spPr>
        <p:txBody>
          <a:bodyPr wrap="square" lIns="0" tIns="0" rIns="0" bIns="0" anchor="t">
            <a:spAutoFit/>
          </a:bodyPr>
          <a:lstStyle/>
          <a:p>
            <a:r>
              <a:rPr sz="1100" b="1">
                <a:solidFill>
                  <a:srgbClr val="3D3D3D"/>
                </a:solidFill>
                <a:latin typeface="Open Sans"/>
              </a:rPr>
              <a:t>▪ Gewinner der Testphase nicht öffentlich</a:t>
            </a:r>
          </a:p>
        </p:txBody>
      </p:sp>
      <p:sp>
        <p:nvSpPr>
          <p:cNvPr id="25" name="TextBox 24"/>
          <p:cNvSpPr txBox="1"/>
          <p:nvPr/>
        </p:nvSpPr>
        <p:spPr>
          <a:xfrm>
            <a:off x="6720840" y="4617720"/>
            <a:ext cx="4791456" cy="475488"/>
          </a:xfrm>
          <a:prstGeom prst="rect">
            <a:avLst/>
          </a:prstGeom>
          <a:noFill/>
        </p:spPr>
        <p:txBody>
          <a:bodyPr wrap="square" lIns="0" tIns="0" rIns="0" bIns="0" anchor="t">
            <a:spAutoFit/>
          </a:bodyPr>
          <a:lstStyle/>
          <a:p>
            <a:r>
              <a:rPr sz="1019">
                <a:solidFill>
                  <a:srgbClr val="3D3D3D"/>
                </a:solidFill>
                <a:latin typeface="Open Sans"/>
              </a:rPr>
              <a:t>Betreiber sind öffentlich nicht belastbar benannt; AWO/Lebenshilfe/Diakonie sind plausible, nicht belegte Gewinner.</a:t>
            </a:r>
          </a:p>
        </p:txBody>
      </p:sp>
      <p:sp>
        <p:nvSpPr>
          <p:cNvPr id="26" name="TextBox 25"/>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Landtag SH Umdruck 20/6362 · Kreis Dithmarschen Bekanntmachung 04/2026 · NDR Pinneberg 22.05.2026 · NDR Dithmarschen 07.07.2026 · BMAS Mindestlohn 2026/27.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914400"/>
            <a:ext cx="10040112" cy="521207"/>
          </a:xfrm>
        </p:spPr>
        <p:txBody>
          <a:bodyPr wrap="square"/>
          <a:lstStyle/>
          <a:p>
            <a:r>
              <a:rPr sz="2000" b="1"/>
              <a:t>Was SKP bis wann erledigen muss</a:t>
            </a:r>
          </a:p>
        </p:txBody>
      </p:sp>
      <p:sp>
        <p:nvSpPr>
          <p:cNvPr id="3" name="Text Placeholder 2"/>
          <p:cNvSpPr>
            <a:spLocks noGrp="1"/>
          </p:cNvSpPr>
          <p:nvPr>
            <p:ph type="body" sz="quarter" idx="12"/>
          </p:nvPr>
        </p:nvSpPr>
        <p:spPr/>
        <p:txBody>
          <a:bodyPr wrap="square"/>
          <a:lstStyle/>
          <a:p>
            <a:r>
              <a:t>Vorkehrungen</a:t>
            </a:r>
          </a:p>
        </p:txBody>
      </p:sp>
      <p:sp>
        <p:nvSpPr>
          <p:cNvPr id="4" name="Rounded Rectangle 3"/>
          <p:cNvSpPr/>
          <p:nvPr/>
        </p:nvSpPr>
        <p:spPr>
          <a:xfrm>
            <a:off x="1426464" y="1691640"/>
            <a:ext cx="3246120" cy="141732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72768" y="1801368"/>
            <a:ext cx="2953512" cy="1197864"/>
          </a:xfrm>
          <a:prstGeom prst="rect">
            <a:avLst/>
          </a:prstGeom>
          <a:noFill/>
        </p:spPr>
        <p:txBody>
          <a:bodyPr wrap="square" lIns="0" tIns="0" rIns="0" bIns="0" anchor="t">
            <a:spAutoFit/>
          </a:bodyPr>
          <a:lstStyle/>
          <a:p>
            <a:r>
              <a:rPr sz="950" b="1">
                <a:solidFill>
                  <a:srgbClr val="E0861A"/>
                </a:solidFill>
                <a:latin typeface="Quicksand"/>
              </a:rPr>
              <a:t>Sofort / Sep. 2026</a:t>
            </a:r>
          </a:p>
          <a:p>
            <a:r>
              <a:rPr sz="860" b="0">
                <a:solidFill>
                  <a:srgbClr val="3D3D3D"/>
                </a:solidFill>
                <a:latin typeface="Open Sans"/>
              </a:rPr>
              <a:t>Umsatz, DB, Kinder, Stunden und Personal je Schule; SGB VIII/IX trennen; Modell- und Grundschulen isolieren.</a:t>
            </a:r>
          </a:p>
        </p:txBody>
      </p:sp>
      <p:sp>
        <p:nvSpPr>
          <p:cNvPr id="6" name="Rounded Rectangle 5"/>
          <p:cNvSpPr/>
          <p:nvPr/>
        </p:nvSpPr>
        <p:spPr>
          <a:xfrm>
            <a:off x="4846320" y="1691640"/>
            <a:ext cx="3246120" cy="141732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992624" y="1801368"/>
            <a:ext cx="2953512" cy="1197864"/>
          </a:xfrm>
          <a:prstGeom prst="rect">
            <a:avLst/>
          </a:prstGeom>
          <a:noFill/>
        </p:spPr>
        <p:txBody>
          <a:bodyPr wrap="square" lIns="0" tIns="0" rIns="0" bIns="0" anchor="t">
            <a:spAutoFit/>
          </a:bodyPr>
          <a:lstStyle/>
          <a:p>
            <a:r>
              <a:rPr sz="950" b="1">
                <a:solidFill>
                  <a:srgbClr val="E0861A"/>
                </a:solidFill>
                <a:latin typeface="Quicksand"/>
              </a:rPr>
              <a:t>Q4 2026</a:t>
            </a:r>
          </a:p>
          <a:p>
            <a:r>
              <a:rPr sz="860" b="0">
                <a:solidFill>
                  <a:srgbClr val="3D3D3D"/>
                </a:solidFill>
                <a:latin typeface="Open Sans"/>
              </a:rPr>
              <a:t>Getrennte Umsatzausweisung über drei Jahre, Referenzliste über vier Jahre, 10 Mio. € Betriebshaftpflicht, PQ-/Nachweisordner.</a:t>
            </a:r>
          </a:p>
        </p:txBody>
      </p:sp>
      <p:sp>
        <p:nvSpPr>
          <p:cNvPr id="8" name="Rounded Rectangle 7"/>
          <p:cNvSpPr/>
          <p:nvPr/>
        </p:nvSpPr>
        <p:spPr>
          <a:xfrm>
            <a:off x="8266175" y="1691640"/>
            <a:ext cx="3246120" cy="141732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412480" y="1801368"/>
            <a:ext cx="2953512" cy="1197864"/>
          </a:xfrm>
          <a:prstGeom prst="rect">
            <a:avLst/>
          </a:prstGeom>
          <a:noFill/>
        </p:spPr>
        <p:txBody>
          <a:bodyPr wrap="square" lIns="0" tIns="0" rIns="0" bIns="0" anchor="t">
            <a:spAutoFit/>
          </a:bodyPr>
          <a:lstStyle/>
          <a:p>
            <a:r>
              <a:rPr sz="950" b="1">
                <a:solidFill>
                  <a:srgbClr val="1A70B8"/>
                </a:solidFill>
                <a:latin typeface="Quicksand"/>
              </a:rPr>
              <a:t>Q4 2026</a:t>
            </a:r>
          </a:p>
          <a:p>
            <a:r>
              <a:rPr sz="860" b="0">
                <a:solidFill>
                  <a:srgbClr val="3D3D3D"/>
                </a:solidFill>
                <a:latin typeface="Open Sans"/>
              </a:rPr>
              <a:t>Qualifizierungskonzept, Schutz-/Krisenkonzept, Supervision, wöchentliche Teamstruktur und dokumentierte Schulkooperationen.</a:t>
            </a:r>
          </a:p>
        </p:txBody>
      </p:sp>
      <p:sp>
        <p:nvSpPr>
          <p:cNvPr id="10" name="Rounded Rectangle 9"/>
          <p:cNvSpPr/>
          <p:nvPr/>
        </p:nvSpPr>
        <p:spPr>
          <a:xfrm>
            <a:off x="1426464" y="3291840"/>
            <a:ext cx="3246120" cy="141732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572768" y="3401568"/>
            <a:ext cx="2953512" cy="1197864"/>
          </a:xfrm>
          <a:prstGeom prst="rect">
            <a:avLst/>
          </a:prstGeom>
          <a:noFill/>
        </p:spPr>
        <p:txBody>
          <a:bodyPr wrap="square" lIns="0" tIns="0" rIns="0" bIns="0" anchor="t">
            <a:spAutoFit/>
          </a:bodyPr>
          <a:lstStyle/>
          <a:p>
            <a:r>
              <a:rPr sz="950" b="1">
                <a:solidFill>
                  <a:srgbClr val="1A70B8"/>
                </a:solidFill>
                <a:latin typeface="Quicksand"/>
              </a:rPr>
              <a:t>Q4 2026 / vor Verfahren</a:t>
            </a:r>
          </a:p>
          <a:p>
            <a:r>
              <a:rPr sz="860" b="0">
                <a:solidFill>
                  <a:srgbClr val="3D3D3D"/>
                </a:solidFill>
                <a:latin typeface="Open Sans"/>
              </a:rPr>
              <a:t>Keine Honorarkräfte; Festanstellung als Standard. Teamleitung als Fachkraft, Schlüssel 1:15, Springerpool.</a:t>
            </a:r>
          </a:p>
        </p:txBody>
      </p:sp>
      <p:sp>
        <p:nvSpPr>
          <p:cNvPr id="12" name="Rounded Rectangle 11"/>
          <p:cNvSpPr/>
          <p:nvPr/>
        </p:nvSpPr>
        <p:spPr>
          <a:xfrm>
            <a:off x="4846320" y="3291840"/>
            <a:ext cx="3246120" cy="14173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992624" y="3401568"/>
            <a:ext cx="2953512" cy="1197864"/>
          </a:xfrm>
          <a:prstGeom prst="rect">
            <a:avLst/>
          </a:prstGeom>
          <a:noFill/>
        </p:spPr>
        <p:txBody>
          <a:bodyPr wrap="square" lIns="0" tIns="0" rIns="0" bIns="0" anchor="t">
            <a:spAutoFit/>
          </a:bodyPr>
          <a:lstStyle/>
          <a:p>
            <a:r>
              <a:rPr sz="950" b="1">
                <a:solidFill>
                  <a:srgbClr val="1A70B8"/>
                </a:solidFill>
                <a:latin typeface="Quicksand"/>
              </a:rPr>
              <a:t>2026/27</a:t>
            </a:r>
          </a:p>
          <a:p>
            <a:r>
              <a:rPr sz="860" b="0">
                <a:solidFill>
                  <a:srgbClr val="3D3D3D"/>
                </a:solidFill>
                <a:latin typeface="Open Sans"/>
              </a:rPr>
              <a:t>Schulleitungen/Kreis aktiv bearbeiten: SKP muss als möglicher Standortbetreiber sichtbar sein, nicht nur als Einzelfallanbieter.</a:t>
            </a:r>
          </a:p>
        </p:txBody>
      </p:sp>
      <p:sp>
        <p:nvSpPr>
          <p:cNvPr id="14" name="Rounded Rectangle 13"/>
          <p:cNvSpPr/>
          <p:nvPr/>
        </p:nvSpPr>
        <p:spPr>
          <a:xfrm>
            <a:off x="8266175" y="3291840"/>
            <a:ext cx="3246120" cy="14173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0" y="3401568"/>
            <a:ext cx="2953512" cy="1197864"/>
          </a:xfrm>
          <a:prstGeom prst="rect">
            <a:avLst/>
          </a:prstGeom>
          <a:noFill/>
        </p:spPr>
        <p:txBody>
          <a:bodyPr wrap="square" lIns="0" tIns="0" rIns="0" bIns="0" anchor="t">
            <a:spAutoFit/>
          </a:bodyPr>
          <a:lstStyle/>
          <a:p>
            <a:r>
              <a:rPr sz="950" b="1">
                <a:solidFill>
                  <a:srgbClr val="1A70B8"/>
                </a:solidFill>
                <a:latin typeface="Quicksand"/>
              </a:rPr>
              <a:t>DD-Red Flag</a:t>
            </a:r>
          </a:p>
          <a:p>
            <a:r>
              <a:rPr sz="860" b="0">
                <a:solidFill>
                  <a:srgbClr val="3D3D3D"/>
                </a:solidFill>
                <a:latin typeface="Open Sans"/>
              </a:rPr>
              <a:t>Viel Umsatz an künftigen Poolschulen + keine Rolle im Modellkonzept = hoher Umsatzverlust-Risikoabschlag im Kaufpreis.</a:t>
            </a:r>
          </a:p>
        </p:txBody>
      </p:sp>
      <p:sp>
        <p:nvSpPr>
          <p:cNvPr id="16" name="TextBox 15"/>
          <p:cNvSpPr txBox="1"/>
          <p:nvPr/>
        </p:nvSpPr>
        <p:spPr>
          <a:xfrm>
            <a:off x="1426464" y="6446520"/>
            <a:ext cx="8686800" cy="274320"/>
          </a:xfrm>
          <a:prstGeom prst="rect">
            <a:avLst/>
          </a:prstGeom>
          <a:noFill/>
        </p:spPr>
        <p:txBody>
          <a:bodyPr wrap="square" lIns="0" tIns="0" rIns="0" bIns="0" anchor="t">
            <a:spAutoFit/>
          </a:bodyPr>
          <a:lstStyle/>
          <a:p>
            <a:pPr>
              <a:lnSpc>
                <a:spcPct val="105000"/>
              </a:lnSpc>
            </a:pPr>
            <a:r>
              <a:rPr sz="680" b="0">
                <a:solidFill>
                  <a:srgbClr val="888888"/>
                </a:solidFill>
                <a:latin typeface="Open Sans"/>
              </a:rPr>
              <a:t>Quellen: TED 246925-2024 · Konzept „Klassenassistenz“ Kreis Pinneberg, Kap. 5a · Landtag SH Umdruck 20/6362 · Kreis Dithmarschen Bekanntmachung 04/2026.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5135A21A-2257-99C0-3633-873D72276E2C}"/>
              </a:ext>
            </a:extLst>
          </p:cNvPr>
          <p:cNvSpPr>
            <a:spLocks noGrp="1"/>
          </p:cNvSpPr>
          <p:nvPr>
            <p:ph type="body" sz="quarter" idx="12"/>
          </p:nvPr>
        </p:nvSpPr>
        <p:spPr/>
        <p:txBody>
          <a:bodyPr/>
          <a:lstStyle/>
          <a:p>
            <a:r>
              <a:t>Anhang</a:t>
            </a:r>
          </a:p>
        </p:txBody>
      </p:sp>
      <p:pic>
        <p:nvPicPr>
          <p:cNvPr id="7" name="Grafik 6">
            <a:extLst>
              <a:ext uri="{FF2B5EF4-FFF2-40B4-BE49-F238E27FC236}">
                <a16:creationId xmlns:a16="http://schemas.microsoft.com/office/drawing/2014/main" id="{C1BB902E-DCB1-AC99-6982-F5031F16D535}"/>
              </a:ext>
            </a:extLst>
          </p:cNvPr>
          <p:cNvPicPr>
            <a:picLocks noChangeAspect="1"/>
          </p:cNvPicPr>
          <p:nvPr/>
        </p:nvPicPr>
        <p:blipFill>
          <a:blip r:embed="rId2"/>
          <a:stretch>
            <a:fillRect/>
          </a:stretch>
        </p:blipFill>
        <p:spPr>
          <a:xfrm>
            <a:off x="1426464" y="1645920"/>
            <a:ext cx="4489704" cy="2871216"/>
          </a:xfrm>
          <a:prstGeom prst="rect">
            <a:avLst/>
          </a:prstGeom>
        </p:spPr>
      </p:pic>
      <p:pic>
        <p:nvPicPr>
          <p:cNvPr id="9" name="Grafik 8">
            <a:extLst>
              <a:ext uri="{FF2B5EF4-FFF2-40B4-BE49-F238E27FC236}">
                <a16:creationId xmlns:a16="http://schemas.microsoft.com/office/drawing/2014/main" id="{80F8DC9D-6846-8003-E956-2BB78673581B}"/>
              </a:ext>
            </a:extLst>
          </p:cNvPr>
          <p:cNvPicPr>
            <a:picLocks noChangeAspect="1"/>
          </p:cNvPicPr>
          <p:nvPr/>
        </p:nvPicPr>
        <p:blipFill>
          <a:blip r:embed="rId3"/>
          <a:stretch>
            <a:fillRect/>
          </a:stretch>
        </p:blipFill>
        <p:spPr>
          <a:xfrm>
            <a:off x="6675120" y="1645920"/>
            <a:ext cx="4837176" cy="4389120"/>
          </a:xfrm>
          <a:prstGeom prst="rect">
            <a:avLst/>
          </a:prstGeom>
        </p:spPr>
      </p:pic>
      <p:sp>
        <p:nvSpPr>
          <p:cNvPr id="10" name="TextBox 9"/>
          <p:cNvSpPr txBox="1"/>
          <p:nvPr/>
        </p:nvSpPr>
        <p:spPr>
          <a:xfrm>
            <a:off x="1426464" y="914400"/>
            <a:ext cx="10040112" cy="521207"/>
          </a:xfrm>
          <a:prstGeom prst="rect">
            <a:avLst/>
          </a:prstGeom>
          <a:noFill/>
        </p:spPr>
        <p:txBody>
          <a:bodyPr wrap="square" lIns="0" rIns="0" tIns="0" bIns="0" anchor="t">
            <a:spAutoFit/>
          </a:bodyPr>
          <a:lstStyle/>
          <a:p>
            <a:pPr>
              <a:spcBef>
                <a:spcPts val="0"/>
              </a:spcBef>
              <a:spcAft>
                <a:spcPts val="0"/>
              </a:spcAft>
            </a:pPr>
            <a:r>
              <a:rPr sz="2000" b="1">
                <a:solidFill>
                  <a:srgbClr val="777777"/>
                </a:solidFill>
                <a:latin typeface="Quicksand"/>
              </a:rPr>
              <a:t>Kostenwirkung des Bundesentwurfs und Förderquoten der Länder</a:t>
            </a:r>
          </a:p>
        </p:txBody>
      </p:sp>
    </p:spTree>
    <p:extLst>
      <p:ext uri="{BB962C8B-B14F-4D97-AF65-F5344CB8AC3E}">
        <p14:creationId xmlns:p14="http://schemas.microsoft.com/office/powerpoint/2010/main" val="862736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BFCDCD0E-CBBB-F6A1-B71A-F4CD6562D2D1}"/>
              </a:ext>
            </a:extLst>
          </p:cNvPr>
          <p:cNvSpPr>
            <a:spLocks noGrp="1"/>
          </p:cNvSpPr>
          <p:nvPr>
            <p:ph type="body" sz="quarter" idx="12"/>
          </p:nvPr>
        </p:nvSpPr>
        <p:spPr/>
        <p:txBody>
          <a:bodyPr/>
          <a:lstStyle/>
          <a:p>
            <a:r>
              <a:t>Anhang · Quellen</a:t>
            </a:r>
          </a:p>
        </p:txBody>
      </p:sp>
      <p:sp>
        <p:nvSpPr>
          <p:cNvPr id="7" name="Textfeld 6">
            <a:extLst>
              <a:ext uri="{FF2B5EF4-FFF2-40B4-BE49-F238E27FC236}">
                <a16:creationId xmlns:a16="http://schemas.microsoft.com/office/drawing/2014/main" id="{463F801E-BB69-8233-0B0E-682066AE50D3}"/>
              </a:ext>
            </a:extLst>
          </p:cNvPr>
          <p:cNvSpPr txBox="1"/>
          <p:nvPr/>
        </p:nvSpPr>
        <p:spPr>
          <a:xfrm>
            <a:off x="1426464" y="914400"/>
            <a:ext cx="10040112" cy="521207"/>
          </a:xfrm>
          <a:prstGeom prst="rect">
            <a:avLst/>
          </a:prstGeom>
          <a:noFill/>
        </p:spPr>
        <p:txBody>
          <a:bodyPr wrap="square">
            <a:spAutoFit/>
          </a:bodyPr>
          <a:lstStyle/>
          <a:p>
            <a:r>
              <a:rPr sz="2000" b="1">
                <a:solidFill>
                  <a:srgbClr val="777777"/>
                </a:solidFill>
                <a:latin typeface="Quicksand"/>
              </a:rPr>
              <a:t>Quellen – Modelle / Vergabe / Recht</a:t>
            </a:r>
          </a:p>
        </p:txBody>
      </p:sp>
      <p:sp>
        <p:nvSpPr>
          <p:cNvPr id="9" name="Textfeld 8">
            <a:extLst>
              <a:ext uri="{FF2B5EF4-FFF2-40B4-BE49-F238E27FC236}">
                <a16:creationId xmlns:a16="http://schemas.microsoft.com/office/drawing/2014/main" id="{1A204AFC-CFC3-0113-31D1-E6F3A33E59F8}"/>
              </a:ext>
            </a:extLst>
          </p:cNvPr>
          <p:cNvSpPr txBox="1"/>
          <p:nvPr/>
        </p:nvSpPr>
        <p:spPr>
          <a:xfrm>
            <a:off x="1426464" y="1508760"/>
            <a:ext cx="4956048" cy="640080"/>
          </a:xfrm>
          <a:prstGeom prst="rect">
            <a:avLst/>
          </a:prstGeom>
          <a:noFill/>
        </p:spPr>
        <p:txBody>
          <a:bodyPr wrap="square">
            <a:spAutoFit/>
          </a:bodyPr>
          <a:lstStyle/>
          <a:p>
            <a:r>
              <a:rPr sz="860" b="0">
                <a:solidFill>
                  <a:srgbClr val="3D3D3D"/>
                </a:solidFill>
                <a:latin typeface="Open Sans"/>
              </a:rPr>
              <a:t>Landtag SH Umdruck 20/6362: MPT-Modellkommunen, Frist 03.07.2026, Umsetzungsphase 2026/27–2028/29, Evaluation 2029/30</a:t>
            </a:r>
          </a:p>
        </p:txBody>
      </p:sp>
      <p:sp>
        <p:nvSpPr>
          <p:cNvPr id="11" name="Textfeld 10">
            <a:extLst>
              <a:ext uri="{FF2B5EF4-FFF2-40B4-BE49-F238E27FC236}">
                <a16:creationId xmlns:a16="http://schemas.microsoft.com/office/drawing/2014/main" id="{93A71A94-34CC-D3CB-8BDE-783942DCF159}"/>
              </a:ext>
            </a:extLst>
          </p:cNvPr>
          <p:cNvSpPr txBox="1"/>
          <p:nvPr/>
        </p:nvSpPr>
        <p:spPr>
          <a:xfrm>
            <a:off x="1426464" y="2331720"/>
            <a:ext cx="4956048" cy="777240"/>
          </a:xfrm>
          <a:prstGeom prst="rect">
            <a:avLst/>
          </a:prstGeom>
          <a:noFill/>
        </p:spPr>
        <p:txBody>
          <a:bodyPr wrap="square">
            <a:spAutoFit/>
          </a:bodyPr>
          <a:lstStyle/>
          <a:p>
            <a:r>
              <a:rPr sz="860" b="0">
                <a:solidFill>
                  <a:srgbClr val="3D3D3D"/>
                </a:solidFill>
                <a:latin typeface="Open Sans"/>
              </a:rPr>
              <a:t>NDR 22.05.2026: Pinneberg-Pilot ab 2027; Rellingen: Brüder-Grimm, Erich Kästner, Caspar-Vogt; zwei Pinneberger Schulen noch unbenannt</a:t>
            </a:r>
          </a:p>
        </p:txBody>
      </p:sp>
      <p:sp>
        <p:nvSpPr>
          <p:cNvPr id="13" name="Textfeld 12">
            <a:extLst>
              <a:ext uri="{FF2B5EF4-FFF2-40B4-BE49-F238E27FC236}">
                <a16:creationId xmlns:a16="http://schemas.microsoft.com/office/drawing/2014/main" id="{8741E806-B8F3-0DF4-2208-4E3F1E82954C}"/>
              </a:ext>
            </a:extLst>
          </p:cNvPr>
          <p:cNvSpPr txBox="1"/>
          <p:nvPr/>
        </p:nvSpPr>
        <p:spPr>
          <a:xfrm>
            <a:off x="1426464" y="3291840"/>
            <a:ext cx="4956048" cy="685800"/>
          </a:xfrm>
          <a:prstGeom prst="rect">
            <a:avLst/>
          </a:prstGeom>
          <a:noFill/>
        </p:spPr>
        <p:txBody>
          <a:bodyPr wrap="square">
            <a:spAutoFit/>
          </a:bodyPr>
          <a:lstStyle/>
          <a:p>
            <a:r>
              <a:rPr sz="860" b="0">
                <a:solidFill>
                  <a:srgbClr val="3D3D3D"/>
                </a:solidFill>
                <a:latin typeface="Open Sans"/>
              </a:rPr>
              <a:t>NDR 07.07.2026: Dithmarschen/Burg – 12 Einzelfallbegleitungen auf 9 Poolkräfte; alle Poolkräfte von einem Arbeitgeber</a:t>
            </a:r>
          </a:p>
        </p:txBody>
      </p:sp>
      <p:sp>
        <p:nvSpPr>
          <p:cNvPr id="15" name="Textfeld 14">
            <a:extLst>
              <a:ext uri="{FF2B5EF4-FFF2-40B4-BE49-F238E27FC236}">
                <a16:creationId xmlns:a16="http://schemas.microsoft.com/office/drawing/2014/main" id="{1AB8FA68-B0F9-8A12-C068-0FBD9E6F8108}"/>
              </a:ext>
            </a:extLst>
          </p:cNvPr>
          <p:cNvSpPr txBox="1"/>
          <p:nvPr/>
        </p:nvSpPr>
        <p:spPr>
          <a:xfrm>
            <a:off x="1426464" y="4160520"/>
            <a:ext cx="4956048" cy="822960"/>
          </a:xfrm>
          <a:prstGeom prst="rect">
            <a:avLst/>
          </a:prstGeom>
          <a:noFill/>
        </p:spPr>
        <p:txBody>
          <a:bodyPr wrap="square">
            <a:spAutoFit/>
          </a:bodyPr>
          <a:lstStyle/>
          <a:p>
            <a:r>
              <a:rPr sz="860" b="0">
                <a:solidFill>
                  <a:srgbClr val="3D3D3D"/>
                </a:solidFill>
                <a:latin typeface="Open Sans"/>
              </a:rPr>
              <a:t>Kreis Dithmarschen Bekanntmachung 04/2026: Interessenbekundung bis 18.03.2026; freie Jugendhilfe-/Eingliederungshilfe-Leistungserbringer; Kooperationsvereinbarungen</a:t>
            </a:r>
          </a:p>
        </p:txBody>
      </p:sp>
      <p:sp>
        <p:nvSpPr>
          <p:cNvPr id="17" name="Textfeld 16">
            <a:extLst>
              <a:ext uri="{FF2B5EF4-FFF2-40B4-BE49-F238E27FC236}">
                <a16:creationId xmlns:a16="http://schemas.microsoft.com/office/drawing/2014/main" id="{6F88A239-863E-67E9-F4CB-E0AC3C2BF780}"/>
              </a:ext>
            </a:extLst>
          </p:cNvPr>
          <p:cNvSpPr txBox="1"/>
          <p:nvPr/>
        </p:nvSpPr>
        <p:spPr>
          <a:xfrm>
            <a:off x="6556248" y="1508760"/>
            <a:ext cx="4956048" cy="640080"/>
          </a:xfrm>
          <a:prstGeom prst="rect">
            <a:avLst/>
          </a:prstGeom>
          <a:noFill/>
        </p:spPr>
        <p:txBody>
          <a:bodyPr wrap="square">
            <a:spAutoFit/>
          </a:bodyPr>
          <a:lstStyle/>
          <a:p>
            <a:r>
              <a:rPr sz="860" b="0">
                <a:solidFill>
                  <a:srgbClr val="3D3D3D"/>
                </a:solidFill>
                <a:latin typeface="Open Sans"/>
              </a:rPr>
              <a:t>BMBFSFJ 12.08.2026: Regierungsentwurf 1. KJHSRG – Bildungsassistenz ab 2028; Gesamtzuständigkeit nur als Experimentierklausel</a:t>
            </a:r>
          </a:p>
        </p:txBody>
      </p:sp>
      <p:sp>
        <p:nvSpPr>
          <p:cNvPr id="19" name="Textfeld 18">
            <a:extLst>
              <a:ext uri="{FF2B5EF4-FFF2-40B4-BE49-F238E27FC236}">
                <a16:creationId xmlns:a16="http://schemas.microsoft.com/office/drawing/2014/main" id="{31823FDD-D84A-C245-61C3-943104D69D70}"/>
              </a:ext>
            </a:extLst>
          </p:cNvPr>
          <p:cNvSpPr txBox="1"/>
          <p:nvPr/>
        </p:nvSpPr>
        <p:spPr>
          <a:xfrm>
            <a:off x="6556248" y="2331720"/>
            <a:ext cx="4956048" cy="822960"/>
          </a:xfrm>
          <a:prstGeom prst="rect">
            <a:avLst/>
          </a:prstGeom>
          <a:noFill/>
        </p:spPr>
        <p:txBody>
          <a:bodyPr wrap="square">
            <a:spAutoFit/>
          </a:bodyPr>
          <a:lstStyle/>
          <a:p>
            <a:r>
              <a:rPr sz="860" b="0">
                <a:solidFill>
                  <a:srgbClr val="3D3D3D"/>
                </a:solidFill>
                <a:latin typeface="Open Sans"/>
              </a:rPr>
              <a:t>BMAS Mindestlohn 2026/27 · TVöD SuE 2026/27 · TED 246925-2024 · OVG Schleswig 5 MB 7/24 · Bertelsmann/Klemm Inklusionsquoten 2022/23 · BSFB Hamburg 26.06.2026</a:t>
            </a:r>
          </a:p>
        </p:txBody>
      </p:sp>
    </p:spTree>
    <p:extLst>
      <p:ext uri="{BB962C8B-B14F-4D97-AF65-F5344CB8AC3E}">
        <p14:creationId xmlns:p14="http://schemas.microsoft.com/office/powerpoint/2010/main" val="20745620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64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D7&quot; g=&quot;32&quot; b=&quot;25&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
  <a:themeElements>
    <a:clrScheme name="opseo">
      <a:dk1>
        <a:srgbClr val="777777"/>
      </a:dk1>
      <a:lt1>
        <a:srgbClr val="FFFFFF"/>
      </a:lt1>
      <a:dk2>
        <a:srgbClr val="777777"/>
      </a:dk2>
      <a:lt2>
        <a:srgbClr val="FFFFFF"/>
      </a:lt2>
      <a:accent1>
        <a:srgbClr val="1A70B8"/>
      </a:accent1>
      <a:accent2>
        <a:srgbClr val="BBCF00"/>
      </a:accent2>
      <a:accent3>
        <a:srgbClr val="2A6A38"/>
      </a:accent3>
      <a:accent4>
        <a:srgbClr val="F89929"/>
      </a:accent4>
      <a:accent5>
        <a:srgbClr val="963A96"/>
      </a:accent5>
      <a:accent6>
        <a:srgbClr val="D73225"/>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8148176C-B240-4BDC-9E7A-759B927EF4A6}"/>
    </a:ext>
  </a:extLst>
</a:theme>
</file>

<file path=ppt/theme/theme2.xml><?xml version="1.0" encoding="utf-8"?>
<a:theme xmlns:a="http://schemas.openxmlformats.org/drawingml/2006/main" name="Sales">
  <a:themeElements>
    <a:clrScheme name="Benutzerdefiniert 2">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3032B20B-4343-469D-8DA7-8CC763296E01}"/>
    </a:ext>
  </a:extLst>
</a:theme>
</file>

<file path=ppt/theme/theme3.xml><?xml version="1.0" encoding="utf-8"?>
<a:theme xmlns:a="http://schemas.openxmlformats.org/drawingml/2006/main" name="Marketing">
  <a:themeElements>
    <a:clrScheme name="Benutzerdefiniert 1">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9C145A59-7867-49BF-BA69-FC18FECBDEEF}"/>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649E09E9145E0848B78D685FDC6D62B7" ma:contentTypeVersion="10" ma:contentTypeDescription="Ein neues Dokument erstellen." ma:contentTypeScope="" ma:versionID="83c6dae539546ba84eb2a255f818de86">
  <xsd:schema xmlns:xsd="http://www.w3.org/2001/XMLSchema" xmlns:xs="http://www.w3.org/2001/XMLSchema" xmlns:p="http://schemas.microsoft.com/office/2006/metadata/properties" xmlns:ns2="52bd8d57-0af3-416d-ac74-da210525eac2" xmlns:ns3="63156b11-60af-4367-a1a2-69f4fc509353" targetNamespace="http://schemas.microsoft.com/office/2006/metadata/properties" ma:root="true" ma:fieldsID="f8b7ee661fd4ab9d9460a78908944fc7" ns2:_="" ns3:_="">
    <xsd:import namespace="52bd8d57-0af3-416d-ac74-da210525eac2"/>
    <xsd:import namespace="63156b11-60af-4367-a1a2-69f4fc5093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bd8d57-0af3-416d-ac74-da210525ea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019a78d-c745-4778-af59-53f65a7cd1e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3156b11-60af-4367-a1a2-69f4fc50935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e025cf9-ba1e-4bcd-bd54-f2c7b6f30004}" ma:internalName="TaxCatchAll" ma:showField="CatchAllData" ma:web="63156b11-60af-4367-a1a2-69f4fc509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2bd8d57-0af3-416d-ac74-da210525eac2">
      <Terms xmlns="http://schemas.microsoft.com/office/infopath/2007/PartnerControls"/>
    </lcf76f155ced4ddcb4097134ff3c332f>
    <TaxCatchAll xmlns="63156b11-60af-4367-a1a2-69f4fc5093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EEA663-6290-41FC-B087-464ECABCC89C}">
  <ds:schemaRefs>
    <ds:schemaRef ds:uri="52bd8d57-0af3-416d-ac74-da210525eac2"/>
    <ds:schemaRef ds:uri="63156b11-60af-4367-a1a2-69f4fc5093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D45D098-DBE4-4E0A-B2D4-88C37B1E8C80}">
  <ds:schemaRefs>
    <ds:schemaRef ds:uri="52bd8d57-0af3-416d-ac74-da210525eac2"/>
    <ds:schemaRef ds:uri="63156b11-60af-4367-a1a2-69f4fc5093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AFC12DA-5F3A-46E8-A2F0-5563EB6EA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251026 RFA - CG Castrop-Rauxel_v01</Template>
  <TotalTime>0</TotalTime>
  <Words>2599</Words>
  <Application>Microsoft Office PowerPoint</Application>
  <PresentationFormat>Breitbild</PresentationFormat>
  <Paragraphs>179</Paragraphs>
  <Slides>10</Slides>
  <Notes>7</Notes>
  <HiddenSlides>0</HiddenSlides>
  <MMClips>0</MMClips>
  <ScaleCrop>false</ScaleCrop>
  <HeadingPairs>
    <vt:vector size="8" baseType="variant">
      <vt:variant>
        <vt:lpstr>Verwendete Schriftarten</vt:lpstr>
      </vt:variant>
      <vt:variant>
        <vt:i4>6</vt:i4>
      </vt:variant>
      <vt:variant>
        <vt:lpstr>Design</vt:lpstr>
      </vt:variant>
      <vt:variant>
        <vt:i4>3</vt:i4>
      </vt:variant>
      <vt:variant>
        <vt:lpstr>Eingebettete OLE-Server</vt:lpstr>
      </vt:variant>
      <vt:variant>
        <vt:i4>1</vt:i4>
      </vt:variant>
      <vt:variant>
        <vt:lpstr>Folientitel</vt:lpstr>
      </vt:variant>
      <vt:variant>
        <vt:i4>10</vt:i4>
      </vt:variant>
    </vt:vector>
  </HeadingPairs>
  <TitlesOfParts>
    <vt:vector size="20" baseType="lpstr">
      <vt:lpstr>Aptos</vt:lpstr>
      <vt:lpstr>Arial</vt:lpstr>
      <vt:lpstr>Arsilon</vt:lpstr>
      <vt:lpstr>Open Sans</vt:lpstr>
      <vt:lpstr>Quicksand</vt:lpstr>
      <vt:lpstr>Wingdings</vt:lpstr>
      <vt:lpstr>Info</vt:lpstr>
      <vt:lpstr>Sales</vt:lpstr>
      <vt:lpstr>Marketing</vt:lpstr>
      <vt:lpstr>think-cell Slide</vt:lpstr>
      <vt:lpstr>PowerPoint-Präsentation</vt:lpstr>
      <vt:lpstr>Der Zielzustand: Pool plus multiprofessionelles Team</vt:lpstr>
      <vt:lpstr>Drei Verschiebungen: Qualifikation, Vertrag, Machtverhältnis</vt:lpstr>
      <vt:lpstr>Drei Akteure — einheitlicher Organismus</vt:lpstr>
      <vt:lpstr>PowerPoint-Präsentation</vt:lpstr>
      <vt:lpstr>Sechs Stellschrauben — die Menge stützt, der Preis je Fall drückt</vt:lpstr>
      <vt:lpstr>Der Bedarf wächst — und SKPs Regionen sind besonders inklusiv</vt:lpstr>
      <vt:lpstr>Chancen und Risiken auf einen Blick</vt:lpstr>
      <vt:lpstr>Vergabefähigkeit im Klartext — die Ausschlusskriterien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Morscheck, Desiree</dc:creator>
  <cp:lastModifiedBy>Neal, Jeffrey</cp:lastModifiedBy>
  <cp:revision>4</cp:revision>
  <cp:lastPrinted>2026-04-16T17:43:26Z</cp:lastPrinted>
  <dcterms:created xsi:type="dcterms:W3CDTF">2025-10-26T21:28:28Z</dcterms:created>
  <dcterms:modified xsi:type="dcterms:W3CDTF">2026-08-13T09:45:27Z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0x010100649E09E9145E0848B78D685FDC6D62B7</vt:lpwstr>
  </property>
  <property fmtid="{D5CDD505-2E9C-101B-9397-08002B2CF9AE}" pid="3" name="MediaServiceImageTags">
    <vt:lpwstr/>
  </property>
  <property fmtid="{D5CDD505-2E9C-101B-9397-08002B2CF9AE}" pid="4" name="Order">
    <vt:r8>14400</vt:r8>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