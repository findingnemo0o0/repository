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olors1.xml" ContentType="application/vnd.ms-office.chartcolorstyle+xml"/>
  <Override PartName="/ppt/charts/style1.xml" ContentType="application/vnd.ms-office.chartstyle+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media/image11.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1" r:id="rId4"/>
    <p:sldMasterId id="2147483696" r:id="rId5"/>
    <p:sldMasterId id="2147483713" r:id="rId6"/>
  </p:sldMasterIdLst>
  <p:notesMasterIdLst>
    <p:notesMasterId r:id="rId12"/>
  </p:notesMasterIdLst>
  <p:handoutMasterIdLst>
    <p:handoutMasterId r:id="rId13"/>
  </p:handoutMasterIdLst>
  <p:sldIdLst>
    <p:sldId id="256" r:id="rId11"/>
    <p:sldId id="257" r:id="rId10"/>
    <p:sldId id="258" r:id="rId9"/>
    <p:sldId id="259" r:id="rId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73225"/>
    <a:srgbClr val="963A96"/>
    <a:srgbClr val="F89929"/>
    <a:srgbClr val="FFFFFF"/>
    <a:srgbClr val="2A6A38"/>
    <a:srgbClr val="7BA999"/>
    <a:srgbClr val="BBCF00"/>
    <a:srgbClr val="777777"/>
    <a:srgbClr val="8CB38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36" autoAdjust="0"/>
    <p:restoredTop sz="94673" autoAdjust="0"/>
  </p:normalViewPr>
  <p:slideViewPr>
    <p:cSldViewPr snapToGrid="0">
      <p:cViewPr varScale="1">
        <p:scale>
          <a:sx n="105" d="100"/>
          <a:sy n="105" d="100"/>
        </p:scale>
        <p:origin x="828" y="96"/>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81" d="100"/>
          <a:sy n="81" d="100"/>
        </p:scale>
        <p:origin x="3144" y="10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8" Type="http://schemas.openxmlformats.org/officeDocument/2006/relationships/slide" Target="slides/slide4.xml"/><Relationship Id="rId9" Type="http://schemas.openxmlformats.org/officeDocument/2006/relationships/slide" Target="slides/slide3.xml"/><Relationship Id="rId10" Type="http://schemas.openxmlformats.org/officeDocument/2006/relationships/slide" Target="slides/slide2.xml"/><Relationship Id="rId11" Type="http://schemas.openxmlformats.org/officeDocument/2006/relationships/slide" Target="slides/slide1.xml"/><Relationship Id="rId12" Type="http://schemas.openxmlformats.org/officeDocument/2006/relationships/notesMaster" Target="notesMasters/notesMaster1.xml"/><Relationship Id="rId13" Type="http://schemas.openxmlformats.org/officeDocument/2006/relationships/handoutMaster" Target="handoutMasters/handout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de-DE" sz="1400" b="0" dirty="0"/>
              <a:t>Beispieldiagramm</a:t>
            </a:r>
            <a:endParaRPr lang="de-DE" b="0" dirty="0"/>
          </a:p>
        </c:rich>
      </c:tx>
      <c:layout>
        <c:manualLayout>
          <c:xMode val="edge"/>
          <c:yMode val="edge"/>
          <c:x val="0.28509147346070529"/>
          <c:y val="7.53603893494246E-2"/>
        </c:manualLayout>
      </c:layout>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de-DE"/>
        </a:p>
      </c:txPr>
    </c:title>
    <c:autoTitleDeleted val="0"/>
    <c:plotArea>
      <c:layout/>
      <c:pieChart>
        <c:varyColors val="1"/>
        <c:ser>
          <c:idx val="0"/>
          <c:order val="0"/>
          <c:tx>
            <c:strRef>
              <c:f>Tabelle1!$B$1</c:f>
              <c:strCache>
                <c:ptCount val="1"/>
                <c:pt idx="0">
                  <c:v>Verkauf</c:v>
                </c:pt>
              </c:strCache>
            </c:strRef>
          </c:tx>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A913-4ACD-B760-5F1C36596FE9}"/>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A913-4ACD-B760-5F1C36596FE9}"/>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A913-4ACD-B760-5F1C36596FE9}"/>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A913-4ACD-B760-5F1C36596FE9}"/>
              </c:ext>
            </c:extLst>
          </c:dPt>
          <c:dPt>
            <c:idx val="4"/>
            <c:bubble3D val="0"/>
            <c:spPr>
              <a:solidFill>
                <a:schemeClr val="accent5"/>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9-A913-4ACD-B760-5F1C36596FE9}"/>
              </c:ext>
            </c:extLst>
          </c:dPt>
          <c:dPt>
            <c:idx val="5"/>
            <c:bubble3D val="0"/>
            <c:spPr>
              <a:solidFill>
                <a:schemeClr val="accent6"/>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B-A913-4ACD-B760-5F1C36596FE9}"/>
              </c:ext>
            </c:extLst>
          </c:dPt>
          <c:dPt>
            <c:idx val="6"/>
            <c:bubble3D val="0"/>
            <c:spPr>
              <a:solidFill>
                <a:schemeClr val="accent1">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D-A913-4ACD-B760-5F1C36596FE9}"/>
              </c:ext>
            </c:extLst>
          </c:dPt>
          <c:dLbls>
            <c:spPr>
              <a:pattFill prst="pct75">
                <a:fgClr>
                  <a:srgbClr val="777777">
                    <a:lumMod val="75000"/>
                    <a:lumOff val="25000"/>
                  </a:srgbClr>
                </a:fgClr>
                <a:bgClr>
                  <a:srgbClr val="777777">
                    <a:lumMod val="65000"/>
                    <a:lumOff val="35000"/>
                  </a:srgb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de-DE"/>
              </a:p>
            </c:txPr>
            <c:dLblPos val="bestFit"/>
            <c:showLegendKey val="0"/>
            <c:showVal val="1"/>
            <c:showCatName val="0"/>
            <c:showSerName val="0"/>
            <c:showPercent val="0"/>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Tabelle1!$A$2:$A$8</c:f>
              <c:strCache>
                <c:ptCount val="6"/>
                <c:pt idx="0">
                  <c:v>1.</c:v>
                </c:pt>
                <c:pt idx="1">
                  <c:v>2.</c:v>
                </c:pt>
                <c:pt idx="2">
                  <c:v>3.</c:v>
                </c:pt>
                <c:pt idx="3">
                  <c:v>4.</c:v>
                </c:pt>
                <c:pt idx="4">
                  <c:v>5.</c:v>
                </c:pt>
                <c:pt idx="5">
                  <c:v>6.</c:v>
                </c:pt>
              </c:strCache>
            </c:strRef>
          </c:cat>
          <c:val>
            <c:numRef>
              <c:f>Tabelle1!$B$2:$B$8</c:f>
              <c:numCache>
                <c:formatCode>General</c:formatCode>
                <c:ptCount val="7"/>
                <c:pt idx="0">
                  <c:v>7</c:v>
                </c:pt>
                <c:pt idx="1">
                  <c:v>3.33</c:v>
                </c:pt>
                <c:pt idx="2">
                  <c:v>0.25</c:v>
                </c:pt>
                <c:pt idx="3">
                  <c:v>0.85</c:v>
                </c:pt>
                <c:pt idx="4">
                  <c:v>1.5</c:v>
                </c:pt>
                <c:pt idx="5">
                  <c:v>2.8</c:v>
                </c:pt>
              </c:numCache>
            </c:numRef>
          </c:val>
          <c:extLst>
            <c:ext xmlns:c16="http://schemas.microsoft.com/office/drawing/2014/chart" uri="{C3380CC4-5D6E-409C-BE32-E72D297353CC}">
              <c16:uniqueId val="{00000000-3A74-4D83-BD91-704F1B0E44A0}"/>
            </c:ext>
          </c:extLst>
        </c:ser>
        <c:dLbls>
          <c:dLblPos val="bestFit"/>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de-D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Bruttolohn je Stunde</c:v>
                </c:pt>
              </c:strCache>
            </c:strRef>
          </c:tx>
          <c:spPr>
            <a:solidFill>
              <a:srgbClr val="E0861A"/>
            </a:solidFill>
            <a:ln>
              <a:noFill/>
            </a:ln>
          </c:spPr>
          <c:cat>
            <c:strRef>
              <c:f>Sheet1!$A$2:$A$5</c:f>
              <c:strCache>
                <c:ptCount val="4"/>
                <c:pt idx="0">
                  <c:v>Mindest-
lohn 2026</c:v>
                </c:pt>
                <c:pt idx="1">
                  <c:v>Mindest-
lohn 2027</c:v>
                </c:pt>
                <c:pt idx="2">
                  <c:v>TVöD SuE
S2/5</c:v>
                </c:pt>
                <c:pt idx="3">
                  <c:v>TVöD SuE
S3/5</c:v>
                </c:pt>
              </c:strCache>
            </c:strRef>
          </c:cat>
          <c:val>
            <c:numRef>
              <c:f>Sheet1!$B$2:$B$5</c:f>
              <c:numCache>
                <c:formatCode>General</c:formatCode>
                <c:ptCount val="4"/>
                <c:pt idx="0">
                  <c:v>13.9</c:v>
                </c:pt>
                <c:pt idx="1">
                  <c:v>14.6</c:v>
                </c:pt>
                <c:pt idx="2">
                  <c:v>19.64</c:v>
                </c:pt>
                <c:pt idx="3">
                  <c:v>22.15</c:v>
                </c:pt>
              </c:numCache>
            </c:numRef>
          </c:val>
        </c:ser>
        <c:dLbls>
          <c:numFmt formatCode="0.00" sourceLinked="0"/>
          <c:txPr>
            <a:bodyPr/>
            <a:lstStyle/>
            <a:p>
              <a:pPr>
                <a:defRPr sz="750" b="1">
                  <a:solidFill>
                    <a:srgbClr val="3D3D3D"/>
                  </a:solidFill>
                  <a:latin typeface="Open Sans"/>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DDDDDD"/>
            </a:solidFill>
          </a:ln>
        </c:spPr>
        <c:txPr>
          <a:bodyPr/>
          <a:lstStyle/>
          <a:p>
            <a:pPr>
              <a:defRPr sz="720">
                <a:solidFill>
                  <a:srgbClr val="3D3D3D"/>
                </a:solidFill>
                <a:latin typeface="Open Sans"/>
              </a:defRPr>
            </a:pPr>
          </a:p>
        </c:txPr>
        <c:crossAx val="-2113994440"/>
        <c:crosses val="autoZero"/>
        <c:auto val="1"/>
        <c:lblAlgn val="ctr"/>
        <c:lblOffset val="100"/>
        <c:noMultiLvlLbl val="0"/>
      </c:catAx>
      <c:valAx>
        <c:axId val="-2113994440"/>
        <c:scaling>
          <c:max val="24.0"/>
        </c:scaling>
        <c:delete val="0"/>
        <c:axPos val="l"/>
        <c:majorGridlines>
          <c:spPr>
            <a:ln w="9525">
              <a:solidFill>
                <a:srgbClr val="EEEEEE"/>
              </a:solidFill>
            </a:ln>
          </c:spPr>
        </c:majorGridlines>
        <c:majorTickMark val="out"/>
        <c:minorTickMark val="none"/>
        <c:tickLblPos val="nextTo"/>
        <c:spPr>
          <a:ln>
            <a:solidFill>
              <a:srgbClr val="DDDDDD"/>
            </a:solidFill>
          </a:ln>
        </c:spPr>
        <c:txPr>
          <a:bodyPr/>
          <a:lstStyle/>
          <a:p>
            <a:pPr>
              <a:defRPr sz="720">
                <a:solidFill>
                  <a:srgbClr val="888888"/>
                </a:solidFill>
                <a:latin typeface="Open Sans"/>
              </a:defRPr>
            </a:pPr>
          </a:p>
        </c:txPr>
        <c:crossAx val="-2068027336"/>
        <c:crosses val="autoZero"/>
        <c:majorUnit val="8.0"/>
      </c:valAx>
    </c:plotArea>
    <c:dispBlanksAs val="gap"/>
  </c:chart>
  <c:txPr>
    <a:bodyPr/>
    <a:lstStyle/>
    <a:p>
      <a:pPr>
        <a:defRPr sz="720">
          <a:solidFill>
            <a:srgbClr val="3D3D3D"/>
          </a:solidFill>
          <a:latin typeface="Open San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2014</c:v>
                </c:pt>
              </c:strCache>
            </c:strRef>
          </c:tx>
          <c:spPr>
            <a:solidFill>
              <a:srgbClr val="888888"/>
            </a:solidFill>
            <a:ln>
              <a:noFill/>
            </a:ln>
          </c:spPr>
          <c:cat>
            <c:strRef>
              <c:f>Sheet1!$A$2:$A$3</c:f>
              <c:strCache>
                <c:ptCount val="2"/>
                <c:pt idx="0">
                  <c:v>Schleswig-Holstein</c:v>
                </c:pt>
                <c:pt idx="1">
                  <c:v>Hamburg</c:v>
                </c:pt>
              </c:strCache>
            </c:strRef>
          </c:cat>
          <c:val>
            <c:numRef>
              <c:f>Sheet1!$B$2:$B$3</c:f>
              <c:numCache>
                <c:formatCode>General</c:formatCode>
                <c:ptCount val="2"/>
                <c:pt idx="0">
                  <c:v>2700</c:v>
                </c:pt>
                <c:pt idx="1">
                  <c:v>1574</c:v>
                </c:pt>
              </c:numCache>
            </c:numRef>
          </c:val>
        </c:ser>
        <c:ser>
          <c:idx val="1"/>
          <c:order val="1"/>
          <c:tx>
            <c:strRef>
              <c:f>Sheet1!$C$1</c:f>
              <c:strCache>
                <c:ptCount val="1"/>
                <c:pt idx="0">
                  <c:v>zuletzt</c:v>
                </c:pt>
              </c:strCache>
            </c:strRef>
          </c:tx>
          <c:spPr>
            <a:solidFill>
              <a:srgbClr val="1A70B8"/>
            </a:solidFill>
            <a:ln>
              <a:noFill/>
            </a:ln>
          </c:spPr>
          <c:cat>
            <c:strRef>
              <c:f>Sheet1!$A$2:$A$3</c:f>
              <c:strCache>
                <c:ptCount val="2"/>
                <c:pt idx="0">
                  <c:v>Schleswig-Holstein</c:v>
                </c:pt>
                <c:pt idx="1">
                  <c:v>Hamburg</c:v>
                </c:pt>
              </c:strCache>
            </c:strRef>
          </c:cat>
          <c:val>
            <c:numRef>
              <c:f>Sheet1!$C$2:$C$3</c:f>
              <c:numCache>
                <c:formatCode>General</c:formatCode>
                <c:ptCount val="2"/>
                <c:pt idx="0">
                  <c:v>7000</c:v>
                </c:pt>
                <c:pt idx="1">
                  <c:v>4011</c:v>
                </c:pt>
              </c:numCache>
            </c:numRef>
          </c:val>
        </c:ser>
        <c:dLbls>
          <c:numFmt formatCode="#,##0" sourceLinked="0"/>
          <c:txPr>
            <a:bodyPr/>
            <a:lstStyle/>
            <a:p>
              <a:pPr>
                <a:defRPr sz="720" b="1">
                  <a:solidFill>
                    <a:srgbClr val="3D3D3D"/>
                  </a:solidFill>
                  <a:latin typeface="Open Sans"/>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DDDDD"/>
            </a:solidFill>
          </a:ln>
        </c:spPr>
        <c:txPr>
          <a:bodyPr/>
          <a:lstStyle/>
          <a:p>
            <a:pPr>
              <a:defRPr sz="720">
                <a:solidFill>
                  <a:srgbClr val="3D3D3D"/>
                </a:solidFill>
                <a:latin typeface="Open Sans"/>
              </a:defRPr>
            </a:pPr>
          </a:p>
        </c:txPr>
        <c:crossAx val="-2113994440"/>
        <c:crosses val="autoZero"/>
        <c:auto val="1"/>
        <c:lblAlgn val="ctr"/>
        <c:lblOffset val="100"/>
        <c:noMultiLvlLbl val="0"/>
      </c:catAx>
      <c:valAx>
        <c:axId val="-2113994440"/>
        <c:scaling>
          <c:max val="8000.0"/>
        </c:scaling>
        <c:delete val="0"/>
        <c:axPos val="l"/>
        <c:majorGridlines>
          <c:spPr>
            <a:ln w="9525">
              <a:solidFill>
                <a:srgbClr val="EEEEEE"/>
              </a:solidFill>
            </a:ln>
          </c:spPr>
        </c:majorGridlines>
        <c:majorTickMark val="out"/>
        <c:minorTickMark val="none"/>
        <c:tickLblPos val="nextTo"/>
        <c:spPr>
          <a:ln>
            <a:solidFill>
              <a:srgbClr val="DDDDDD"/>
            </a:solidFill>
          </a:ln>
        </c:spPr>
        <c:txPr>
          <a:bodyPr/>
          <a:lstStyle/>
          <a:p>
            <a:pPr>
              <a:defRPr sz="720">
                <a:solidFill>
                  <a:srgbClr val="888888"/>
                </a:solidFill>
                <a:latin typeface="Open Sans"/>
              </a:defRPr>
            </a:pPr>
          </a:p>
        </c:txPr>
        <c:crossAx val="-2068027336"/>
        <c:crosses val="autoZero"/>
        <c:majorUnit val="2000.0"/>
      </c:valAx>
    </c:plotArea>
    <c:legend>
      <c:legendPos val="b"/>
      <c:overlay val="0"/>
      <c:txPr>
        <a:bodyPr/>
        <a:lstStyle/>
        <a:p>
          <a:pPr>
            <a:defRPr sz="700">
              <a:solidFill>
                <a:srgbClr val="3D3D3D"/>
              </a:solidFill>
              <a:latin typeface="Open Sans"/>
            </a:defRPr>
          </a:pPr>
        </a:p>
      </c:txPr>
    </c:legend>
    <c:dispBlanksAs val="gap"/>
  </c:chart>
  <c:txPr>
    <a:bodyPr/>
    <a:lstStyle/>
    <a:p>
      <a:pPr>
        <a:defRPr sz="720">
          <a:solidFill>
            <a:srgbClr val="3D3D3D"/>
          </a:solidFill>
          <a:latin typeface="Open Sans"/>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EB481A-5002-42F2-9C18-A3CB77CB091F}" type="doc">
      <dgm:prSet loTypeId="urn:microsoft.com/office/officeart/2005/8/layout/hChevron3" loCatId="process" qsTypeId="urn:microsoft.com/office/officeart/2005/8/quickstyle/simple1" qsCatId="simple" csTypeId="urn:microsoft.com/office/officeart/2005/8/colors/accent1_2" csCatId="accent1" phldr="1"/>
      <dgm:spPr/>
    </dgm:pt>
    <dgm:pt modelId="{2E40D5F4-646B-4535-9E55-BCCEB4115845}">
      <dgm:prSet phldrT="[Text]"/>
      <dgm:spPr/>
      <dgm:t>
        <a:bodyPr/>
        <a:lstStyle/>
        <a:p>
          <a:r>
            <a:rPr lang="de-DE" dirty="0"/>
            <a:t> </a:t>
          </a:r>
        </a:p>
      </dgm:t>
    </dgm:pt>
    <dgm:pt modelId="{2272ACEB-DA1F-4B28-9507-EDF373131E4C}" type="parTrans" cxnId="{D6CC087D-7138-46A3-9273-F6D71B4F3C32}">
      <dgm:prSet/>
      <dgm:spPr/>
      <dgm:t>
        <a:bodyPr/>
        <a:lstStyle/>
        <a:p>
          <a:endParaRPr lang="de-DE"/>
        </a:p>
      </dgm:t>
    </dgm:pt>
    <dgm:pt modelId="{24DFD26B-4FF8-4994-BDE5-B3DB6ACE8A0F}" type="sibTrans" cxnId="{D6CC087D-7138-46A3-9273-F6D71B4F3C32}">
      <dgm:prSet/>
      <dgm:spPr/>
      <dgm:t>
        <a:bodyPr/>
        <a:lstStyle/>
        <a:p>
          <a:endParaRPr lang="de-DE"/>
        </a:p>
      </dgm:t>
    </dgm:pt>
    <dgm:pt modelId="{491437FC-D15B-4033-AA21-BE9972FFFC37}">
      <dgm:prSet phldrT="[Text]"/>
      <dgm:spPr/>
      <dgm:t>
        <a:bodyPr/>
        <a:lstStyle/>
        <a:p>
          <a:endParaRPr lang="de-DE" dirty="0"/>
        </a:p>
      </dgm:t>
    </dgm:pt>
    <dgm:pt modelId="{BCFDFF90-C012-4618-A2D3-648C182C8C08}" type="parTrans" cxnId="{02CE5344-9037-4AE0-B2B8-EB9665348354}">
      <dgm:prSet/>
      <dgm:spPr/>
      <dgm:t>
        <a:bodyPr/>
        <a:lstStyle/>
        <a:p>
          <a:endParaRPr lang="de-DE"/>
        </a:p>
      </dgm:t>
    </dgm:pt>
    <dgm:pt modelId="{76C9B214-FCC9-412E-8198-DB7EDD4D42C5}" type="sibTrans" cxnId="{02CE5344-9037-4AE0-B2B8-EB9665348354}">
      <dgm:prSet/>
      <dgm:spPr/>
      <dgm:t>
        <a:bodyPr/>
        <a:lstStyle/>
        <a:p>
          <a:endParaRPr lang="de-DE"/>
        </a:p>
      </dgm:t>
    </dgm:pt>
    <dgm:pt modelId="{93325859-10A1-4709-9FFF-4F96194F4AD3}">
      <dgm:prSet phldrT="[Text]"/>
      <dgm:spPr/>
      <dgm:t>
        <a:bodyPr/>
        <a:lstStyle/>
        <a:p>
          <a:endParaRPr lang="de-DE" dirty="0"/>
        </a:p>
      </dgm:t>
    </dgm:pt>
    <dgm:pt modelId="{E696A457-63E4-48E4-A393-243785100924}" type="parTrans" cxnId="{B04B918C-8920-4D2F-8FCB-079885F2731E}">
      <dgm:prSet/>
      <dgm:spPr/>
      <dgm:t>
        <a:bodyPr/>
        <a:lstStyle/>
        <a:p>
          <a:endParaRPr lang="de-DE"/>
        </a:p>
      </dgm:t>
    </dgm:pt>
    <dgm:pt modelId="{1AEEAEF4-1296-46D9-8021-BEA087E4019E}" type="sibTrans" cxnId="{B04B918C-8920-4D2F-8FCB-079885F2731E}">
      <dgm:prSet/>
      <dgm:spPr/>
      <dgm:t>
        <a:bodyPr/>
        <a:lstStyle/>
        <a:p>
          <a:endParaRPr lang="de-DE"/>
        </a:p>
      </dgm:t>
    </dgm:pt>
    <dgm:pt modelId="{477AB4B0-F14C-4FB5-A880-E36E8790D030}">
      <dgm:prSet phldrT="[Text]"/>
      <dgm:spPr/>
      <dgm:t>
        <a:bodyPr/>
        <a:lstStyle/>
        <a:p>
          <a:endParaRPr lang="de-DE" dirty="0"/>
        </a:p>
      </dgm:t>
    </dgm:pt>
    <dgm:pt modelId="{3CB5F95C-F2B0-4E65-9ECD-55B4B6207D13}" type="parTrans" cxnId="{5F7D0672-908B-4701-9A34-F9773197D7B6}">
      <dgm:prSet/>
      <dgm:spPr/>
      <dgm:t>
        <a:bodyPr/>
        <a:lstStyle/>
        <a:p>
          <a:endParaRPr lang="de-DE"/>
        </a:p>
      </dgm:t>
    </dgm:pt>
    <dgm:pt modelId="{9732B2F7-A143-467E-BFFE-72D34FCE572D}" type="sibTrans" cxnId="{5F7D0672-908B-4701-9A34-F9773197D7B6}">
      <dgm:prSet/>
      <dgm:spPr/>
      <dgm:t>
        <a:bodyPr/>
        <a:lstStyle/>
        <a:p>
          <a:endParaRPr lang="de-DE"/>
        </a:p>
      </dgm:t>
    </dgm:pt>
    <dgm:pt modelId="{5ED3A560-479B-4D61-B4B6-AFDE6209E8B1}">
      <dgm:prSet phldrT="[Text]"/>
      <dgm:spPr/>
      <dgm:t>
        <a:bodyPr/>
        <a:lstStyle/>
        <a:p>
          <a:endParaRPr lang="de-DE" dirty="0"/>
        </a:p>
      </dgm:t>
    </dgm:pt>
    <dgm:pt modelId="{B1FA837B-A593-4FD6-BB3A-35ECB0C72A0B}" type="parTrans" cxnId="{11F346F5-DE31-4071-941B-A904347531F2}">
      <dgm:prSet/>
      <dgm:spPr/>
      <dgm:t>
        <a:bodyPr/>
        <a:lstStyle/>
        <a:p>
          <a:endParaRPr lang="de-DE"/>
        </a:p>
      </dgm:t>
    </dgm:pt>
    <dgm:pt modelId="{8C956620-49A9-46E9-BF4E-B46FD86804F8}" type="sibTrans" cxnId="{11F346F5-DE31-4071-941B-A904347531F2}">
      <dgm:prSet/>
      <dgm:spPr/>
      <dgm:t>
        <a:bodyPr/>
        <a:lstStyle/>
        <a:p>
          <a:endParaRPr lang="de-DE"/>
        </a:p>
      </dgm:t>
    </dgm:pt>
    <dgm:pt modelId="{5D99C669-D917-4462-83AB-8276712D503D}" type="pres">
      <dgm:prSet presAssocID="{62EB481A-5002-42F2-9C18-A3CB77CB091F}" presName="Name0" presStyleCnt="0">
        <dgm:presLayoutVars>
          <dgm:dir/>
          <dgm:resizeHandles val="exact"/>
        </dgm:presLayoutVars>
      </dgm:prSet>
      <dgm:spPr/>
    </dgm:pt>
    <dgm:pt modelId="{7E4C85D2-F39C-4400-95A0-28C0F6E3E247}" type="pres">
      <dgm:prSet presAssocID="{2E40D5F4-646B-4535-9E55-BCCEB4115845}" presName="parTxOnly" presStyleLbl="node1" presStyleIdx="0" presStyleCnt="5" custLinFactNeighborX="-3845">
        <dgm:presLayoutVars>
          <dgm:bulletEnabled val="1"/>
        </dgm:presLayoutVars>
      </dgm:prSet>
      <dgm:spPr/>
    </dgm:pt>
    <dgm:pt modelId="{C9260466-CA3A-4939-B2CB-4073EE79EDA7}" type="pres">
      <dgm:prSet presAssocID="{24DFD26B-4FF8-4994-BDE5-B3DB6ACE8A0F}" presName="parSpace" presStyleCnt="0"/>
      <dgm:spPr/>
    </dgm:pt>
    <dgm:pt modelId="{FAFB2673-A74D-484A-9D5C-9A43F8FEFC55}" type="pres">
      <dgm:prSet presAssocID="{93325859-10A1-4709-9FFF-4F96194F4AD3}" presName="parTxOnly" presStyleLbl="node1" presStyleIdx="1" presStyleCnt="5">
        <dgm:presLayoutVars>
          <dgm:bulletEnabled val="1"/>
        </dgm:presLayoutVars>
      </dgm:prSet>
      <dgm:spPr/>
    </dgm:pt>
    <dgm:pt modelId="{426DE082-FF56-4AA4-BA3B-C3DD1548A377}" type="pres">
      <dgm:prSet presAssocID="{1AEEAEF4-1296-46D9-8021-BEA087E4019E}" presName="parSpace" presStyleCnt="0"/>
      <dgm:spPr/>
    </dgm:pt>
    <dgm:pt modelId="{AF43BECB-ED54-4168-9A2C-8493932E20C0}" type="pres">
      <dgm:prSet presAssocID="{477AB4B0-F14C-4FB5-A880-E36E8790D030}" presName="parTxOnly" presStyleLbl="node1" presStyleIdx="2" presStyleCnt="5">
        <dgm:presLayoutVars>
          <dgm:bulletEnabled val="1"/>
        </dgm:presLayoutVars>
      </dgm:prSet>
      <dgm:spPr/>
    </dgm:pt>
    <dgm:pt modelId="{017B880D-93D5-4BD7-B989-AF57195058C9}" type="pres">
      <dgm:prSet presAssocID="{9732B2F7-A143-467E-BFFE-72D34FCE572D}" presName="parSpace" presStyleCnt="0"/>
      <dgm:spPr/>
    </dgm:pt>
    <dgm:pt modelId="{90B9EB82-DB66-4703-8FF8-6B9A1D30625E}" type="pres">
      <dgm:prSet presAssocID="{5ED3A560-479B-4D61-B4B6-AFDE6209E8B1}" presName="parTxOnly" presStyleLbl="node1" presStyleIdx="3" presStyleCnt="5">
        <dgm:presLayoutVars>
          <dgm:bulletEnabled val="1"/>
        </dgm:presLayoutVars>
      </dgm:prSet>
      <dgm:spPr/>
    </dgm:pt>
    <dgm:pt modelId="{C6C5178F-6E61-41B3-97ED-019439679BD4}" type="pres">
      <dgm:prSet presAssocID="{8C956620-49A9-46E9-BF4E-B46FD86804F8}" presName="parSpace" presStyleCnt="0"/>
      <dgm:spPr/>
    </dgm:pt>
    <dgm:pt modelId="{B64E7CEF-516D-499F-BC68-820A44F54CF3}" type="pres">
      <dgm:prSet presAssocID="{491437FC-D15B-4033-AA21-BE9972FFFC37}" presName="parTxOnly" presStyleLbl="node1" presStyleIdx="4" presStyleCnt="5">
        <dgm:presLayoutVars>
          <dgm:bulletEnabled val="1"/>
        </dgm:presLayoutVars>
      </dgm:prSet>
      <dgm:spPr/>
    </dgm:pt>
  </dgm:ptLst>
  <dgm:cxnLst>
    <dgm:cxn modelId="{02CE5344-9037-4AE0-B2B8-EB9665348354}" srcId="{62EB481A-5002-42F2-9C18-A3CB77CB091F}" destId="{491437FC-D15B-4033-AA21-BE9972FFFC37}" srcOrd="4" destOrd="0" parTransId="{BCFDFF90-C012-4618-A2D3-648C182C8C08}" sibTransId="{76C9B214-FCC9-412E-8198-DB7EDD4D42C5}"/>
    <dgm:cxn modelId="{5F7D0672-908B-4701-9A34-F9773197D7B6}" srcId="{62EB481A-5002-42F2-9C18-A3CB77CB091F}" destId="{477AB4B0-F14C-4FB5-A880-E36E8790D030}" srcOrd="2" destOrd="0" parTransId="{3CB5F95C-F2B0-4E65-9ECD-55B4B6207D13}" sibTransId="{9732B2F7-A143-467E-BFFE-72D34FCE572D}"/>
    <dgm:cxn modelId="{D6CC087D-7138-46A3-9273-F6D71B4F3C32}" srcId="{62EB481A-5002-42F2-9C18-A3CB77CB091F}" destId="{2E40D5F4-646B-4535-9E55-BCCEB4115845}" srcOrd="0" destOrd="0" parTransId="{2272ACEB-DA1F-4B28-9507-EDF373131E4C}" sibTransId="{24DFD26B-4FF8-4994-BDE5-B3DB6ACE8A0F}"/>
    <dgm:cxn modelId="{1BC36181-4D2E-4B91-8FCB-2AAB49435FF4}" type="presOf" srcId="{93325859-10A1-4709-9FFF-4F96194F4AD3}" destId="{FAFB2673-A74D-484A-9D5C-9A43F8FEFC55}" srcOrd="0" destOrd="0" presId="urn:microsoft.com/office/officeart/2005/8/layout/hChevron3"/>
    <dgm:cxn modelId="{B04B918C-8920-4D2F-8FCB-079885F2731E}" srcId="{62EB481A-5002-42F2-9C18-A3CB77CB091F}" destId="{93325859-10A1-4709-9FFF-4F96194F4AD3}" srcOrd="1" destOrd="0" parTransId="{E696A457-63E4-48E4-A393-243785100924}" sibTransId="{1AEEAEF4-1296-46D9-8021-BEA087E4019E}"/>
    <dgm:cxn modelId="{DA7BF38C-5A25-4CC4-9B39-C24F83F4450F}" type="presOf" srcId="{491437FC-D15B-4033-AA21-BE9972FFFC37}" destId="{B64E7CEF-516D-499F-BC68-820A44F54CF3}" srcOrd="0" destOrd="0" presId="urn:microsoft.com/office/officeart/2005/8/layout/hChevron3"/>
    <dgm:cxn modelId="{506767BD-2AF7-4B7B-B108-23327E926478}" type="presOf" srcId="{62EB481A-5002-42F2-9C18-A3CB77CB091F}" destId="{5D99C669-D917-4462-83AB-8276712D503D}" srcOrd="0" destOrd="0" presId="urn:microsoft.com/office/officeart/2005/8/layout/hChevron3"/>
    <dgm:cxn modelId="{757EE3DF-8BCC-4FC5-8719-E9AEB79F1591}" type="presOf" srcId="{477AB4B0-F14C-4FB5-A880-E36E8790D030}" destId="{AF43BECB-ED54-4168-9A2C-8493932E20C0}" srcOrd="0" destOrd="0" presId="urn:microsoft.com/office/officeart/2005/8/layout/hChevron3"/>
    <dgm:cxn modelId="{FFF4DBE0-ABC7-4B33-A8C6-3D0EE4B1BD2D}" type="presOf" srcId="{5ED3A560-479B-4D61-B4B6-AFDE6209E8B1}" destId="{90B9EB82-DB66-4703-8FF8-6B9A1D30625E}" srcOrd="0" destOrd="0" presId="urn:microsoft.com/office/officeart/2005/8/layout/hChevron3"/>
    <dgm:cxn modelId="{6C2526E6-4598-4EE4-8341-967779501AE1}" type="presOf" srcId="{2E40D5F4-646B-4535-9E55-BCCEB4115845}" destId="{7E4C85D2-F39C-4400-95A0-28C0F6E3E247}" srcOrd="0" destOrd="0" presId="urn:microsoft.com/office/officeart/2005/8/layout/hChevron3"/>
    <dgm:cxn modelId="{11F346F5-DE31-4071-941B-A904347531F2}" srcId="{62EB481A-5002-42F2-9C18-A3CB77CB091F}" destId="{5ED3A560-479B-4D61-B4B6-AFDE6209E8B1}" srcOrd="3" destOrd="0" parTransId="{B1FA837B-A593-4FD6-BB3A-35ECB0C72A0B}" sibTransId="{8C956620-49A9-46E9-BF4E-B46FD86804F8}"/>
    <dgm:cxn modelId="{37CD411C-0D6F-4F79-B632-9BCFC99924AB}" type="presParOf" srcId="{5D99C669-D917-4462-83AB-8276712D503D}" destId="{7E4C85D2-F39C-4400-95A0-28C0F6E3E247}" srcOrd="0" destOrd="0" presId="urn:microsoft.com/office/officeart/2005/8/layout/hChevron3"/>
    <dgm:cxn modelId="{FAD55200-1883-4410-9FE7-FE7A1F2751F7}" type="presParOf" srcId="{5D99C669-D917-4462-83AB-8276712D503D}" destId="{C9260466-CA3A-4939-B2CB-4073EE79EDA7}" srcOrd="1" destOrd="0" presId="urn:microsoft.com/office/officeart/2005/8/layout/hChevron3"/>
    <dgm:cxn modelId="{C2AA11A7-DB80-4B33-8DF3-0C5A08613906}" type="presParOf" srcId="{5D99C669-D917-4462-83AB-8276712D503D}" destId="{FAFB2673-A74D-484A-9D5C-9A43F8FEFC55}" srcOrd="2" destOrd="0" presId="urn:microsoft.com/office/officeart/2005/8/layout/hChevron3"/>
    <dgm:cxn modelId="{4C5DEE3A-07CD-40B3-9E20-07F545942B76}" type="presParOf" srcId="{5D99C669-D917-4462-83AB-8276712D503D}" destId="{426DE082-FF56-4AA4-BA3B-C3DD1548A377}" srcOrd="3" destOrd="0" presId="urn:microsoft.com/office/officeart/2005/8/layout/hChevron3"/>
    <dgm:cxn modelId="{8B476539-ACD2-4FB2-A814-ED4D26AC1815}" type="presParOf" srcId="{5D99C669-D917-4462-83AB-8276712D503D}" destId="{AF43BECB-ED54-4168-9A2C-8493932E20C0}" srcOrd="4" destOrd="0" presId="urn:microsoft.com/office/officeart/2005/8/layout/hChevron3"/>
    <dgm:cxn modelId="{54049724-6BAA-4589-9A0C-B93E10160FB4}" type="presParOf" srcId="{5D99C669-D917-4462-83AB-8276712D503D}" destId="{017B880D-93D5-4BD7-B989-AF57195058C9}" srcOrd="5" destOrd="0" presId="urn:microsoft.com/office/officeart/2005/8/layout/hChevron3"/>
    <dgm:cxn modelId="{1BA1F7FA-2D49-4B5B-85A3-4B366227BF26}" type="presParOf" srcId="{5D99C669-D917-4462-83AB-8276712D503D}" destId="{90B9EB82-DB66-4703-8FF8-6B9A1D30625E}" srcOrd="6" destOrd="0" presId="urn:microsoft.com/office/officeart/2005/8/layout/hChevron3"/>
    <dgm:cxn modelId="{0762C023-0262-4CBE-8778-6DE58BB6B38C}" type="presParOf" srcId="{5D99C669-D917-4462-83AB-8276712D503D}" destId="{C6C5178F-6E61-41B3-97ED-019439679BD4}" srcOrd="7" destOrd="0" presId="urn:microsoft.com/office/officeart/2005/8/layout/hChevron3"/>
    <dgm:cxn modelId="{829C89A1-3FA1-429A-8255-D9EB500BF847}" type="presParOf" srcId="{5D99C669-D917-4462-83AB-8276712D503D}" destId="{B64E7CEF-516D-499F-BC68-820A44F54CF3}"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4C85D2-F39C-4400-95A0-28C0F6E3E247}">
      <dsp:nvSpPr>
        <dsp:cNvPr id="0" name=""/>
        <dsp:cNvSpPr/>
      </dsp:nvSpPr>
      <dsp:spPr>
        <a:xfrm>
          <a:off x="0" y="0"/>
          <a:ext cx="2083446" cy="652924"/>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354" tIns="82677" rIns="41339" bIns="82677" numCol="1" spcCol="1270" anchor="ctr" anchorCtr="0">
          <a:noAutofit/>
        </a:bodyPr>
        <a:lstStyle/>
        <a:p>
          <a:pPr marL="0" lvl="0" indent="0" algn="ctr" defTabSz="1377950">
            <a:lnSpc>
              <a:spcPct val="90000"/>
            </a:lnSpc>
            <a:spcBef>
              <a:spcPct val="0"/>
            </a:spcBef>
            <a:spcAft>
              <a:spcPct val="35000"/>
            </a:spcAft>
            <a:buNone/>
          </a:pPr>
          <a:r>
            <a:rPr lang="de-DE" sz="3100" kern="1200" dirty="0"/>
            <a:t> </a:t>
          </a:r>
        </a:p>
      </dsp:txBody>
      <dsp:txXfrm>
        <a:off x="0" y="0"/>
        <a:ext cx="1920215" cy="652924"/>
      </dsp:txXfrm>
    </dsp:sp>
    <dsp:sp modelId="{FAFB2673-A74D-484A-9D5C-9A43F8FEFC55}">
      <dsp:nvSpPr>
        <dsp:cNvPr id="0" name=""/>
        <dsp:cNvSpPr/>
      </dsp:nvSpPr>
      <dsp:spPr>
        <a:xfrm>
          <a:off x="1667825" y="0"/>
          <a:ext cx="2083446" cy="652924"/>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4016" tIns="82677" rIns="41339" bIns="82677" numCol="1" spcCol="1270" anchor="ctr" anchorCtr="0">
          <a:noAutofit/>
        </a:bodyPr>
        <a:lstStyle/>
        <a:p>
          <a:pPr marL="0" lvl="0" indent="0" algn="ctr" defTabSz="1377950">
            <a:lnSpc>
              <a:spcPct val="90000"/>
            </a:lnSpc>
            <a:spcBef>
              <a:spcPct val="0"/>
            </a:spcBef>
            <a:spcAft>
              <a:spcPct val="35000"/>
            </a:spcAft>
            <a:buNone/>
          </a:pPr>
          <a:endParaRPr lang="de-DE" sz="3100" kern="1200" dirty="0"/>
        </a:p>
      </dsp:txBody>
      <dsp:txXfrm>
        <a:off x="1994287" y="0"/>
        <a:ext cx="1430522" cy="652924"/>
      </dsp:txXfrm>
    </dsp:sp>
    <dsp:sp modelId="{AF43BECB-ED54-4168-9A2C-8493932E20C0}">
      <dsp:nvSpPr>
        <dsp:cNvPr id="0" name=""/>
        <dsp:cNvSpPr/>
      </dsp:nvSpPr>
      <dsp:spPr>
        <a:xfrm>
          <a:off x="3334582" y="0"/>
          <a:ext cx="2083446" cy="652924"/>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4016" tIns="82677" rIns="41339" bIns="82677" numCol="1" spcCol="1270" anchor="ctr" anchorCtr="0">
          <a:noAutofit/>
        </a:bodyPr>
        <a:lstStyle/>
        <a:p>
          <a:pPr marL="0" lvl="0" indent="0" algn="ctr" defTabSz="1377950">
            <a:lnSpc>
              <a:spcPct val="90000"/>
            </a:lnSpc>
            <a:spcBef>
              <a:spcPct val="0"/>
            </a:spcBef>
            <a:spcAft>
              <a:spcPct val="35000"/>
            </a:spcAft>
            <a:buNone/>
          </a:pPr>
          <a:endParaRPr lang="de-DE" sz="3100" kern="1200" dirty="0"/>
        </a:p>
      </dsp:txBody>
      <dsp:txXfrm>
        <a:off x="3661044" y="0"/>
        <a:ext cx="1430522" cy="652924"/>
      </dsp:txXfrm>
    </dsp:sp>
    <dsp:sp modelId="{90B9EB82-DB66-4703-8FF8-6B9A1D30625E}">
      <dsp:nvSpPr>
        <dsp:cNvPr id="0" name=""/>
        <dsp:cNvSpPr/>
      </dsp:nvSpPr>
      <dsp:spPr>
        <a:xfrm>
          <a:off x="5001339" y="0"/>
          <a:ext cx="2083446" cy="652924"/>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4016" tIns="82677" rIns="41339" bIns="82677" numCol="1" spcCol="1270" anchor="ctr" anchorCtr="0">
          <a:noAutofit/>
        </a:bodyPr>
        <a:lstStyle/>
        <a:p>
          <a:pPr marL="0" lvl="0" indent="0" algn="ctr" defTabSz="1377950">
            <a:lnSpc>
              <a:spcPct val="90000"/>
            </a:lnSpc>
            <a:spcBef>
              <a:spcPct val="0"/>
            </a:spcBef>
            <a:spcAft>
              <a:spcPct val="35000"/>
            </a:spcAft>
            <a:buNone/>
          </a:pPr>
          <a:endParaRPr lang="de-DE" sz="3100" kern="1200" dirty="0"/>
        </a:p>
      </dsp:txBody>
      <dsp:txXfrm>
        <a:off x="5327801" y="0"/>
        <a:ext cx="1430522" cy="652924"/>
      </dsp:txXfrm>
    </dsp:sp>
    <dsp:sp modelId="{B64E7CEF-516D-499F-BC68-820A44F54CF3}">
      <dsp:nvSpPr>
        <dsp:cNvPr id="0" name=""/>
        <dsp:cNvSpPr/>
      </dsp:nvSpPr>
      <dsp:spPr>
        <a:xfrm>
          <a:off x="6668096" y="0"/>
          <a:ext cx="2083446" cy="652924"/>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4016" tIns="82677" rIns="41339" bIns="82677" numCol="1" spcCol="1270" anchor="ctr" anchorCtr="0">
          <a:noAutofit/>
        </a:bodyPr>
        <a:lstStyle/>
        <a:p>
          <a:pPr marL="0" lvl="0" indent="0" algn="ctr" defTabSz="1377950">
            <a:lnSpc>
              <a:spcPct val="90000"/>
            </a:lnSpc>
            <a:spcBef>
              <a:spcPct val="0"/>
            </a:spcBef>
            <a:spcAft>
              <a:spcPct val="35000"/>
            </a:spcAft>
            <a:buNone/>
          </a:pPr>
          <a:endParaRPr lang="de-DE" sz="3100" kern="1200" dirty="0"/>
        </a:p>
      </dsp:txBody>
      <dsp:txXfrm>
        <a:off x="6994558" y="0"/>
        <a:ext cx="1430522" cy="652924"/>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9EF99FB1-727C-DCAA-862B-9CEBC7D86F2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de-DE"/>
              <a:t>[Thema]</a:t>
            </a:r>
          </a:p>
        </p:txBody>
      </p:sp>
      <p:sp>
        <p:nvSpPr>
          <p:cNvPr id="3" name="Datumsplatzhalter 2">
            <a:extLst>
              <a:ext uri="{FF2B5EF4-FFF2-40B4-BE49-F238E27FC236}">
                <a16:creationId xmlns:a16="http://schemas.microsoft.com/office/drawing/2014/main" id="{1A0CA173-A435-3CFA-E5DC-A36CC33A34C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E311EF-9538-461C-A291-3765A7750B43}" type="datetimeFigureOut">
              <a:rPr lang="de-DE" smtClean="0"/>
              <a:t>04.08.2026</a:t>
            </a:fld>
            <a:endParaRPr lang="de-DE"/>
          </a:p>
        </p:txBody>
      </p:sp>
      <p:sp>
        <p:nvSpPr>
          <p:cNvPr id="4" name="Fußzeilenplatzhalter 3">
            <a:extLst>
              <a:ext uri="{FF2B5EF4-FFF2-40B4-BE49-F238E27FC236}">
                <a16:creationId xmlns:a16="http://schemas.microsoft.com/office/drawing/2014/main" id="{16D4C069-0FC1-DF28-103C-78AE8A75833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1EE78261-C23A-EABB-E9C7-B69A85368EF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FF3C680-C71B-4AD5-9797-D6B2812905F5}" type="slidenum">
              <a:rPr lang="de-DE" smtClean="0"/>
              <a:t>‹Nr.›</a:t>
            </a:fld>
            <a:endParaRPr lang="de-DE"/>
          </a:p>
        </p:txBody>
      </p:sp>
    </p:spTree>
    <p:extLst>
      <p:ext uri="{BB962C8B-B14F-4D97-AF65-F5344CB8AC3E}">
        <p14:creationId xmlns:p14="http://schemas.microsoft.com/office/powerpoint/2010/main" val="106612906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de-DE"/>
              <a:t>[Thema]</a:t>
            </a:r>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2D8998-791A-46BE-9961-77164C0EBF3B}" type="datetimeFigureOut">
              <a:rPr lang="de-DE" smtClean="0"/>
              <a:t>04.08.2026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DDD353-A883-4F98-9B42-258E1E9E112C}" type="slidenum">
              <a:rPr lang="de-DE" smtClean="0"/>
              <a:t>‹Nr.›</a:t>
            </a:fld>
            <a:endParaRPr lang="de-DE"/>
          </a:p>
        </p:txBody>
      </p:sp>
    </p:spTree>
    <p:extLst>
      <p:ext uri="{BB962C8B-B14F-4D97-AF65-F5344CB8AC3E}">
        <p14:creationId xmlns:p14="http://schemas.microsoft.com/office/powerpoint/2010/main" val="204868352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Kernaussage: Es läuft nicht auf „Pool oder nicht“ hinaus, sondern auf Pool plus multiprofessionelles Team — das sagt die Landesregierung selbst, und einen Endtermin nennt sie nicht. Erprobt wird seit 2013; der Testträger direkt vor der Haustür heißt Familienräume. Wichtig in der Mitte: Die Pinneberger Ausschreibung ist seit über zwei Jahren offen, es gibt keinen Zuschlag — das Zeitfenster steht also noch offen. Rechts die eigentliche Wettbewerbslage: AWO und Lebenshilfe sind landesweit aufgestellt, SKP ist öffentlich nur in einem Kreis nachweisbar.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Drei Spalten, drei Verschiebungen. Erstens Qualifikation: Unten bleibt es ungelernt, aber es entsteht eine Fachkraftebene darüber — die ist der eigentliche Zugangsschlüssel. Zweitens Vertrag: aus hunderten Jahresbescheiden wird ein Festpreisvertrag über bis zu neun Jahre ohne Tarifausgleich. Das ist der ökonomische Kern. Drittens die Politik — und hier bitte genau unterscheiden: Die SPD taucht in beiden Spalten auf. In Schleswig-Holstein drängt sie auf schnellere Poollösungen, im Bund nennen ihre Abgeordneten die Streichliste inakzeptabel. Sie ist also gegen das Sparpaket, nicht gegen den Pool. Und unten die Mehrheiten: Land und Kreis werden beide CDU-geführt regiert, der Entwurf im Bund kommt aus dem Haus der früheren SH-Bildungsministerin. Dieselbe politische Linie auf drei Ebenen — Kritik gibt es laut, Hebel hat sie keinen.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ist die Arbeitsliste für das Management-Gespräch. Jede Frage hat eine Messlatte — wir fragen nicht ins Blaue, wir prüfen gegen die Kriterien, die in der Ausschreibung wirklich stehen. Frage 4 ist die harte: Was dort fehlt, lässt sich nicht mehr nachholen, sobald ein Verfahren läuft. Frage 5 liefert die Zahl, die wir für die Bewertung brauchen.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Vier Zahlen zum Merken. Erstens: Der Tarifsatz, mit dem der Kreis kalkuliert, liegt rund 40 Prozent über dem Mindestlohn — wer heute Mindestlohn zahlt, hat im Pool zunächst Luft, aber weniger als man denkt. Zweitens die Nachfrage: In Schleswig-Holstein von 2.700 auf rund 7.000 begleitete Kinder, in Hamburg von 1.574 auf 4.011 — die Hamburger Zahl ist aus Juni 2026 und damit die aktuellste, die öffentlich vorliegt. Bundesweit erhielten 2024 rund 324.570 Kinder unter 18 Eingliederungshilfe, die Ausgaben stiegen um 12,9 Prozent. Drittens: Das Budget hängt an Klassen, nicht an Fällen — die Menge ist damit planbar. Viertens, und das ist der Haken: Der Preis steht bis zu neun Jahre fest, Tarifsteigerungen trägt der Träger allein. Deshalb ist die Kalkulation beim Angebot die wichtigste einzelne Entscheidung.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chart" Target="../charts/chart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9.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jp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jpg"/><Relationship Id="rId3" Type="http://schemas.openxmlformats.org/officeDocument/2006/relationships/image" Target="../media/image1.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jp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jpg"/><Relationship Id="rId3" Type="http://schemas.openxmlformats.org/officeDocument/2006/relationships/image" Target="../media/image9.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jp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jpg"/><Relationship Id="rId3"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jp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jpg"/><Relationship Id="rId3"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jp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jp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jp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9.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Nutzung von Farben">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9194800" cy="365125"/>
          </a:xfrm>
          <a:prstGeom prst="rect">
            <a:avLst/>
          </a:prstGeom>
        </p:spPr>
        <p:txBody>
          <a:bodyPr/>
          <a:lstStyle>
            <a:lvl1pPr algn="l">
              <a:defRPr/>
            </a:lvl1pPr>
          </a:lstStyle>
          <a:p>
            <a:r>
              <a:rPr lang="de-DE" dirty="0"/>
              <a:t>*Diese Farben sollten in fast allen Fällen verwendet werden, wenn der Einsatz von Farben Sinn ergibt.</a:t>
            </a:r>
          </a:p>
        </p:txBody>
      </p:sp>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7200" y="6173130"/>
            <a:ext cx="1564882" cy="684869"/>
          </a:xfrm>
          <a:prstGeom prst="rect">
            <a:avLst/>
          </a:prstGeom>
        </p:spPr>
      </p:pic>
      <p:sp>
        <p:nvSpPr>
          <p:cNvPr id="22" name="Titelplatzhalter 1">
            <a:extLst>
              <a:ext uri="{FF2B5EF4-FFF2-40B4-BE49-F238E27FC236}">
                <a16:creationId xmlns:a16="http://schemas.microsoft.com/office/drawing/2014/main" id="{20CF4F82-3AA1-6015-D4BD-1AA1C55B085F}"/>
              </a:ext>
            </a:extLst>
          </p:cNvPr>
          <p:cNvSpPr txBox="1">
            <a:spLocks/>
          </p:cNvSpPr>
          <p:nvPr userDrawn="1"/>
        </p:nvSpPr>
        <p:spPr>
          <a:xfrm>
            <a:off x="7129531" y="918307"/>
            <a:ext cx="4194253"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dirty="0"/>
              <a:t>Verwendungshinweis</a:t>
            </a:r>
          </a:p>
        </p:txBody>
      </p:sp>
      <p:sp>
        <p:nvSpPr>
          <p:cNvPr id="24" name="Textfeld 23">
            <a:extLst>
              <a:ext uri="{FF2B5EF4-FFF2-40B4-BE49-F238E27FC236}">
                <a16:creationId xmlns:a16="http://schemas.microsoft.com/office/drawing/2014/main" id="{F7FB0309-9A52-9D6D-E9DD-860A90374939}"/>
              </a:ext>
            </a:extLst>
          </p:cNvPr>
          <p:cNvSpPr txBox="1"/>
          <p:nvPr userDrawn="1"/>
        </p:nvSpPr>
        <p:spPr>
          <a:xfrm>
            <a:off x="7129531" y="1328465"/>
            <a:ext cx="4265467" cy="3970318"/>
          </a:xfrm>
          <a:prstGeom prst="rect">
            <a:avLst/>
          </a:prstGeom>
          <a:noFill/>
        </p:spPr>
        <p:txBody>
          <a:bodyPr wrap="square" rtlCol="0">
            <a:spAutoFit/>
          </a:bodyPr>
          <a:lstStyle/>
          <a:p>
            <a:pPr lvl="0"/>
            <a:r>
              <a:rPr lang="de-DE" sz="1200" dirty="0"/>
              <a:t>Alle Texte im opseo-Grau, außer auf dunklem Grund, dann weißen Text verwenden. </a:t>
            </a:r>
          </a:p>
          <a:p>
            <a:pPr lvl="0"/>
            <a:endParaRPr lang="de-DE" sz="1200" dirty="0"/>
          </a:p>
          <a:p>
            <a:pPr lvl="0"/>
            <a:endParaRPr lang="de-DE" sz="1200" dirty="0"/>
          </a:p>
          <a:p>
            <a:pPr lvl="0"/>
            <a:endParaRPr lang="de-DE" sz="1200" dirty="0"/>
          </a:p>
          <a:p>
            <a:pPr lvl="0"/>
            <a:endParaRPr lang="de-DE" sz="1200" dirty="0"/>
          </a:p>
          <a:p>
            <a:pPr lvl="0"/>
            <a:r>
              <a:rPr lang="de-DE" sz="1200" dirty="0"/>
              <a:t>Hauptfarbe, kann flächig oder subtil eingesetzt werden. </a:t>
            </a:r>
          </a:p>
          <a:p>
            <a:pPr lvl="0"/>
            <a:endParaRPr lang="de-DE" sz="1200" dirty="0"/>
          </a:p>
          <a:p>
            <a:pPr lvl="0"/>
            <a:endParaRPr lang="de-DE" sz="1200" dirty="0"/>
          </a:p>
          <a:p>
            <a:pPr lvl="0"/>
            <a:endParaRPr lang="de-DE" sz="1200" dirty="0"/>
          </a:p>
          <a:p>
            <a:pPr lvl="0"/>
            <a:endParaRPr lang="de-DE" sz="1200" dirty="0"/>
          </a:p>
          <a:p>
            <a:pPr lvl="0"/>
            <a:endParaRPr lang="de-DE" sz="1200" dirty="0"/>
          </a:p>
          <a:p>
            <a:pPr lvl="0"/>
            <a:r>
              <a:rPr lang="de-DE" sz="1200" dirty="0"/>
              <a:t>Hervorhebung. Das opseo-Grün ist deutlich auffälliger und greller als das ruhige opseo-Blau und sollte gezielt und dosiert eingesetzt werden.</a:t>
            </a:r>
            <a:br>
              <a:rPr lang="de-DE" sz="1200" dirty="0"/>
            </a:br>
            <a:endParaRPr lang="de-DE" sz="1200" dirty="0"/>
          </a:p>
          <a:p>
            <a:pPr lvl="0"/>
            <a:br>
              <a:rPr lang="de-DE" sz="1200" dirty="0"/>
            </a:br>
            <a:endParaRPr lang="de-DE" sz="1200" dirty="0"/>
          </a:p>
          <a:p>
            <a:pPr lvl="0"/>
            <a:r>
              <a:rPr lang="de-DE" sz="1200" dirty="0"/>
              <a:t>Der opseo-Farbverlauf ist dynamisch und fließt von grellem grün zu ruhigem Blau. Sollte gezielt und in nicht zu großen Flächen eingesetzt werden.</a:t>
            </a:r>
          </a:p>
        </p:txBody>
      </p:sp>
      <p:sp>
        <p:nvSpPr>
          <p:cNvPr id="25" name="Textfeld 24">
            <a:extLst>
              <a:ext uri="{FF2B5EF4-FFF2-40B4-BE49-F238E27FC236}">
                <a16:creationId xmlns:a16="http://schemas.microsoft.com/office/drawing/2014/main" id="{5897A84B-60DE-6402-04F3-86F23A9AC5E5}"/>
              </a:ext>
            </a:extLst>
          </p:cNvPr>
          <p:cNvSpPr txBox="1"/>
          <p:nvPr userDrawn="1"/>
        </p:nvSpPr>
        <p:spPr>
          <a:xfrm>
            <a:off x="1422400" y="1328465"/>
            <a:ext cx="3640071" cy="3939861"/>
          </a:xfrm>
          <a:prstGeom prst="rect">
            <a:avLst/>
          </a:prstGeom>
          <a:noFill/>
        </p:spPr>
        <p:txBody>
          <a:bodyPr wrap="square" rtlCol="0">
            <a:spAutoFit/>
          </a:bodyPr>
          <a:lstStyle/>
          <a:p>
            <a:pPr lvl="0">
              <a:lnSpc>
                <a:spcPct val="150000"/>
              </a:lnSpc>
            </a:pPr>
            <a:r>
              <a:rPr lang="de-DE" sz="1200" b="1" dirty="0"/>
              <a:t>opseo-Grau</a:t>
            </a:r>
          </a:p>
          <a:p>
            <a:pPr lvl="0">
              <a:lnSpc>
                <a:spcPct val="150000"/>
              </a:lnSpc>
            </a:pPr>
            <a:r>
              <a:rPr lang="nn-NO" sz="1200" dirty="0"/>
              <a:t>Digital: sRGB 119/119/119 – Hex: #777777</a:t>
            </a:r>
            <a:endParaRPr lang="de-DE" sz="1200" dirty="0"/>
          </a:p>
          <a:p>
            <a:pPr lvl="0"/>
            <a:endParaRPr lang="de-DE" sz="1200" dirty="0"/>
          </a:p>
          <a:p>
            <a:pPr lvl="0"/>
            <a:endParaRPr lang="de-DE" sz="1200" dirty="0"/>
          </a:p>
          <a:p>
            <a:pPr lvl="0"/>
            <a:endParaRPr lang="de-DE" sz="1200" dirty="0"/>
          </a:p>
          <a:p>
            <a:pPr lvl="0">
              <a:lnSpc>
                <a:spcPct val="150000"/>
              </a:lnSpc>
            </a:pPr>
            <a:r>
              <a:rPr lang="de-DE" sz="1200" b="1" dirty="0"/>
              <a:t>opseo-Blau</a:t>
            </a:r>
          </a:p>
          <a:p>
            <a:pPr lvl="0">
              <a:lnSpc>
                <a:spcPct val="150000"/>
              </a:lnSpc>
            </a:pPr>
            <a:r>
              <a:rPr lang="de-DE" sz="1200" dirty="0"/>
              <a:t>Digital: </a:t>
            </a:r>
            <a:r>
              <a:rPr lang="de-DE" sz="1200" dirty="0" err="1"/>
              <a:t>sRGB</a:t>
            </a:r>
            <a:r>
              <a:rPr lang="de-DE" sz="1200" dirty="0"/>
              <a:t> 26/112/184 – Hex: #1a70b8</a:t>
            </a:r>
          </a:p>
          <a:p>
            <a:pPr lvl="0"/>
            <a:endParaRPr lang="de-DE" sz="1200" dirty="0"/>
          </a:p>
          <a:p>
            <a:pPr lvl="0"/>
            <a:endParaRPr lang="de-DE" sz="1200" dirty="0"/>
          </a:p>
          <a:p>
            <a:pPr lvl="0"/>
            <a:endParaRPr lang="de-DE" sz="1200" dirty="0"/>
          </a:p>
          <a:p>
            <a:pPr lvl="0">
              <a:lnSpc>
                <a:spcPct val="150000"/>
              </a:lnSpc>
            </a:pPr>
            <a:r>
              <a:rPr lang="de-DE" sz="1200" b="1" dirty="0"/>
              <a:t>opseo-Grün</a:t>
            </a:r>
          </a:p>
          <a:p>
            <a:pPr lvl="0">
              <a:lnSpc>
                <a:spcPct val="150000"/>
              </a:lnSpc>
            </a:pPr>
            <a:r>
              <a:rPr lang="de-DE" sz="1200" dirty="0"/>
              <a:t>Digital: </a:t>
            </a:r>
            <a:r>
              <a:rPr lang="de-DE" sz="1200" dirty="0" err="1"/>
              <a:t>sRGB</a:t>
            </a:r>
            <a:r>
              <a:rPr lang="de-DE" sz="1200" dirty="0"/>
              <a:t> 187/207/0 – Hex: #bbcf00</a:t>
            </a:r>
          </a:p>
          <a:p>
            <a:pPr lvl="0"/>
            <a:endParaRPr lang="de-DE" sz="1200" dirty="0"/>
          </a:p>
          <a:p>
            <a:pPr lvl="0"/>
            <a:endParaRPr lang="de-DE" sz="1200" dirty="0"/>
          </a:p>
          <a:p>
            <a:pPr lvl="0"/>
            <a:endParaRPr lang="de-DE" sz="1200" dirty="0"/>
          </a:p>
          <a:p>
            <a:pPr lvl="0">
              <a:lnSpc>
                <a:spcPct val="150000"/>
              </a:lnSpc>
            </a:pPr>
            <a:r>
              <a:rPr lang="de-DE" sz="1200" b="1" dirty="0"/>
              <a:t>opseo-Verlauf </a:t>
            </a:r>
          </a:p>
          <a:p>
            <a:pPr lvl="0">
              <a:lnSpc>
                <a:spcPct val="150000"/>
              </a:lnSpc>
            </a:pPr>
            <a:r>
              <a:rPr lang="de-DE" sz="1200" dirty="0"/>
              <a:t>von Grün zu Blau, immer 35° geneigt</a:t>
            </a:r>
          </a:p>
        </p:txBody>
      </p:sp>
      <p:sp>
        <p:nvSpPr>
          <p:cNvPr id="16" name="Titelplatzhalter 1">
            <a:extLst>
              <a:ext uri="{FF2B5EF4-FFF2-40B4-BE49-F238E27FC236}">
                <a16:creationId xmlns:a16="http://schemas.microsoft.com/office/drawing/2014/main" id="{D347931E-E8C6-B81C-933E-5D0EDDB0A085}"/>
              </a:ext>
            </a:extLst>
          </p:cNvPr>
          <p:cNvSpPr txBox="1">
            <a:spLocks/>
          </p:cNvSpPr>
          <p:nvPr userDrawn="1"/>
        </p:nvSpPr>
        <p:spPr>
          <a:xfrm>
            <a:off x="1416906" y="918307"/>
            <a:ext cx="4194253"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dirty="0"/>
              <a:t>Primärfarben*</a:t>
            </a:r>
          </a:p>
        </p:txBody>
      </p:sp>
      <p:sp>
        <p:nvSpPr>
          <p:cNvPr id="17" name="Rechteck: abgerundete Ecken 16">
            <a:extLst>
              <a:ext uri="{FF2B5EF4-FFF2-40B4-BE49-F238E27FC236}">
                <a16:creationId xmlns:a16="http://schemas.microsoft.com/office/drawing/2014/main" id="{4E67611E-C42A-2FE1-0402-369F8FF78E42}"/>
              </a:ext>
            </a:extLst>
          </p:cNvPr>
          <p:cNvSpPr/>
          <p:nvPr userDrawn="1"/>
        </p:nvSpPr>
        <p:spPr>
          <a:xfrm>
            <a:off x="5295900" y="1353494"/>
            <a:ext cx="1600200" cy="647504"/>
          </a:xfrm>
          <a:prstGeom prst="roundRect">
            <a:avLst/>
          </a:prstGeom>
          <a:solidFill>
            <a:srgbClr val="7777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n-NO" sz="1800" dirty="0"/>
              <a:t>119/119/119</a:t>
            </a:r>
            <a:endParaRPr lang="de-DE" dirty="0"/>
          </a:p>
        </p:txBody>
      </p:sp>
      <p:sp>
        <p:nvSpPr>
          <p:cNvPr id="21" name="Rechteck: abgerundete Ecken 20">
            <a:extLst>
              <a:ext uri="{FF2B5EF4-FFF2-40B4-BE49-F238E27FC236}">
                <a16:creationId xmlns:a16="http://schemas.microsoft.com/office/drawing/2014/main" id="{569DD45C-1B24-2B32-4204-2863AFF16E7C}"/>
              </a:ext>
            </a:extLst>
          </p:cNvPr>
          <p:cNvSpPr/>
          <p:nvPr userDrawn="1"/>
        </p:nvSpPr>
        <p:spPr>
          <a:xfrm>
            <a:off x="5295900" y="2440102"/>
            <a:ext cx="1600200" cy="64750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800" dirty="0"/>
              <a:t>26/112/184</a:t>
            </a:r>
            <a:endParaRPr lang="de-DE" dirty="0"/>
          </a:p>
        </p:txBody>
      </p:sp>
      <p:sp>
        <p:nvSpPr>
          <p:cNvPr id="23" name="Rechteck: abgerundete Ecken 22">
            <a:extLst>
              <a:ext uri="{FF2B5EF4-FFF2-40B4-BE49-F238E27FC236}">
                <a16:creationId xmlns:a16="http://schemas.microsoft.com/office/drawing/2014/main" id="{5A3455B9-B5C5-56E5-8D34-5F8A00371C2F}"/>
              </a:ext>
            </a:extLst>
          </p:cNvPr>
          <p:cNvSpPr/>
          <p:nvPr userDrawn="1"/>
        </p:nvSpPr>
        <p:spPr>
          <a:xfrm>
            <a:off x="5295900" y="3526710"/>
            <a:ext cx="1600200" cy="647504"/>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800" dirty="0"/>
              <a:t>187/207/0</a:t>
            </a:r>
            <a:endParaRPr lang="de-DE" dirty="0"/>
          </a:p>
        </p:txBody>
      </p:sp>
      <p:sp>
        <p:nvSpPr>
          <p:cNvPr id="26" name="Rechteck: abgerundete Ecken 25">
            <a:extLst>
              <a:ext uri="{FF2B5EF4-FFF2-40B4-BE49-F238E27FC236}">
                <a16:creationId xmlns:a16="http://schemas.microsoft.com/office/drawing/2014/main" id="{1E9FDD36-3A94-8D39-442A-677B643A4A96}"/>
              </a:ext>
            </a:extLst>
          </p:cNvPr>
          <p:cNvSpPr/>
          <p:nvPr userDrawn="1"/>
        </p:nvSpPr>
        <p:spPr>
          <a:xfrm>
            <a:off x="5295900" y="4613318"/>
            <a:ext cx="1600200" cy="647504"/>
          </a:xfrm>
          <a:prstGeom prst="roundRect">
            <a:avLst/>
          </a:prstGeom>
          <a:gradFill flip="none" rotWithShape="1">
            <a:gsLst>
              <a:gs pos="100000">
                <a:schemeClr val="accent1"/>
              </a:gs>
              <a:gs pos="0">
                <a:schemeClr val="accent2"/>
              </a:gs>
            </a:gsLst>
            <a:lin ang="195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gradFill>
                <a:gsLst>
                  <a:gs pos="100000">
                    <a:schemeClr val="accent2"/>
                  </a:gs>
                  <a:gs pos="0">
                    <a:schemeClr val="accent1"/>
                  </a:gs>
                </a:gsLst>
                <a:lin ang="19800000" scaled="0"/>
              </a:gradFill>
            </a:endParaRPr>
          </a:p>
        </p:txBody>
      </p:sp>
      <p:sp>
        <p:nvSpPr>
          <p:cNvPr id="37" name="Rechteck: eine Ecke abgerundet 36">
            <a:extLst>
              <a:ext uri="{FF2B5EF4-FFF2-40B4-BE49-F238E27FC236}">
                <a16:creationId xmlns:a16="http://schemas.microsoft.com/office/drawing/2014/main" id="{03D2C612-DBE7-FA4E-B46B-FC02C1C3AF61}"/>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38" name="Foliennummernplatzhalter 15">
            <a:extLst>
              <a:ext uri="{FF2B5EF4-FFF2-40B4-BE49-F238E27FC236}">
                <a16:creationId xmlns:a16="http://schemas.microsoft.com/office/drawing/2014/main" id="{0A85A397-1ED2-DB45-C17F-E87A73E884EC}"/>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dirty="0">
                <a:solidFill>
                  <a:schemeClr val="accent1"/>
                </a:solidFill>
              </a:rPr>
              <a:t>1</a:t>
            </a:r>
            <a:endParaRPr lang="de-DE" sz="1100" b="1" dirty="0">
              <a:solidFill>
                <a:schemeClr val="accent1"/>
              </a:solidFill>
            </a:endParaRPr>
          </a:p>
        </p:txBody>
      </p:sp>
      <p:sp>
        <p:nvSpPr>
          <p:cNvPr id="39" name="Foliennummernplatzhalter 15">
            <a:extLst>
              <a:ext uri="{FF2B5EF4-FFF2-40B4-BE49-F238E27FC236}">
                <a16:creationId xmlns:a16="http://schemas.microsoft.com/office/drawing/2014/main" id="{7739F0AC-D869-A6B4-9994-3F3A3D7F7497}"/>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de-DE" sz="1200" b="0" dirty="0">
                <a:solidFill>
                  <a:schemeClr val="bg1"/>
                </a:solidFill>
              </a:rPr>
              <a:t>März 2025</a:t>
            </a:r>
            <a:endParaRPr lang="de-DE" b="0" dirty="0">
              <a:solidFill>
                <a:schemeClr val="bg1"/>
              </a:solidFill>
            </a:endParaRPr>
          </a:p>
        </p:txBody>
      </p:sp>
      <p:sp>
        <p:nvSpPr>
          <p:cNvPr id="40" name="Textplatzhalter 16">
            <a:extLst>
              <a:ext uri="{FF2B5EF4-FFF2-40B4-BE49-F238E27FC236}">
                <a16:creationId xmlns:a16="http://schemas.microsoft.com/office/drawing/2014/main" id="{FA63647F-67B0-3935-3821-4DABDE3A3DB7}"/>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Styleguide &amp; Anleitung PowerPoint-Template</a:t>
            </a:r>
          </a:p>
        </p:txBody>
      </p:sp>
    </p:spTree>
    <p:extLst>
      <p:ext uri="{BB962C8B-B14F-4D97-AF65-F5344CB8AC3E}">
        <p14:creationId xmlns:p14="http://schemas.microsoft.com/office/powerpoint/2010/main" val="34919668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Nutzung von Farben">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7200" y="6173130"/>
            <a:ext cx="1564882" cy="684869"/>
          </a:xfrm>
          <a:prstGeom prst="rect">
            <a:avLst/>
          </a:prstGeom>
        </p:spPr>
      </p:pic>
      <p:sp>
        <p:nvSpPr>
          <p:cNvPr id="22" name="Titelplatzhalter 1">
            <a:extLst>
              <a:ext uri="{FF2B5EF4-FFF2-40B4-BE49-F238E27FC236}">
                <a16:creationId xmlns:a16="http://schemas.microsoft.com/office/drawing/2014/main" id="{20CF4F82-3AA1-6015-D4BD-1AA1C55B085F}"/>
              </a:ext>
            </a:extLst>
          </p:cNvPr>
          <p:cNvSpPr txBox="1">
            <a:spLocks/>
          </p:cNvSpPr>
          <p:nvPr userDrawn="1"/>
        </p:nvSpPr>
        <p:spPr>
          <a:xfrm>
            <a:off x="7129531" y="918307"/>
            <a:ext cx="4194253"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dirty="0"/>
              <a:t>Verwendungshinweis</a:t>
            </a:r>
          </a:p>
        </p:txBody>
      </p:sp>
      <p:sp>
        <p:nvSpPr>
          <p:cNvPr id="24" name="Textfeld 23">
            <a:extLst>
              <a:ext uri="{FF2B5EF4-FFF2-40B4-BE49-F238E27FC236}">
                <a16:creationId xmlns:a16="http://schemas.microsoft.com/office/drawing/2014/main" id="{F7FB0309-9A52-9D6D-E9DD-860A90374939}"/>
              </a:ext>
            </a:extLst>
          </p:cNvPr>
          <p:cNvSpPr txBox="1"/>
          <p:nvPr userDrawn="1"/>
        </p:nvSpPr>
        <p:spPr>
          <a:xfrm>
            <a:off x="7129531" y="1328465"/>
            <a:ext cx="4265467" cy="1938992"/>
          </a:xfrm>
          <a:prstGeom prst="rect">
            <a:avLst/>
          </a:prstGeom>
          <a:noFill/>
        </p:spPr>
        <p:txBody>
          <a:bodyPr wrap="square" rtlCol="0">
            <a:spAutoFit/>
          </a:bodyPr>
          <a:lstStyle/>
          <a:p>
            <a:pPr lvl="0"/>
            <a:r>
              <a:rPr lang="de-DE" sz="1200" dirty="0"/>
              <a:t>Die Akzentfarben können reduziert angewendet werden um Elemente besonders hervorzuheben oder wenn die Verwendung von vielen Farben durch den Kontext der Datenmenge auf der Folie begründbar ist, zum Beispiel in Diagrammen:</a:t>
            </a:r>
          </a:p>
          <a:p>
            <a:pPr lvl="0"/>
            <a:endParaRPr lang="de-DE" sz="1200" dirty="0"/>
          </a:p>
          <a:p>
            <a:pPr lvl="0"/>
            <a:endParaRPr lang="de-DE" sz="1200" dirty="0"/>
          </a:p>
          <a:p>
            <a:pPr lvl="0"/>
            <a:endParaRPr lang="de-DE" sz="1200" dirty="0"/>
          </a:p>
          <a:p>
            <a:pPr lvl="0"/>
            <a:endParaRPr lang="de-DE" sz="1200" dirty="0"/>
          </a:p>
          <a:p>
            <a:endParaRPr lang="de-DE" sz="1200" dirty="0"/>
          </a:p>
        </p:txBody>
      </p:sp>
      <p:sp>
        <p:nvSpPr>
          <p:cNvPr id="25" name="Textfeld 24">
            <a:extLst>
              <a:ext uri="{FF2B5EF4-FFF2-40B4-BE49-F238E27FC236}">
                <a16:creationId xmlns:a16="http://schemas.microsoft.com/office/drawing/2014/main" id="{5897A84B-60DE-6402-04F3-86F23A9AC5E5}"/>
              </a:ext>
            </a:extLst>
          </p:cNvPr>
          <p:cNvSpPr txBox="1"/>
          <p:nvPr userDrawn="1"/>
        </p:nvSpPr>
        <p:spPr>
          <a:xfrm>
            <a:off x="1422400" y="1328465"/>
            <a:ext cx="3640071" cy="3877985"/>
          </a:xfrm>
          <a:prstGeom prst="rect">
            <a:avLst/>
          </a:prstGeom>
          <a:noFill/>
        </p:spPr>
        <p:txBody>
          <a:bodyPr wrap="square" rtlCol="0">
            <a:spAutoFit/>
          </a:bodyPr>
          <a:lstStyle/>
          <a:p>
            <a:pPr lvl="0">
              <a:lnSpc>
                <a:spcPct val="150000"/>
              </a:lnSpc>
            </a:pPr>
            <a:r>
              <a:rPr lang="de-DE" sz="1200" b="1" dirty="0"/>
              <a:t>Akzentfarbe dunkelgrün</a:t>
            </a:r>
          </a:p>
          <a:p>
            <a:pPr lvl="0">
              <a:lnSpc>
                <a:spcPct val="150000"/>
              </a:lnSpc>
            </a:pPr>
            <a:r>
              <a:rPr lang="de-DE" sz="1200" dirty="0"/>
              <a:t>Schnittmenge zwischen Grün und Blau im Logo</a:t>
            </a:r>
          </a:p>
          <a:p>
            <a:pPr lvl="0">
              <a:lnSpc>
                <a:spcPct val="150000"/>
              </a:lnSpc>
            </a:pPr>
            <a:r>
              <a:rPr lang="de-DE" sz="1200" dirty="0"/>
              <a:t>Digital: </a:t>
            </a:r>
            <a:r>
              <a:rPr lang="de-DE" sz="1200" dirty="0" err="1"/>
              <a:t>sRGB</a:t>
            </a:r>
            <a:r>
              <a:rPr lang="de-DE" sz="1200" dirty="0"/>
              <a:t> 42/106/56 </a:t>
            </a:r>
            <a:r>
              <a:rPr lang="nn-NO" sz="1200" dirty="0"/>
              <a:t>– Hex: # </a:t>
            </a:r>
            <a:r>
              <a:rPr lang="de-DE" sz="1200" dirty="0"/>
              <a:t>2A6A38</a:t>
            </a:r>
          </a:p>
          <a:p>
            <a:pPr lvl="0"/>
            <a:endParaRPr lang="de-DE" sz="1200" dirty="0"/>
          </a:p>
          <a:p>
            <a:pPr lvl="0"/>
            <a:endParaRPr lang="de-DE" sz="1200" dirty="0"/>
          </a:p>
          <a:p>
            <a:pPr lvl="0">
              <a:lnSpc>
                <a:spcPct val="150000"/>
              </a:lnSpc>
            </a:pPr>
            <a:r>
              <a:rPr lang="de-DE" sz="1200" b="1" dirty="0"/>
              <a:t>Akzentfarbe orange</a:t>
            </a:r>
          </a:p>
          <a:p>
            <a:pPr lvl="0">
              <a:lnSpc>
                <a:spcPct val="150000"/>
              </a:lnSpc>
            </a:pPr>
            <a:r>
              <a:rPr lang="de-DE" sz="1200" dirty="0"/>
              <a:t>Digital: </a:t>
            </a:r>
            <a:r>
              <a:rPr lang="de-DE" sz="1200" dirty="0" err="1"/>
              <a:t>sRGB</a:t>
            </a:r>
            <a:r>
              <a:rPr lang="de-DE" sz="1200" dirty="0"/>
              <a:t> 248/153/41 </a:t>
            </a:r>
            <a:r>
              <a:rPr lang="nn-NO" sz="1200" dirty="0"/>
              <a:t>– Hex: # </a:t>
            </a:r>
            <a:r>
              <a:rPr lang="de-DE" sz="1200" dirty="0"/>
              <a:t>f89929</a:t>
            </a:r>
          </a:p>
          <a:p>
            <a:pPr lvl="0"/>
            <a:endParaRPr lang="de-DE" sz="1200" dirty="0"/>
          </a:p>
          <a:p>
            <a:pPr lvl="0"/>
            <a:endParaRPr lang="de-DE" sz="1200" dirty="0"/>
          </a:p>
          <a:p>
            <a:pPr lvl="0">
              <a:lnSpc>
                <a:spcPct val="150000"/>
              </a:lnSpc>
            </a:pPr>
            <a:r>
              <a:rPr lang="de-DE" sz="1200" b="1" dirty="0"/>
              <a:t>Akzentfarbe lila</a:t>
            </a:r>
          </a:p>
          <a:p>
            <a:pPr lvl="0">
              <a:lnSpc>
                <a:spcPct val="150000"/>
              </a:lnSpc>
            </a:pPr>
            <a:r>
              <a:rPr lang="de-DE" sz="1200" dirty="0"/>
              <a:t>Digital: </a:t>
            </a:r>
            <a:r>
              <a:rPr lang="de-DE" sz="1200" dirty="0" err="1"/>
              <a:t>sRGB</a:t>
            </a:r>
            <a:r>
              <a:rPr lang="de-DE" sz="1200" dirty="0"/>
              <a:t> 150/58/150 </a:t>
            </a:r>
            <a:r>
              <a:rPr lang="nn-NO" sz="1200" dirty="0"/>
              <a:t>– Hex: # </a:t>
            </a:r>
            <a:r>
              <a:rPr lang="de-DE" sz="1200" dirty="0"/>
              <a:t>963a96</a:t>
            </a:r>
          </a:p>
          <a:p>
            <a:pPr lvl="0"/>
            <a:endParaRPr lang="de-DE" sz="1200" dirty="0"/>
          </a:p>
          <a:p>
            <a:pPr lvl="0"/>
            <a:endParaRPr lang="de-DE" sz="1200" dirty="0"/>
          </a:p>
          <a:p>
            <a:pPr lvl="0">
              <a:lnSpc>
                <a:spcPct val="150000"/>
              </a:lnSpc>
            </a:pPr>
            <a:r>
              <a:rPr lang="de-DE" sz="1200" b="1" dirty="0"/>
              <a:t>Akzentfarbe rot</a:t>
            </a:r>
          </a:p>
          <a:p>
            <a:pPr lvl="0">
              <a:lnSpc>
                <a:spcPct val="150000"/>
              </a:lnSpc>
            </a:pPr>
            <a:r>
              <a:rPr lang="de-DE" sz="1200" dirty="0"/>
              <a:t>Digital: </a:t>
            </a:r>
            <a:r>
              <a:rPr lang="de-DE" sz="1200" dirty="0" err="1"/>
              <a:t>sRGB</a:t>
            </a:r>
            <a:r>
              <a:rPr lang="de-DE" sz="1200" dirty="0"/>
              <a:t> 215/50/37 </a:t>
            </a:r>
            <a:r>
              <a:rPr lang="nn-NO" sz="1200" dirty="0"/>
              <a:t>– Hex: # </a:t>
            </a:r>
            <a:r>
              <a:rPr lang="de-DE" sz="1200" dirty="0"/>
              <a:t>d73225</a:t>
            </a:r>
          </a:p>
          <a:p>
            <a:pPr lvl="0"/>
            <a:endParaRPr lang="de-DE" sz="1200" dirty="0"/>
          </a:p>
        </p:txBody>
      </p:sp>
      <p:sp>
        <p:nvSpPr>
          <p:cNvPr id="16" name="Titelplatzhalter 1">
            <a:extLst>
              <a:ext uri="{FF2B5EF4-FFF2-40B4-BE49-F238E27FC236}">
                <a16:creationId xmlns:a16="http://schemas.microsoft.com/office/drawing/2014/main" id="{D347931E-E8C6-B81C-933E-5D0EDDB0A085}"/>
              </a:ext>
            </a:extLst>
          </p:cNvPr>
          <p:cNvSpPr txBox="1">
            <a:spLocks/>
          </p:cNvSpPr>
          <p:nvPr userDrawn="1"/>
        </p:nvSpPr>
        <p:spPr>
          <a:xfrm>
            <a:off x="1416906" y="918307"/>
            <a:ext cx="4194253"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dirty="0"/>
              <a:t>Sekundärfarben</a:t>
            </a:r>
          </a:p>
        </p:txBody>
      </p:sp>
      <p:sp>
        <p:nvSpPr>
          <p:cNvPr id="27" name="Rechteck: abgerundete Ecken 26">
            <a:extLst>
              <a:ext uri="{FF2B5EF4-FFF2-40B4-BE49-F238E27FC236}">
                <a16:creationId xmlns:a16="http://schemas.microsoft.com/office/drawing/2014/main" id="{A7DD1699-8E1B-16F2-FB79-D46A61A71634}"/>
              </a:ext>
            </a:extLst>
          </p:cNvPr>
          <p:cNvSpPr/>
          <p:nvPr userDrawn="1"/>
        </p:nvSpPr>
        <p:spPr>
          <a:xfrm>
            <a:off x="5295900" y="1390918"/>
            <a:ext cx="1600200" cy="647504"/>
          </a:xfrm>
          <a:prstGeom prst="roundRect">
            <a:avLst/>
          </a:prstGeom>
          <a:solidFill>
            <a:srgbClr val="2A6A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800" dirty="0"/>
              <a:t>42/106/56</a:t>
            </a:r>
            <a:endParaRPr lang="de-DE" dirty="0"/>
          </a:p>
        </p:txBody>
      </p:sp>
      <p:sp>
        <p:nvSpPr>
          <p:cNvPr id="7" name="Rechteck: abgerundete Ecken 6">
            <a:extLst>
              <a:ext uri="{FF2B5EF4-FFF2-40B4-BE49-F238E27FC236}">
                <a16:creationId xmlns:a16="http://schemas.microsoft.com/office/drawing/2014/main" id="{5E7118F5-3708-6036-20A1-C08B9B0AC370}"/>
              </a:ext>
            </a:extLst>
          </p:cNvPr>
          <p:cNvSpPr/>
          <p:nvPr userDrawn="1"/>
        </p:nvSpPr>
        <p:spPr>
          <a:xfrm>
            <a:off x="5295900" y="2465609"/>
            <a:ext cx="1600200" cy="647504"/>
          </a:xfrm>
          <a:prstGeom prst="roundRect">
            <a:avLst/>
          </a:prstGeom>
          <a:solidFill>
            <a:srgbClr val="F899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800" dirty="0"/>
              <a:t>248/153/41</a:t>
            </a:r>
            <a:endParaRPr lang="de-DE" dirty="0"/>
          </a:p>
        </p:txBody>
      </p:sp>
      <p:sp>
        <p:nvSpPr>
          <p:cNvPr id="9" name="Rechteck: abgerundete Ecken 8">
            <a:extLst>
              <a:ext uri="{FF2B5EF4-FFF2-40B4-BE49-F238E27FC236}">
                <a16:creationId xmlns:a16="http://schemas.microsoft.com/office/drawing/2014/main" id="{B49AC6AD-8048-8375-390C-EE75F9C3C70E}"/>
              </a:ext>
            </a:extLst>
          </p:cNvPr>
          <p:cNvSpPr/>
          <p:nvPr userDrawn="1"/>
        </p:nvSpPr>
        <p:spPr>
          <a:xfrm>
            <a:off x="5295900" y="3540300"/>
            <a:ext cx="1600200" cy="647504"/>
          </a:xfrm>
          <a:prstGeom prst="roundRect">
            <a:avLst/>
          </a:prstGeom>
          <a:solidFill>
            <a:srgbClr val="963A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800" dirty="0"/>
              <a:t>150/58/150</a:t>
            </a:r>
            <a:endParaRPr lang="de-DE" dirty="0"/>
          </a:p>
        </p:txBody>
      </p:sp>
      <p:sp>
        <p:nvSpPr>
          <p:cNvPr id="10" name="Rechteck: abgerundete Ecken 9">
            <a:extLst>
              <a:ext uri="{FF2B5EF4-FFF2-40B4-BE49-F238E27FC236}">
                <a16:creationId xmlns:a16="http://schemas.microsoft.com/office/drawing/2014/main" id="{DA1638E4-D892-F219-4185-9967FA8DB44D}"/>
              </a:ext>
            </a:extLst>
          </p:cNvPr>
          <p:cNvSpPr/>
          <p:nvPr userDrawn="1"/>
        </p:nvSpPr>
        <p:spPr>
          <a:xfrm>
            <a:off x="5295900" y="4614991"/>
            <a:ext cx="1600200" cy="647504"/>
          </a:xfrm>
          <a:prstGeom prst="roundRect">
            <a:avLst/>
          </a:prstGeom>
          <a:solidFill>
            <a:srgbClr val="D732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800" dirty="0"/>
              <a:t>215/50/37</a:t>
            </a:r>
            <a:endParaRPr lang="de-DE" dirty="0"/>
          </a:p>
        </p:txBody>
      </p:sp>
      <p:graphicFrame>
        <p:nvGraphicFramePr>
          <p:cNvPr id="13" name="Diagramm 12">
            <a:extLst>
              <a:ext uri="{FF2B5EF4-FFF2-40B4-BE49-F238E27FC236}">
                <a16:creationId xmlns:a16="http://schemas.microsoft.com/office/drawing/2014/main" id="{243E3B36-4EAE-1B62-488B-FE715669918D}"/>
              </a:ext>
            </a:extLst>
          </p:cNvPr>
          <p:cNvGraphicFramePr/>
          <p:nvPr userDrawn="1">
            <p:extLst>
              <p:ext uri="{D42A27DB-BD31-4B8C-83A1-F6EECF244321}">
                <p14:modId xmlns:p14="http://schemas.microsoft.com/office/powerpoint/2010/main" val="3042144781"/>
              </p:ext>
            </p:extLst>
          </p:nvPr>
        </p:nvGraphicFramePr>
        <p:xfrm>
          <a:off x="8164863" y="2384981"/>
          <a:ext cx="3590167" cy="3554712"/>
        </p:xfrm>
        <a:graphic>
          <a:graphicData uri="http://schemas.openxmlformats.org/drawingml/2006/chart">
            <c:chart xmlns:c="http://schemas.openxmlformats.org/drawingml/2006/chart" xmlns:r="http://schemas.openxmlformats.org/officeDocument/2006/relationships" r:id="rId3"/>
          </a:graphicData>
        </a:graphic>
      </p:graphicFrame>
      <p:sp>
        <p:nvSpPr>
          <p:cNvPr id="15" name="Rechteck: eine Ecke abgerundet 14">
            <a:extLst>
              <a:ext uri="{FF2B5EF4-FFF2-40B4-BE49-F238E27FC236}">
                <a16:creationId xmlns:a16="http://schemas.microsoft.com/office/drawing/2014/main" id="{00BB86F7-B8A6-16BA-9A87-F539B5768FC8}"/>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8" name="Foliennummernplatzhalter 15">
            <a:extLst>
              <a:ext uri="{FF2B5EF4-FFF2-40B4-BE49-F238E27FC236}">
                <a16:creationId xmlns:a16="http://schemas.microsoft.com/office/drawing/2014/main" id="{5E5BD10B-DDE5-AA09-DF8C-EEB2D57D731A}"/>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dirty="0">
                <a:solidFill>
                  <a:schemeClr val="accent1"/>
                </a:solidFill>
              </a:rPr>
              <a:t>2</a:t>
            </a:r>
            <a:endParaRPr lang="de-DE" sz="1100" b="1" dirty="0">
              <a:solidFill>
                <a:schemeClr val="accent1"/>
              </a:solidFill>
            </a:endParaRPr>
          </a:p>
        </p:txBody>
      </p:sp>
      <p:sp>
        <p:nvSpPr>
          <p:cNvPr id="19" name="Foliennummernplatzhalter 15">
            <a:extLst>
              <a:ext uri="{FF2B5EF4-FFF2-40B4-BE49-F238E27FC236}">
                <a16:creationId xmlns:a16="http://schemas.microsoft.com/office/drawing/2014/main" id="{52D751CC-0228-75C2-C3C6-1FC7866CD33C}"/>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de-DE" sz="1200" b="0" dirty="0">
                <a:solidFill>
                  <a:schemeClr val="bg1"/>
                </a:solidFill>
              </a:rPr>
              <a:t>März 2025</a:t>
            </a:r>
            <a:endParaRPr lang="de-DE" b="0" dirty="0">
              <a:solidFill>
                <a:schemeClr val="bg1"/>
              </a:solidFill>
            </a:endParaRPr>
          </a:p>
        </p:txBody>
      </p:sp>
      <p:sp>
        <p:nvSpPr>
          <p:cNvPr id="20" name="Textplatzhalter 16">
            <a:extLst>
              <a:ext uri="{FF2B5EF4-FFF2-40B4-BE49-F238E27FC236}">
                <a16:creationId xmlns:a16="http://schemas.microsoft.com/office/drawing/2014/main" id="{091E0CD0-7485-AD8A-96ED-6EB9959226ED}"/>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Styleguide &amp; Anleitung PowerPoint-Template</a:t>
            </a:r>
          </a:p>
        </p:txBody>
      </p:sp>
    </p:spTree>
    <p:extLst>
      <p:ext uri="{BB962C8B-B14F-4D97-AF65-F5344CB8AC3E}">
        <p14:creationId xmlns:p14="http://schemas.microsoft.com/office/powerpoint/2010/main" val="1858549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Nutzung von Farben">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9194800" cy="365125"/>
          </a:xfrm>
          <a:prstGeom prst="rect">
            <a:avLst/>
          </a:prstGeom>
        </p:spPr>
        <p:txBody>
          <a:bodyPr/>
          <a:lstStyle>
            <a:lvl1pPr algn="l">
              <a:defRPr/>
            </a:lvl1pPr>
          </a:lstStyle>
          <a:p>
            <a:r>
              <a:rPr lang="de-DE" dirty="0"/>
              <a:t>Wenn die Basisfarbe zu einem schwer lesbaren oder irritierenden Kontrastverhältnis führt, dürfen Varianten der Farben eingesetzt werden.</a:t>
            </a:r>
          </a:p>
        </p:txBody>
      </p:sp>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7200" y="6173130"/>
            <a:ext cx="1564882" cy="684869"/>
          </a:xfrm>
          <a:prstGeom prst="rect">
            <a:avLst/>
          </a:prstGeom>
        </p:spPr>
      </p:pic>
      <p:sp>
        <p:nvSpPr>
          <p:cNvPr id="16" name="Titelplatzhalter 1">
            <a:extLst>
              <a:ext uri="{FF2B5EF4-FFF2-40B4-BE49-F238E27FC236}">
                <a16:creationId xmlns:a16="http://schemas.microsoft.com/office/drawing/2014/main" id="{D347931E-E8C6-B81C-933E-5D0EDDB0A085}"/>
              </a:ext>
            </a:extLst>
          </p:cNvPr>
          <p:cNvSpPr txBox="1">
            <a:spLocks/>
          </p:cNvSpPr>
          <p:nvPr userDrawn="1"/>
        </p:nvSpPr>
        <p:spPr>
          <a:xfrm>
            <a:off x="1416906" y="918307"/>
            <a:ext cx="4492938"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dirty="0"/>
              <a:t>Hellere &amp; dunklere Varianten der Farben:</a:t>
            </a:r>
          </a:p>
        </p:txBody>
      </p:sp>
      <p:grpSp>
        <p:nvGrpSpPr>
          <p:cNvPr id="35" name="Gruppieren 34">
            <a:extLst>
              <a:ext uri="{FF2B5EF4-FFF2-40B4-BE49-F238E27FC236}">
                <a16:creationId xmlns:a16="http://schemas.microsoft.com/office/drawing/2014/main" id="{02505BE0-9C73-CBFC-6CDC-C4E9A45C0559}"/>
              </a:ext>
            </a:extLst>
          </p:cNvPr>
          <p:cNvGrpSpPr/>
          <p:nvPr userDrawn="1"/>
        </p:nvGrpSpPr>
        <p:grpSpPr>
          <a:xfrm rot="16200000">
            <a:off x="124183" y="3008013"/>
            <a:ext cx="3265576" cy="680130"/>
            <a:chOff x="1465276" y="5477463"/>
            <a:chExt cx="1826040" cy="380314"/>
          </a:xfrm>
        </p:grpSpPr>
        <p:sp>
          <p:nvSpPr>
            <p:cNvPr id="7" name="Rechteck: abgerundete Ecken 6">
              <a:extLst>
                <a:ext uri="{FF2B5EF4-FFF2-40B4-BE49-F238E27FC236}">
                  <a16:creationId xmlns:a16="http://schemas.microsoft.com/office/drawing/2014/main" id="{D624B314-599B-7A4C-E2E1-7E60F3B27555}"/>
                </a:ext>
              </a:extLst>
            </p:cNvPr>
            <p:cNvSpPr/>
            <p:nvPr userDrawn="1"/>
          </p:nvSpPr>
          <p:spPr>
            <a:xfrm>
              <a:off x="2324384" y="5477463"/>
              <a:ext cx="380318" cy="38031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9" name="Rechteck: abgerundete Ecken 8">
              <a:extLst>
                <a:ext uri="{FF2B5EF4-FFF2-40B4-BE49-F238E27FC236}">
                  <a16:creationId xmlns:a16="http://schemas.microsoft.com/office/drawing/2014/main" id="{738A85B0-B456-50FB-85C3-D324E6FC61E8}"/>
                </a:ext>
              </a:extLst>
            </p:cNvPr>
            <p:cNvSpPr/>
            <p:nvPr userDrawn="1"/>
          </p:nvSpPr>
          <p:spPr>
            <a:xfrm>
              <a:off x="1465276" y="5546286"/>
              <a:ext cx="242667" cy="242667"/>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abgerundete Ecken 9">
              <a:extLst>
                <a:ext uri="{FF2B5EF4-FFF2-40B4-BE49-F238E27FC236}">
                  <a16:creationId xmlns:a16="http://schemas.microsoft.com/office/drawing/2014/main" id="{8E9AB361-A22A-26EE-B780-083439171B74}"/>
                </a:ext>
              </a:extLst>
            </p:cNvPr>
            <p:cNvSpPr/>
            <p:nvPr userDrawn="1"/>
          </p:nvSpPr>
          <p:spPr>
            <a:xfrm>
              <a:off x="1739008" y="5546286"/>
              <a:ext cx="242667" cy="242667"/>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abgerundete Ecken 10">
              <a:extLst>
                <a:ext uri="{FF2B5EF4-FFF2-40B4-BE49-F238E27FC236}">
                  <a16:creationId xmlns:a16="http://schemas.microsoft.com/office/drawing/2014/main" id="{C5C4C47F-3EC0-EC42-A2D1-939F3A3F3D7C}"/>
                </a:ext>
              </a:extLst>
            </p:cNvPr>
            <p:cNvSpPr/>
            <p:nvPr userDrawn="1"/>
          </p:nvSpPr>
          <p:spPr>
            <a:xfrm>
              <a:off x="2012740" y="5546286"/>
              <a:ext cx="242667" cy="242667"/>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abgerundete Ecken 11">
              <a:extLst>
                <a:ext uri="{FF2B5EF4-FFF2-40B4-BE49-F238E27FC236}">
                  <a16:creationId xmlns:a16="http://schemas.microsoft.com/office/drawing/2014/main" id="{9AE1233C-0D44-C690-4AFD-8F346B511B42}"/>
                </a:ext>
              </a:extLst>
            </p:cNvPr>
            <p:cNvSpPr/>
            <p:nvPr userDrawn="1"/>
          </p:nvSpPr>
          <p:spPr>
            <a:xfrm>
              <a:off x="2773679" y="5546286"/>
              <a:ext cx="242667" cy="242667"/>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Rechteck: abgerundete Ecken 12">
              <a:extLst>
                <a:ext uri="{FF2B5EF4-FFF2-40B4-BE49-F238E27FC236}">
                  <a16:creationId xmlns:a16="http://schemas.microsoft.com/office/drawing/2014/main" id="{A88CB48A-5023-E6E1-6B88-57F6EF37B3D1}"/>
                </a:ext>
              </a:extLst>
            </p:cNvPr>
            <p:cNvSpPr/>
            <p:nvPr userDrawn="1"/>
          </p:nvSpPr>
          <p:spPr>
            <a:xfrm>
              <a:off x="3048649" y="5546286"/>
              <a:ext cx="242667" cy="242667"/>
            </a:xfrm>
            <a:prstGeom prst="round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15" name="Gruppieren 14">
            <a:extLst>
              <a:ext uri="{FF2B5EF4-FFF2-40B4-BE49-F238E27FC236}">
                <a16:creationId xmlns:a16="http://schemas.microsoft.com/office/drawing/2014/main" id="{CEF75561-D67C-4542-5079-485C4FBF76F3}"/>
              </a:ext>
            </a:extLst>
          </p:cNvPr>
          <p:cNvGrpSpPr/>
          <p:nvPr userDrawn="1"/>
        </p:nvGrpSpPr>
        <p:grpSpPr>
          <a:xfrm rot="16200000">
            <a:off x="971317" y="3008013"/>
            <a:ext cx="3265576" cy="680130"/>
            <a:chOff x="1465276" y="5477463"/>
            <a:chExt cx="1826040" cy="380314"/>
          </a:xfrm>
        </p:grpSpPr>
        <p:sp>
          <p:nvSpPr>
            <p:cNvPr id="18" name="Rechteck: abgerundete Ecken 17">
              <a:extLst>
                <a:ext uri="{FF2B5EF4-FFF2-40B4-BE49-F238E27FC236}">
                  <a16:creationId xmlns:a16="http://schemas.microsoft.com/office/drawing/2014/main" id="{E4660E48-C31D-21A6-52C6-023F8990A585}"/>
                </a:ext>
              </a:extLst>
            </p:cNvPr>
            <p:cNvSpPr/>
            <p:nvPr userDrawn="1"/>
          </p:nvSpPr>
          <p:spPr>
            <a:xfrm>
              <a:off x="2324384" y="5477463"/>
              <a:ext cx="380318" cy="380314"/>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9" name="Rechteck: abgerundete Ecken 18">
              <a:extLst>
                <a:ext uri="{FF2B5EF4-FFF2-40B4-BE49-F238E27FC236}">
                  <a16:creationId xmlns:a16="http://schemas.microsoft.com/office/drawing/2014/main" id="{775CD950-7960-20CA-99CA-002B26461314}"/>
                </a:ext>
              </a:extLst>
            </p:cNvPr>
            <p:cNvSpPr/>
            <p:nvPr userDrawn="1"/>
          </p:nvSpPr>
          <p:spPr>
            <a:xfrm>
              <a:off x="1465276" y="5546286"/>
              <a:ext cx="242667" cy="242667"/>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0" name="Rechteck: abgerundete Ecken 19">
              <a:extLst>
                <a:ext uri="{FF2B5EF4-FFF2-40B4-BE49-F238E27FC236}">
                  <a16:creationId xmlns:a16="http://schemas.microsoft.com/office/drawing/2014/main" id="{F176C352-F51F-D90B-C94F-DF2C66449D98}"/>
                </a:ext>
              </a:extLst>
            </p:cNvPr>
            <p:cNvSpPr/>
            <p:nvPr userDrawn="1"/>
          </p:nvSpPr>
          <p:spPr>
            <a:xfrm>
              <a:off x="1739008" y="5546286"/>
              <a:ext cx="242667" cy="242667"/>
            </a:xfrm>
            <a:prstGeom prst="round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7" name="Rechteck: abgerundete Ecken 26">
              <a:extLst>
                <a:ext uri="{FF2B5EF4-FFF2-40B4-BE49-F238E27FC236}">
                  <a16:creationId xmlns:a16="http://schemas.microsoft.com/office/drawing/2014/main" id="{2EF8F68D-5F5C-4C9D-F5FC-BB0E53BA71BA}"/>
                </a:ext>
              </a:extLst>
            </p:cNvPr>
            <p:cNvSpPr/>
            <p:nvPr userDrawn="1"/>
          </p:nvSpPr>
          <p:spPr>
            <a:xfrm>
              <a:off x="2012740" y="5546286"/>
              <a:ext cx="242667" cy="242667"/>
            </a:xfrm>
            <a:prstGeom prst="round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8" name="Rechteck: abgerundete Ecken 27">
              <a:extLst>
                <a:ext uri="{FF2B5EF4-FFF2-40B4-BE49-F238E27FC236}">
                  <a16:creationId xmlns:a16="http://schemas.microsoft.com/office/drawing/2014/main" id="{DBF0C9FA-41D4-F227-635A-BAAEF8A93521}"/>
                </a:ext>
              </a:extLst>
            </p:cNvPr>
            <p:cNvSpPr/>
            <p:nvPr userDrawn="1"/>
          </p:nvSpPr>
          <p:spPr>
            <a:xfrm>
              <a:off x="2773679" y="5546286"/>
              <a:ext cx="242667" cy="242667"/>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9" name="Rechteck: abgerundete Ecken 28">
              <a:extLst>
                <a:ext uri="{FF2B5EF4-FFF2-40B4-BE49-F238E27FC236}">
                  <a16:creationId xmlns:a16="http://schemas.microsoft.com/office/drawing/2014/main" id="{1D755076-899F-8D2F-8F39-BF606602B87B}"/>
                </a:ext>
              </a:extLst>
            </p:cNvPr>
            <p:cNvSpPr/>
            <p:nvPr userDrawn="1"/>
          </p:nvSpPr>
          <p:spPr>
            <a:xfrm>
              <a:off x="3048649" y="5546286"/>
              <a:ext cx="242667" cy="242667"/>
            </a:xfrm>
            <a:prstGeom prst="round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grpSp>
      <p:grpSp>
        <p:nvGrpSpPr>
          <p:cNvPr id="30" name="Gruppieren 29">
            <a:extLst>
              <a:ext uri="{FF2B5EF4-FFF2-40B4-BE49-F238E27FC236}">
                <a16:creationId xmlns:a16="http://schemas.microsoft.com/office/drawing/2014/main" id="{2B4D5008-7D7C-5786-32C8-BB2B9B435A75}"/>
              </a:ext>
            </a:extLst>
          </p:cNvPr>
          <p:cNvGrpSpPr/>
          <p:nvPr userDrawn="1"/>
        </p:nvGrpSpPr>
        <p:grpSpPr>
          <a:xfrm rot="16200000">
            <a:off x="3174671" y="3008013"/>
            <a:ext cx="3265576" cy="680130"/>
            <a:chOff x="1465276" y="5477463"/>
            <a:chExt cx="1826040" cy="380314"/>
          </a:xfrm>
        </p:grpSpPr>
        <p:sp>
          <p:nvSpPr>
            <p:cNvPr id="31" name="Rechteck: abgerundete Ecken 30">
              <a:extLst>
                <a:ext uri="{FF2B5EF4-FFF2-40B4-BE49-F238E27FC236}">
                  <a16:creationId xmlns:a16="http://schemas.microsoft.com/office/drawing/2014/main" id="{30722120-7AD4-C5E1-7A53-948B83A0B12E}"/>
                </a:ext>
              </a:extLst>
            </p:cNvPr>
            <p:cNvSpPr/>
            <p:nvPr userDrawn="1"/>
          </p:nvSpPr>
          <p:spPr>
            <a:xfrm>
              <a:off x="2324384" y="5477463"/>
              <a:ext cx="380318" cy="380314"/>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2" name="Rechteck: abgerundete Ecken 31">
              <a:extLst>
                <a:ext uri="{FF2B5EF4-FFF2-40B4-BE49-F238E27FC236}">
                  <a16:creationId xmlns:a16="http://schemas.microsoft.com/office/drawing/2014/main" id="{E3739542-9C30-BD92-AEFB-8140B0B2D40C}"/>
                </a:ext>
              </a:extLst>
            </p:cNvPr>
            <p:cNvSpPr/>
            <p:nvPr userDrawn="1"/>
          </p:nvSpPr>
          <p:spPr>
            <a:xfrm>
              <a:off x="1465276" y="5546286"/>
              <a:ext cx="242667" cy="242667"/>
            </a:xfrm>
            <a:prstGeom prst="round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3" name="Rechteck: abgerundete Ecken 32">
              <a:extLst>
                <a:ext uri="{FF2B5EF4-FFF2-40B4-BE49-F238E27FC236}">
                  <a16:creationId xmlns:a16="http://schemas.microsoft.com/office/drawing/2014/main" id="{6F1CD248-5011-15C8-09C3-1AB1CEE7CA2C}"/>
                </a:ext>
              </a:extLst>
            </p:cNvPr>
            <p:cNvSpPr/>
            <p:nvPr userDrawn="1"/>
          </p:nvSpPr>
          <p:spPr>
            <a:xfrm>
              <a:off x="1739008" y="5546286"/>
              <a:ext cx="242667" cy="242667"/>
            </a:xfrm>
            <a:prstGeom prst="round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Rechteck: abgerundete Ecken 33">
              <a:extLst>
                <a:ext uri="{FF2B5EF4-FFF2-40B4-BE49-F238E27FC236}">
                  <a16:creationId xmlns:a16="http://schemas.microsoft.com/office/drawing/2014/main" id="{2D774794-50CF-BCC4-EFA9-F7CEE56C492B}"/>
                </a:ext>
              </a:extLst>
            </p:cNvPr>
            <p:cNvSpPr/>
            <p:nvPr userDrawn="1"/>
          </p:nvSpPr>
          <p:spPr>
            <a:xfrm>
              <a:off x="2012740" y="5546286"/>
              <a:ext cx="242667" cy="242667"/>
            </a:xfrm>
            <a:prstGeom prst="round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 name="Rechteck: abgerundete Ecken 35">
              <a:extLst>
                <a:ext uri="{FF2B5EF4-FFF2-40B4-BE49-F238E27FC236}">
                  <a16:creationId xmlns:a16="http://schemas.microsoft.com/office/drawing/2014/main" id="{84DA42E6-97AB-7F6B-431B-15A37FCD6AFC}"/>
                </a:ext>
              </a:extLst>
            </p:cNvPr>
            <p:cNvSpPr/>
            <p:nvPr userDrawn="1"/>
          </p:nvSpPr>
          <p:spPr>
            <a:xfrm>
              <a:off x="2773679" y="5546286"/>
              <a:ext cx="242667" cy="242667"/>
            </a:xfrm>
            <a:prstGeom prst="round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Rechteck: abgerundete Ecken 36">
              <a:extLst>
                <a:ext uri="{FF2B5EF4-FFF2-40B4-BE49-F238E27FC236}">
                  <a16:creationId xmlns:a16="http://schemas.microsoft.com/office/drawing/2014/main" id="{15BF0E3A-DF67-5119-0422-6DC4E31DED01}"/>
                </a:ext>
              </a:extLst>
            </p:cNvPr>
            <p:cNvSpPr/>
            <p:nvPr userDrawn="1"/>
          </p:nvSpPr>
          <p:spPr>
            <a:xfrm>
              <a:off x="3048649" y="5546286"/>
              <a:ext cx="242667" cy="242667"/>
            </a:xfrm>
            <a:prstGeom prst="roundRect">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grpSp>
      <p:grpSp>
        <p:nvGrpSpPr>
          <p:cNvPr id="38" name="Gruppieren 37">
            <a:extLst>
              <a:ext uri="{FF2B5EF4-FFF2-40B4-BE49-F238E27FC236}">
                <a16:creationId xmlns:a16="http://schemas.microsoft.com/office/drawing/2014/main" id="{ED58E894-D2DA-A357-5C38-B9505C6DF13B}"/>
              </a:ext>
            </a:extLst>
          </p:cNvPr>
          <p:cNvGrpSpPr/>
          <p:nvPr userDrawn="1"/>
        </p:nvGrpSpPr>
        <p:grpSpPr>
          <a:xfrm rot="16200000">
            <a:off x="1818451" y="3008011"/>
            <a:ext cx="3265576" cy="680130"/>
            <a:chOff x="1465276" y="5477463"/>
            <a:chExt cx="1826040" cy="380314"/>
          </a:xfrm>
        </p:grpSpPr>
        <p:sp>
          <p:nvSpPr>
            <p:cNvPr id="39" name="Rechteck: abgerundete Ecken 38">
              <a:extLst>
                <a:ext uri="{FF2B5EF4-FFF2-40B4-BE49-F238E27FC236}">
                  <a16:creationId xmlns:a16="http://schemas.microsoft.com/office/drawing/2014/main" id="{0D645AFD-3E20-BB8F-D1F6-CCD1F59B86E6}"/>
                </a:ext>
              </a:extLst>
            </p:cNvPr>
            <p:cNvSpPr/>
            <p:nvPr userDrawn="1"/>
          </p:nvSpPr>
          <p:spPr>
            <a:xfrm>
              <a:off x="2324384" y="5477463"/>
              <a:ext cx="380318" cy="380314"/>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Rechteck: abgerundete Ecken 39">
              <a:extLst>
                <a:ext uri="{FF2B5EF4-FFF2-40B4-BE49-F238E27FC236}">
                  <a16:creationId xmlns:a16="http://schemas.microsoft.com/office/drawing/2014/main" id="{B094F751-4B5B-B7FB-80CA-96450BA1B71A}"/>
                </a:ext>
              </a:extLst>
            </p:cNvPr>
            <p:cNvSpPr/>
            <p:nvPr userDrawn="1"/>
          </p:nvSpPr>
          <p:spPr>
            <a:xfrm>
              <a:off x="1465276" y="5546286"/>
              <a:ext cx="242667" cy="242667"/>
            </a:xfrm>
            <a:prstGeom prst="round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Rechteck: abgerundete Ecken 40">
              <a:extLst>
                <a:ext uri="{FF2B5EF4-FFF2-40B4-BE49-F238E27FC236}">
                  <a16:creationId xmlns:a16="http://schemas.microsoft.com/office/drawing/2014/main" id="{D94A0E8C-95A1-EB2C-B9E4-9B6367E71202}"/>
                </a:ext>
              </a:extLst>
            </p:cNvPr>
            <p:cNvSpPr/>
            <p:nvPr userDrawn="1"/>
          </p:nvSpPr>
          <p:spPr>
            <a:xfrm>
              <a:off x="1739008" y="5546286"/>
              <a:ext cx="242667" cy="242667"/>
            </a:xfrm>
            <a:prstGeom prst="round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2" name="Rechteck: abgerundete Ecken 41">
              <a:extLst>
                <a:ext uri="{FF2B5EF4-FFF2-40B4-BE49-F238E27FC236}">
                  <a16:creationId xmlns:a16="http://schemas.microsoft.com/office/drawing/2014/main" id="{C7EE83AB-3D5A-160B-B722-88027DEA8690}"/>
                </a:ext>
              </a:extLst>
            </p:cNvPr>
            <p:cNvSpPr/>
            <p:nvPr userDrawn="1"/>
          </p:nvSpPr>
          <p:spPr>
            <a:xfrm>
              <a:off x="2012740" y="5546286"/>
              <a:ext cx="242667" cy="242667"/>
            </a:xfrm>
            <a:prstGeom prst="round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3" name="Rechteck: abgerundete Ecken 42">
              <a:extLst>
                <a:ext uri="{FF2B5EF4-FFF2-40B4-BE49-F238E27FC236}">
                  <a16:creationId xmlns:a16="http://schemas.microsoft.com/office/drawing/2014/main" id="{0E78762F-4E93-60BF-76F8-297AB014FBB3}"/>
                </a:ext>
              </a:extLst>
            </p:cNvPr>
            <p:cNvSpPr/>
            <p:nvPr userDrawn="1"/>
          </p:nvSpPr>
          <p:spPr>
            <a:xfrm>
              <a:off x="2773679" y="5546286"/>
              <a:ext cx="242667" cy="242667"/>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4" name="Rechteck: abgerundete Ecken 43">
              <a:extLst>
                <a:ext uri="{FF2B5EF4-FFF2-40B4-BE49-F238E27FC236}">
                  <a16:creationId xmlns:a16="http://schemas.microsoft.com/office/drawing/2014/main" id="{164D3808-88CB-67EA-7583-F2B36D9D5D35}"/>
                </a:ext>
              </a:extLst>
            </p:cNvPr>
            <p:cNvSpPr/>
            <p:nvPr userDrawn="1"/>
          </p:nvSpPr>
          <p:spPr>
            <a:xfrm>
              <a:off x="3048649" y="5546286"/>
              <a:ext cx="242667" cy="242667"/>
            </a:xfrm>
            <a:prstGeom prst="round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grpSp>
      <p:grpSp>
        <p:nvGrpSpPr>
          <p:cNvPr id="45" name="Gruppieren 44">
            <a:extLst>
              <a:ext uri="{FF2B5EF4-FFF2-40B4-BE49-F238E27FC236}">
                <a16:creationId xmlns:a16="http://schemas.microsoft.com/office/drawing/2014/main" id="{F22CEE9D-2A55-7AE5-4E6F-298395C5716D}"/>
              </a:ext>
            </a:extLst>
          </p:cNvPr>
          <p:cNvGrpSpPr/>
          <p:nvPr userDrawn="1"/>
        </p:nvGrpSpPr>
        <p:grpSpPr>
          <a:xfrm rot="16200000">
            <a:off x="4021805" y="3008011"/>
            <a:ext cx="3265576" cy="680130"/>
            <a:chOff x="1465276" y="5477463"/>
            <a:chExt cx="1826040" cy="380314"/>
          </a:xfrm>
        </p:grpSpPr>
        <p:sp>
          <p:nvSpPr>
            <p:cNvPr id="46" name="Rechteck: abgerundete Ecken 45">
              <a:extLst>
                <a:ext uri="{FF2B5EF4-FFF2-40B4-BE49-F238E27FC236}">
                  <a16:creationId xmlns:a16="http://schemas.microsoft.com/office/drawing/2014/main" id="{1ADF1250-D52E-3BBA-304C-5222B484EA2D}"/>
                </a:ext>
              </a:extLst>
            </p:cNvPr>
            <p:cNvSpPr/>
            <p:nvPr userDrawn="1"/>
          </p:nvSpPr>
          <p:spPr>
            <a:xfrm>
              <a:off x="2324384" y="5477463"/>
              <a:ext cx="380318" cy="380314"/>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7" name="Rechteck: abgerundete Ecken 46">
              <a:extLst>
                <a:ext uri="{FF2B5EF4-FFF2-40B4-BE49-F238E27FC236}">
                  <a16:creationId xmlns:a16="http://schemas.microsoft.com/office/drawing/2014/main" id="{2429FF07-2268-ECAA-1307-071C1EB958B3}"/>
                </a:ext>
              </a:extLst>
            </p:cNvPr>
            <p:cNvSpPr/>
            <p:nvPr userDrawn="1"/>
          </p:nvSpPr>
          <p:spPr>
            <a:xfrm>
              <a:off x="1465276" y="5546286"/>
              <a:ext cx="242667" cy="242667"/>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8" name="Rechteck: abgerundete Ecken 47">
              <a:extLst>
                <a:ext uri="{FF2B5EF4-FFF2-40B4-BE49-F238E27FC236}">
                  <a16:creationId xmlns:a16="http://schemas.microsoft.com/office/drawing/2014/main" id="{29750A80-9DA4-266F-F776-CC742A856A75}"/>
                </a:ext>
              </a:extLst>
            </p:cNvPr>
            <p:cNvSpPr/>
            <p:nvPr userDrawn="1"/>
          </p:nvSpPr>
          <p:spPr>
            <a:xfrm>
              <a:off x="1739008" y="5546286"/>
              <a:ext cx="242667" cy="242667"/>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9" name="Rechteck: abgerundete Ecken 48">
              <a:extLst>
                <a:ext uri="{FF2B5EF4-FFF2-40B4-BE49-F238E27FC236}">
                  <a16:creationId xmlns:a16="http://schemas.microsoft.com/office/drawing/2014/main" id="{85F1EA58-F225-8E62-D56F-90A8ABE1B0FF}"/>
                </a:ext>
              </a:extLst>
            </p:cNvPr>
            <p:cNvSpPr/>
            <p:nvPr userDrawn="1"/>
          </p:nvSpPr>
          <p:spPr>
            <a:xfrm>
              <a:off x="2012740" y="5546286"/>
              <a:ext cx="242667" cy="242667"/>
            </a:xfrm>
            <a:prstGeom prst="round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0" name="Rechteck: abgerundete Ecken 49">
              <a:extLst>
                <a:ext uri="{FF2B5EF4-FFF2-40B4-BE49-F238E27FC236}">
                  <a16:creationId xmlns:a16="http://schemas.microsoft.com/office/drawing/2014/main" id="{C8FC3569-5F40-0146-B89D-1EF265D220FD}"/>
                </a:ext>
              </a:extLst>
            </p:cNvPr>
            <p:cNvSpPr/>
            <p:nvPr userDrawn="1"/>
          </p:nvSpPr>
          <p:spPr>
            <a:xfrm>
              <a:off x="2773679" y="5546286"/>
              <a:ext cx="242667" cy="242667"/>
            </a:xfrm>
            <a:prstGeom prst="round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 name="Rechteck: abgerundete Ecken 50">
              <a:extLst>
                <a:ext uri="{FF2B5EF4-FFF2-40B4-BE49-F238E27FC236}">
                  <a16:creationId xmlns:a16="http://schemas.microsoft.com/office/drawing/2014/main" id="{13BACF10-BF44-AEDC-B368-A37957479AC9}"/>
                </a:ext>
              </a:extLst>
            </p:cNvPr>
            <p:cNvSpPr/>
            <p:nvPr userDrawn="1"/>
          </p:nvSpPr>
          <p:spPr>
            <a:xfrm>
              <a:off x="3048649" y="5546286"/>
              <a:ext cx="242667" cy="242667"/>
            </a:xfrm>
            <a:prstGeom prst="round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52" name="Gruppieren 51">
            <a:extLst>
              <a:ext uri="{FF2B5EF4-FFF2-40B4-BE49-F238E27FC236}">
                <a16:creationId xmlns:a16="http://schemas.microsoft.com/office/drawing/2014/main" id="{834D9B2B-3E90-AAE7-D7EE-F59054382CB0}"/>
              </a:ext>
            </a:extLst>
          </p:cNvPr>
          <p:cNvGrpSpPr/>
          <p:nvPr userDrawn="1"/>
        </p:nvGrpSpPr>
        <p:grpSpPr>
          <a:xfrm rot="16200000">
            <a:off x="4868939" y="3008013"/>
            <a:ext cx="3265576" cy="680130"/>
            <a:chOff x="1465276" y="5477463"/>
            <a:chExt cx="1826040" cy="380314"/>
          </a:xfrm>
        </p:grpSpPr>
        <p:sp>
          <p:nvSpPr>
            <p:cNvPr id="53" name="Rechteck: abgerundete Ecken 52">
              <a:extLst>
                <a:ext uri="{FF2B5EF4-FFF2-40B4-BE49-F238E27FC236}">
                  <a16:creationId xmlns:a16="http://schemas.microsoft.com/office/drawing/2014/main" id="{6443BBA7-7033-947E-8FB1-3F7016238E92}"/>
                </a:ext>
              </a:extLst>
            </p:cNvPr>
            <p:cNvSpPr/>
            <p:nvPr userDrawn="1"/>
          </p:nvSpPr>
          <p:spPr>
            <a:xfrm>
              <a:off x="2324384" y="5477463"/>
              <a:ext cx="380318" cy="380314"/>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4" name="Rechteck: abgerundete Ecken 53">
              <a:extLst>
                <a:ext uri="{FF2B5EF4-FFF2-40B4-BE49-F238E27FC236}">
                  <a16:creationId xmlns:a16="http://schemas.microsoft.com/office/drawing/2014/main" id="{0C538DEE-059D-CA92-8799-9059EC6EEC48}"/>
                </a:ext>
              </a:extLst>
            </p:cNvPr>
            <p:cNvSpPr/>
            <p:nvPr userDrawn="1"/>
          </p:nvSpPr>
          <p:spPr>
            <a:xfrm>
              <a:off x="1465276" y="5546286"/>
              <a:ext cx="242667" cy="242667"/>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Rechteck: abgerundete Ecken 54">
              <a:extLst>
                <a:ext uri="{FF2B5EF4-FFF2-40B4-BE49-F238E27FC236}">
                  <a16:creationId xmlns:a16="http://schemas.microsoft.com/office/drawing/2014/main" id="{47F18E0A-011B-78FE-1E48-0C822F1BFA04}"/>
                </a:ext>
              </a:extLst>
            </p:cNvPr>
            <p:cNvSpPr/>
            <p:nvPr userDrawn="1"/>
          </p:nvSpPr>
          <p:spPr>
            <a:xfrm>
              <a:off x="1739008" y="5546286"/>
              <a:ext cx="242667" cy="242667"/>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6" name="Rechteck: abgerundete Ecken 55">
              <a:extLst>
                <a:ext uri="{FF2B5EF4-FFF2-40B4-BE49-F238E27FC236}">
                  <a16:creationId xmlns:a16="http://schemas.microsoft.com/office/drawing/2014/main" id="{2F58EA06-53BA-F0D8-32BC-6B3B813B075A}"/>
                </a:ext>
              </a:extLst>
            </p:cNvPr>
            <p:cNvSpPr/>
            <p:nvPr userDrawn="1"/>
          </p:nvSpPr>
          <p:spPr>
            <a:xfrm>
              <a:off x="2012740" y="5546286"/>
              <a:ext cx="242667" cy="242667"/>
            </a:xfrm>
            <a:prstGeom prst="round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7" name="Rechteck: abgerundete Ecken 56">
              <a:extLst>
                <a:ext uri="{FF2B5EF4-FFF2-40B4-BE49-F238E27FC236}">
                  <a16:creationId xmlns:a16="http://schemas.microsoft.com/office/drawing/2014/main" id="{AADB1575-E309-6C54-6E58-5AE4E36A77FA}"/>
                </a:ext>
              </a:extLst>
            </p:cNvPr>
            <p:cNvSpPr/>
            <p:nvPr userDrawn="1"/>
          </p:nvSpPr>
          <p:spPr>
            <a:xfrm>
              <a:off x="2773679" y="5546286"/>
              <a:ext cx="242667" cy="242667"/>
            </a:xfrm>
            <a:prstGeom prst="round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8" name="Rechteck: abgerundete Ecken 57">
              <a:extLst>
                <a:ext uri="{FF2B5EF4-FFF2-40B4-BE49-F238E27FC236}">
                  <a16:creationId xmlns:a16="http://schemas.microsoft.com/office/drawing/2014/main" id="{F171D793-E3FF-4733-210B-AB943B44A30E}"/>
                </a:ext>
              </a:extLst>
            </p:cNvPr>
            <p:cNvSpPr/>
            <p:nvPr userDrawn="1"/>
          </p:nvSpPr>
          <p:spPr>
            <a:xfrm>
              <a:off x="3048649" y="5546286"/>
              <a:ext cx="242667" cy="242667"/>
            </a:xfrm>
            <a:prstGeom prst="round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59" name="Gruppieren 58">
            <a:extLst>
              <a:ext uri="{FF2B5EF4-FFF2-40B4-BE49-F238E27FC236}">
                <a16:creationId xmlns:a16="http://schemas.microsoft.com/office/drawing/2014/main" id="{1687F9C1-6ED4-F852-E5A4-FBE04346037C}"/>
              </a:ext>
            </a:extLst>
          </p:cNvPr>
          <p:cNvGrpSpPr/>
          <p:nvPr userDrawn="1"/>
        </p:nvGrpSpPr>
        <p:grpSpPr>
          <a:xfrm rot="16200000">
            <a:off x="5716072" y="3008013"/>
            <a:ext cx="3265576" cy="680130"/>
            <a:chOff x="1465276" y="5477463"/>
            <a:chExt cx="1826040" cy="380314"/>
          </a:xfrm>
        </p:grpSpPr>
        <p:sp>
          <p:nvSpPr>
            <p:cNvPr id="60" name="Rechteck: abgerundete Ecken 59">
              <a:extLst>
                <a:ext uri="{FF2B5EF4-FFF2-40B4-BE49-F238E27FC236}">
                  <a16:creationId xmlns:a16="http://schemas.microsoft.com/office/drawing/2014/main" id="{5D0D9D6B-A832-AC66-A9CB-035F3727A3CE}"/>
                </a:ext>
              </a:extLst>
            </p:cNvPr>
            <p:cNvSpPr/>
            <p:nvPr userDrawn="1"/>
          </p:nvSpPr>
          <p:spPr>
            <a:xfrm>
              <a:off x="2324384" y="5477463"/>
              <a:ext cx="380318" cy="380314"/>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1" name="Rechteck: abgerundete Ecken 60">
              <a:extLst>
                <a:ext uri="{FF2B5EF4-FFF2-40B4-BE49-F238E27FC236}">
                  <a16:creationId xmlns:a16="http://schemas.microsoft.com/office/drawing/2014/main" id="{43E0BBB0-3255-B8AF-1BF1-86CDCF431DAE}"/>
                </a:ext>
              </a:extLst>
            </p:cNvPr>
            <p:cNvSpPr/>
            <p:nvPr userDrawn="1"/>
          </p:nvSpPr>
          <p:spPr>
            <a:xfrm>
              <a:off x="1465276" y="5546286"/>
              <a:ext cx="242667" cy="242667"/>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2" name="Rechteck: abgerundete Ecken 61">
              <a:extLst>
                <a:ext uri="{FF2B5EF4-FFF2-40B4-BE49-F238E27FC236}">
                  <a16:creationId xmlns:a16="http://schemas.microsoft.com/office/drawing/2014/main" id="{DDEE90FC-EF4F-9A82-4CFC-6E9691F537B7}"/>
                </a:ext>
              </a:extLst>
            </p:cNvPr>
            <p:cNvSpPr/>
            <p:nvPr userDrawn="1"/>
          </p:nvSpPr>
          <p:spPr>
            <a:xfrm>
              <a:off x="1739008" y="5546286"/>
              <a:ext cx="242667" cy="242667"/>
            </a:xfrm>
            <a:prstGeom prst="round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3" name="Rechteck: abgerundete Ecken 62">
              <a:extLst>
                <a:ext uri="{FF2B5EF4-FFF2-40B4-BE49-F238E27FC236}">
                  <a16:creationId xmlns:a16="http://schemas.microsoft.com/office/drawing/2014/main" id="{48277903-E325-3C19-3E4E-21C2F728FED3}"/>
                </a:ext>
              </a:extLst>
            </p:cNvPr>
            <p:cNvSpPr/>
            <p:nvPr userDrawn="1"/>
          </p:nvSpPr>
          <p:spPr>
            <a:xfrm>
              <a:off x="2012740" y="5546286"/>
              <a:ext cx="242667" cy="242667"/>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4" name="Rechteck: abgerundete Ecken 63">
              <a:extLst>
                <a:ext uri="{FF2B5EF4-FFF2-40B4-BE49-F238E27FC236}">
                  <a16:creationId xmlns:a16="http://schemas.microsoft.com/office/drawing/2014/main" id="{8B79A4F7-4F72-CCEF-AB25-CB09A149B38B}"/>
                </a:ext>
              </a:extLst>
            </p:cNvPr>
            <p:cNvSpPr/>
            <p:nvPr userDrawn="1"/>
          </p:nvSpPr>
          <p:spPr>
            <a:xfrm>
              <a:off x="2773679" y="5546286"/>
              <a:ext cx="242667" cy="242667"/>
            </a:xfrm>
            <a:prstGeom prst="round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5" name="Rechteck: abgerundete Ecken 64">
              <a:extLst>
                <a:ext uri="{FF2B5EF4-FFF2-40B4-BE49-F238E27FC236}">
                  <a16:creationId xmlns:a16="http://schemas.microsoft.com/office/drawing/2014/main" id="{069137F5-BE4A-FC21-9163-7C1E2917D3E1}"/>
                </a:ext>
              </a:extLst>
            </p:cNvPr>
            <p:cNvSpPr/>
            <p:nvPr userDrawn="1"/>
          </p:nvSpPr>
          <p:spPr>
            <a:xfrm>
              <a:off x="3048649" y="5546286"/>
              <a:ext cx="242667" cy="242667"/>
            </a:xfrm>
            <a:prstGeom prst="round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cxnSp>
        <p:nvCxnSpPr>
          <p:cNvPr id="68" name="Gerader Verbinder 67">
            <a:extLst>
              <a:ext uri="{FF2B5EF4-FFF2-40B4-BE49-F238E27FC236}">
                <a16:creationId xmlns:a16="http://schemas.microsoft.com/office/drawing/2014/main" id="{80282675-4DB2-F484-583D-1CBE881D5D6B}"/>
              </a:ext>
            </a:extLst>
          </p:cNvPr>
          <p:cNvCxnSpPr>
            <a:cxnSpLocks/>
          </p:cNvCxnSpPr>
          <p:nvPr userDrawn="1"/>
        </p:nvCxnSpPr>
        <p:spPr>
          <a:xfrm>
            <a:off x="4129349" y="1725795"/>
            <a:ext cx="0" cy="3255069"/>
          </a:xfrm>
          <a:prstGeom prst="line">
            <a:avLst/>
          </a:prstGeom>
        </p:spPr>
        <p:style>
          <a:lnRef idx="2">
            <a:schemeClr val="accent1"/>
          </a:lnRef>
          <a:fillRef idx="0">
            <a:schemeClr val="accent1"/>
          </a:fillRef>
          <a:effectRef idx="1">
            <a:schemeClr val="accent1"/>
          </a:effectRef>
          <a:fontRef idx="minor">
            <a:schemeClr val="tx1"/>
          </a:fontRef>
        </p:style>
      </p:cxnSp>
      <p:sp>
        <p:nvSpPr>
          <p:cNvPr id="69" name="Titelplatzhalter 1">
            <a:extLst>
              <a:ext uri="{FF2B5EF4-FFF2-40B4-BE49-F238E27FC236}">
                <a16:creationId xmlns:a16="http://schemas.microsoft.com/office/drawing/2014/main" id="{8D7A5F10-02E6-4D85-B5B1-C53C08D1C628}"/>
              </a:ext>
            </a:extLst>
          </p:cNvPr>
          <p:cNvSpPr txBox="1">
            <a:spLocks/>
          </p:cNvSpPr>
          <p:nvPr userDrawn="1"/>
        </p:nvSpPr>
        <p:spPr>
          <a:xfrm>
            <a:off x="7850382" y="1725795"/>
            <a:ext cx="1156019" cy="3739921"/>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sz="1200" dirty="0">
                <a:latin typeface="+mn-lt"/>
              </a:rPr>
              <a:t>Dunkler 50%</a:t>
            </a:r>
          </a:p>
          <a:p>
            <a:endParaRPr lang="de-DE" sz="1200" dirty="0">
              <a:latin typeface="+mn-lt"/>
            </a:endParaRPr>
          </a:p>
          <a:p>
            <a:endParaRPr lang="de-DE" sz="1200" dirty="0">
              <a:latin typeface="+mn-lt"/>
            </a:endParaRPr>
          </a:p>
          <a:p>
            <a:r>
              <a:rPr lang="de-DE" sz="1200" dirty="0">
                <a:latin typeface="+mn-lt"/>
              </a:rPr>
              <a:t>Dunkler 25%</a:t>
            </a:r>
          </a:p>
          <a:p>
            <a:endParaRPr lang="de-DE" sz="1200" dirty="0">
              <a:latin typeface="+mn-lt"/>
            </a:endParaRPr>
          </a:p>
          <a:p>
            <a:endParaRPr lang="de-DE" sz="1200" dirty="0">
              <a:latin typeface="+mn-lt"/>
            </a:endParaRPr>
          </a:p>
          <a:p>
            <a:endParaRPr lang="de-DE" sz="1200" dirty="0">
              <a:latin typeface="+mn-lt"/>
            </a:endParaRPr>
          </a:p>
          <a:p>
            <a:r>
              <a:rPr lang="de-DE" sz="1200" dirty="0">
                <a:latin typeface="+mn-lt"/>
              </a:rPr>
              <a:t>Basis</a:t>
            </a:r>
          </a:p>
          <a:p>
            <a:endParaRPr lang="de-DE" sz="1200" dirty="0">
              <a:latin typeface="+mn-lt"/>
            </a:endParaRPr>
          </a:p>
          <a:p>
            <a:endParaRPr lang="de-DE" sz="1200" dirty="0">
              <a:latin typeface="+mn-lt"/>
            </a:endParaRPr>
          </a:p>
          <a:p>
            <a:endParaRPr lang="de-DE" sz="1200" dirty="0">
              <a:latin typeface="+mn-lt"/>
            </a:endParaRPr>
          </a:p>
          <a:p>
            <a:r>
              <a:rPr lang="de-DE" sz="1200" dirty="0">
                <a:latin typeface="+mn-lt"/>
              </a:rPr>
              <a:t>Heller 40%</a:t>
            </a:r>
          </a:p>
          <a:p>
            <a:endParaRPr lang="de-DE" sz="1200" dirty="0">
              <a:latin typeface="+mn-lt"/>
            </a:endParaRPr>
          </a:p>
          <a:p>
            <a:endParaRPr lang="de-DE" sz="1200" dirty="0">
              <a:latin typeface="+mn-lt"/>
            </a:endParaRPr>
          </a:p>
          <a:p>
            <a:r>
              <a:rPr lang="de-DE" sz="1200" dirty="0">
                <a:latin typeface="+mn-lt"/>
              </a:rPr>
              <a:t>Heller 60%</a:t>
            </a:r>
          </a:p>
          <a:p>
            <a:endParaRPr lang="de-DE" sz="1200" dirty="0">
              <a:latin typeface="+mn-lt"/>
            </a:endParaRPr>
          </a:p>
          <a:p>
            <a:endParaRPr lang="de-DE" sz="1200" dirty="0">
              <a:latin typeface="+mn-lt"/>
            </a:endParaRPr>
          </a:p>
          <a:p>
            <a:r>
              <a:rPr lang="de-DE" sz="1200" dirty="0">
                <a:latin typeface="+mn-lt"/>
              </a:rPr>
              <a:t>Heller 80%</a:t>
            </a:r>
          </a:p>
        </p:txBody>
      </p:sp>
      <p:pic>
        <p:nvPicPr>
          <p:cNvPr id="73" name="Grafik 72">
            <a:extLst>
              <a:ext uri="{FF2B5EF4-FFF2-40B4-BE49-F238E27FC236}">
                <a16:creationId xmlns:a16="http://schemas.microsoft.com/office/drawing/2014/main" id="{4B6ECC8B-5779-F91E-D9F6-20427238B949}"/>
              </a:ext>
            </a:extLst>
          </p:cNvPr>
          <p:cNvPicPr>
            <a:picLocks noChangeAspect="1"/>
          </p:cNvPicPr>
          <p:nvPr userDrawn="1"/>
        </p:nvPicPr>
        <p:blipFill>
          <a:blip r:embed="rId3"/>
          <a:stretch>
            <a:fillRect/>
          </a:stretch>
        </p:blipFill>
        <p:spPr>
          <a:xfrm>
            <a:off x="9349623" y="881616"/>
            <a:ext cx="2049952" cy="4273754"/>
          </a:xfrm>
          <a:prstGeom prst="rect">
            <a:avLst/>
          </a:prstGeom>
          <a:effectLst>
            <a:outerShdw blurRad="50800" dist="38100" dir="2700000" algn="tl" rotWithShape="0">
              <a:prstClr val="black">
                <a:alpha val="40000"/>
              </a:prstClr>
            </a:outerShdw>
          </a:effectLst>
        </p:spPr>
      </p:pic>
      <p:sp>
        <p:nvSpPr>
          <p:cNvPr id="74" name="Titelplatzhalter 1">
            <a:extLst>
              <a:ext uri="{FF2B5EF4-FFF2-40B4-BE49-F238E27FC236}">
                <a16:creationId xmlns:a16="http://schemas.microsoft.com/office/drawing/2014/main" id="{3ED7DD3D-1471-8456-6DCE-CF53D4CB3FBB}"/>
              </a:ext>
            </a:extLst>
          </p:cNvPr>
          <p:cNvSpPr txBox="1">
            <a:spLocks/>
          </p:cNvSpPr>
          <p:nvPr userDrawn="1"/>
        </p:nvSpPr>
        <p:spPr>
          <a:xfrm>
            <a:off x="9078404" y="5244587"/>
            <a:ext cx="2592390" cy="3651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pPr algn="ctr"/>
            <a:r>
              <a:rPr lang="de-DE" sz="1100" dirty="0">
                <a:latin typeface="+mn-lt"/>
              </a:rPr>
              <a:t>automatisch durch PP generiert</a:t>
            </a:r>
          </a:p>
        </p:txBody>
      </p:sp>
      <p:sp>
        <p:nvSpPr>
          <p:cNvPr id="75" name="Rechteck: eine Ecke abgerundet 74">
            <a:extLst>
              <a:ext uri="{FF2B5EF4-FFF2-40B4-BE49-F238E27FC236}">
                <a16:creationId xmlns:a16="http://schemas.microsoft.com/office/drawing/2014/main" id="{B327D6C7-19FD-A1B1-9FCB-5B5CAF95DC83}"/>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6" name="Foliennummernplatzhalter 15">
            <a:extLst>
              <a:ext uri="{FF2B5EF4-FFF2-40B4-BE49-F238E27FC236}">
                <a16:creationId xmlns:a16="http://schemas.microsoft.com/office/drawing/2014/main" id="{D97C66F1-9C15-F761-158E-EEF6AD607ADA}"/>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dirty="0">
                <a:solidFill>
                  <a:schemeClr val="accent1"/>
                </a:solidFill>
              </a:rPr>
              <a:t>3</a:t>
            </a:r>
            <a:endParaRPr lang="de-DE" sz="1100" b="1" dirty="0">
              <a:solidFill>
                <a:schemeClr val="accent1"/>
              </a:solidFill>
            </a:endParaRPr>
          </a:p>
        </p:txBody>
      </p:sp>
      <p:sp>
        <p:nvSpPr>
          <p:cNvPr id="77" name="Foliennummernplatzhalter 15">
            <a:extLst>
              <a:ext uri="{FF2B5EF4-FFF2-40B4-BE49-F238E27FC236}">
                <a16:creationId xmlns:a16="http://schemas.microsoft.com/office/drawing/2014/main" id="{D4F5DE8B-69DC-6E8B-7775-E66C3BBF39CF}"/>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de-DE" sz="1200" b="0" dirty="0">
                <a:solidFill>
                  <a:schemeClr val="bg1"/>
                </a:solidFill>
              </a:rPr>
              <a:t>März 2025</a:t>
            </a:r>
            <a:endParaRPr lang="de-DE" b="0" dirty="0">
              <a:solidFill>
                <a:schemeClr val="bg1"/>
              </a:solidFill>
            </a:endParaRPr>
          </a:p>
        </p:txBody>
      </p:sp>
      <p:sp>
        <p:nvSpPr>
          <p:cNvPr id="78" name="Textplatzhalter 16">
            <a:extLst>
              <a:ext uri="{FF2B5EF4-FFF2-40B4-BE49-F238E27FC236}">
                <a16:creationId xmlns:a16="http://schemas.microsoft.com/office/drawing/2014/main" id="{ED97C1EA-D450-4E7B-370A-DDCB3A488A7C}"/>
              </a:ext>
            </a:extLst>
          </p:cNvPr>
          <p:cNvSpPr>
            <a:spLocks noGrp="1"/>
          </p:cNvSpPr>
          <p:nvPr userDrawn="1">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Styleguide &amp; Anleitung PowerPoint-Template</a:t>
            </a:r>
          </a:p>
        </p:txBody>
      </p:sp>
    </p:spTree>
    <p:extLst>
      <p:ext uri="{BB962C8B-B14F-4D97-AF65-F5344CB8AC3E}">
        <p14:creationId xmlns:p14="http://schemas.microsoft.com/office/powerpoint/2010/main" val="2330533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utzung von Schriften">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9194800" cy="365125"/>
          </a:xfrm>
          <a:prstGeom prst="rect">
            <a:avLst/>
          </a:prstGeom>
        </p:spPr>
        <p:txBody>
          <a:bodyPr/>
          <a:lstStyle>
            <a:lvl1pPr algn="l">
              <a:defRPr/>
            </a:lvl1pPr>
          </a:lstStyle>
          <a:p>
            <a:endParaRPr lang="de-DE" dirty="0"/>
          </a:p>
        </p:txBody>
      </p:sp>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7200" y="6173130"/>
            <a:ext cx="1564882" cy="684869"/>
          </a:xfrm>
          <a:prstGeom prst="rect">
            <a:avLst/>
          </a:prstGeom>
        </p:spPr>
      </p:pic>
      <p:sp>
        <p:nvSpPr>
          <p:cNvPr id="22" name="Titelplatzhalter 1">
            <a:extLst>
              <a:ext uri="{FF2B5EF4-FFF2-40B4-BE49-F238E27FC236}">
                <a16:creationId xmlns:a16="http://schemas.microsoft.com/office/drawing/2014/main" id="{20CF4F82-3AA1-6015-D4BD-1AA1C55B085F}"/>
              </a:ext>
            </a:extLst>
          </p:cNvPr>
          <p:cNvSpPr txBox="1">
            <a:spLocks/>
          </p:cNvSpPr>
          <p:nvPr userDrawn="1"/>
        </p:nvSpPr>
        <p:spPr>
          <a:xfrm>
            <a:off x="6207931" y="918307"/>
            <a:ext cx="4194253"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dirty="0"/>
              <a:t>Verwendungshinweis</a:t>
            </a:r>
          </a:p>
        </p:txBody>
      </p:sp>
      <p:sp>
        <p:nvSpPr>
          <p:cNvPr id="24" name="Textfeld 23">
            <a:extLst>
              <a:ext uri="{FF2B5EF4-FFF2-40B4-BE49-F238E27FC236}">
                <a16:creationId xmlns:a16="http://schemas.microsoft.com/office/drawing/2014/main" id="{F7FB0309-9A52-9D6D-E9DD-860A90374939}"/>
              </a:ext>
            </a:extLst>
          </p:cNvPr>
          <p:cNvSpPr txBox="1"/>
          <p:nvPr userDrawn="1"/>
        </p:nvSpPr>
        <p:spPr>
          <a:xfrm>
            <a:off x="6351733" y="1328465"/>
            <a:ext cx="4265467" cy="1724831"/>
          </a:xfrm>
          <a:prstGeom prst="rect">
            <a:avLst/>
          </a:prstGeom>
          <a:noFill/>
        </p:spPr>
        <p:txBody>
          <a:bodyPr wrap="square" rtlCol="0">
            <a:spAutoFit/>
          </a:bodyPr>
          <a:lstStyle/>
          <a:p>
            <a:pPr lvl="0">
              <a:lnSpc>
                <a:spcPct val="150000"/>
              </a:lnSpc>
            </a:pPr>
            <a:r>
              <a:rPr lang="de-DE" sz="1200" dirty="0"/>
              <a:t>Texte sind generell in Dunkelgrau zu setzen. Ausnahme hiervon sind Überschriften, die auf weißen oder hellgrauen Flächen in der Hauptfarbe der betreffenden Markenwelt gesetzt werden. Bei Verwendung auf farbigen oder dunkelgrauen Flächen werden Überschriften und Text in Weiß gesetzt.</a:t>
            </a:r>
          </a:p>
        </p:txBody>
      </p:sp>
      <p:sp>
        <p:nvSpPr>
          <p:cNvPr id="25" name="Textfeld 24">
            <a:extLst>
              <a:ext uri="{FF2B5EF4-FFF2-40B4-BE49-F238E27FC236}">
                <a16:creationId xmlns:a16="http://schemas.microsoft.com/office/drawing/2014/main" id="{5897A84B-60DE-6402-04F3-86F23A9AC5E5}"/>
              </a:ext>
            </a:extLst>
          </p:cNvPr>
          <p:cNvSpPr txBox="1"/>
          <p:nvPr userDrawn="1"/>
        </p:nvSpPr>
        <p:spPr>
          <a:xfrm>
            <a:off x="1422400" y="1328465"/>
            <a:ext cx="3640071" cy="4443717"/>
          </a:xfrm>
          <a:prstGeom prst="rect">
            <a:avLst/>
          </a:prstGeom>
          <a:noFill/>
        </p:spPr>
        <p:txBody>
          <a:bodyPr wrap="square" rtlCol="0">
            <a:spAutoFit/>
          </a:bodyPr>
          <a:lstStyle/>
          <a:p>
            <a:pPr lvl="0">
              <a:lnSpc>
                <a:spcPct val="150000"/>
              </a:lnSpc>
            </a:pPr>
            <a:r>
              <a:rPr lang="de-DE" sz="2800" b="1" dirty="0">
                <a:latin typeface="+mj-lt"/>
              </a:rPr>
              <a:t>Quicksand </a:t>
            </a:r>
            <a:r>
              <a:rPr lang="de-DE" sz="2800" b="1" dirty="0" err="1">
                <a:latin typeface="+mj-lt"/>
              </a:rPr>
              <a:t>Bold</a:t>
            </a:r>
            <a:endParaRPr lang="de-DE" sz="2800" b="1" dirty="0">
              <a:latin typeface="+mj-lt"/>
            </a:endParaRPr>
          </a:p>
          <a:p>
            <a:pPr lvl="0">
              <a:lnSpc>
                <a:spcPct val="150000"/>
              </a:lnSpc>
            </a:pPr>
            <a:r>
              <a:rPr lang="de-DE" sz="1200" b="0" dirty="0"/>
              <a:t>Überschriften</a:t>
            </a:r>
          </a:p>
          <a:p>
            <a:pPr lvl="0">
              <a:lnSpc>
                <a:spcPct val="150000"/>
              </a:lnSpc>
            </a:pPr>
            <a:endParaRPr lang="de-DE" sz="1200" b="1" dirty="0"/>
          </a:p>
          <a:p>
            <a:pPr lvl="0">
              <a:lnSpc>
                <a:spcPct val="150000"/>
              </a:lnSpc>
            </a:pPr>
            <a:r>
              <a:rPr lang="de-DE" sz="2400" b="0" dirty="0">
                <a:latin typeface="+mj-lt"/>
              </a:rPr>
              <a:t>Quicksand Regular</a:t>
            </a:r>
          </a:p>
          <a:p>
            <a:pPr marL="0" marR="0" lvl="0" indent="0" algn="l" defTabSz="914400" rtl="0" eaLnBrk="1" fontAlgn="auto" latinLnBrk="0" hangingPunct="1">
              <a:lnSpc>
                <a:spcPct val="150000"/>
              </a:lnSpc>
              <a:spcBef>
                <a:spcPts val="0"/>
              </a:spcBef>
              <a:spcAft>
                <a:spcPts val="0"/>
              </a:spcAft>
              <a:buClrTx/>
              <a:buSzTx/>
              <a:buFontTx/>
              <a:buNone/>
              <a:tabLst/>
              <a:defRPr/>
            </a:pPr>
            <a:r>
              <a:rPr lang="de-DE" sz="1200" b="0" dirty="0"/>
              <a:t>Untergeordnete Überschriften</a:t>
            </a:r>
            <a:endParaRPr lang="de-DE" sz="1200" b="1" dirty="0"/>
          </a:p>
          <a:p>
            <a:pPr lvl="0">
              <a:lnSpc>
                <a:spcPct val="150000"/>
              </a:lnSpc>
            </a:pPr>
            <a:endParaRPr lang="de-DE" sz="1200" b="1" dirty="0"/>
          </a:p>
          <a:p>
            <a:pPr lvl="0">
              <a:lnSpc>
                <a:spcPct val="150000"/>
              </a:lnSpc>
            </a:pPr>
            <a:r>
              <a:rPr lang="de-DE" sz="2000" b="0" dirty="0"/>
              <a:t>Open Sans Regular</a:t>
            </a:r>
          </a:p>
          <a:p>
            <a:pPr lvl="0">
              <a:lnSpc>
                <a:spcPct val="150000"/>
              </a:lnSpc>
            </a:pPr>
            <a:r>
              <a:rPr lang="de-DE" sz="1200" b="0" dirty="0"/>
              <a:t>Fließtext, Bildunterschriften</a:t>
            </a:r>
          </a:p>
          <a:p>
            <a:pPr lvl="0">
              <a:lnSpc>
                <a:spcPct val="150000"/>
              </a:lnSpc>
            </a:pPr>
            <a:endParaRPr lang="de-DE" sz="1200" b="0" dirty="0"/>
          </a:p>
          <a:p>
            <a:pPr lvl="0">
              <a:lnSpc>
                <a:spcPct val="150000"/>
              </a:lnSpc>
            </a:pPr>
            <a:r>
              <a:rPr lang="de-DE" sz="3200" dirty="0" err="1">
                <a:latin typeface="Arsilon" panose="02000505080000020004" pitchFamily="50" charset="0"/>
              </a:rPr>
              <a:t>Arsilon</a:t>
            </a:r>
            <a:r>
              <a:rPr lang="de-DE" sz="3200" dirty="0">
                <a:latin typeface="Arsilon" panose="02000505080000020004" pitchFamily="50" charset="0"/>
              </a:rPr>
              <a:t> Regular</a:t>
            </a:r>
          </a:p>
          <a:p>
            <a:pPr marL="0" marR="0" lvl="0" indent="0" algn="l" defTabSz="914400" rtl="0" eaLnBrk="1" fontAlgn="auto" latinLnBrk="0" hangingPunct="1">
              <a:lnSpc>
                <a:spcPct val="150000"/>
              </a:lnSpc>
              <a:spcBef>
                <a:spcPts val="0"/>
              </a:spcBef>
              <a:spcAft>
                <a:spcPts val="0"/>
              </a:spcAft>
              <a:buClrTx/>
              <a:buSzTx/>
              <a:buFontTx/>
              <a:buNone/>
              <a:tabLst/>
              <a:defRPr/>
            </a:pPr>
            <a:r>
              <a:rPr lang="de-DE" sz="1400" b="0" dirty="0"/>
              <a:t>Claims, Slogans, Zitate</a:t>
            </a:r>
          </a:p>
        </p:txBody>
      </p:sp>
      <p:sp>
        <p:nvSpPr>
          <p:cNvPr id="13" name="Textfeld 12">
            <a:extLst>
              <a:ext uri="{FF2B5EF4-FFF2-40B4-BE49-F238E27FC236}">
                <a16:creationId xmlns:a16="http://schemas.microsoft.com/office/drawing/2014/main" id="{892CC482-4831-7827-32CB-1FB2BB9B45E8}"/>
              </a:ext>
            </a:extLst>
          </p:cNvPr>
          <p:cNvSpPr txBox="1"/>
          <p:nvPr userDrawn="1"/>
        </p:nvSpPr>
        <p:spPr>
          <a:xfrm>
            <a:off x="6351733" y="3524543"/>
            <a:ext cx="4759612" cy="779150"/>
          </a:xfrm>
          <a:prstGeom prst="roundRect">
            <a:avLst/>
          </a:prstGeom>
          <a:solidFill>
            <a:schemeClr val="accent1"/>
          </a:solidFill>
        </p:spPr>
        <p:txBody>
          <a:bodyPr wrap="square" rtlCol="0">
            <a:spAutoFit/>
          </a:bodyPr>
          <a:lstStyle/>
          <a:p>
            <a:pPr lvl="0">
              <a:lnSpc>
                <a:spcPct val="150000"/>
              </a:lnSpc>
            </a:pPr>
            <a:r>
              <a:rPr lang="de-DE" sz="1400" dirty="0">
                <a:solidFill>
                  <a:schemeClr val="bg1"/>
                </a:solidFill>
              </a:rPr>
              <a:t>Bitte möglichst keine anderen als diese Schriften verwenden.</a:t>
            </a:r>
          </a:p>
        </p:txBody>
      </p:sp>
      <p:sp>
        <p:nvSpPr>
          <p:cNvPr id="17" name="Titelplatzhalter 1">
            <a:extLst>
              <a:ext uri="{FF2B5EF4-FFF2-40B4-BE49-F238E27FC236}">
                <a16:creationId xmlns:a16="http://schemas.microsoft.com/office/drawing/2014/main" id="{BA262C86-FC38-77AF-A316-036499B03951}"/>
              </a:ext>
            </a:extLst>
          </p:cNvPr>
          <p:cNvSpPr txBox="1">
            <a:spLocks/>
          </p:cNvSpPr>
          <p:nvPr userDrawn="1"/>
        </p:nvSpPr>
        <p:spPr>
          <a:xfrm>
            <a:off x="1371439" y="918307"/>
            <a:ext cx="4194253"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dirty="0"/>
              <a:t>Schriftnutzung</a:t>
            </a:r>
          </a:p>
        </p:txBody>
      </p:sp>
      <p:sp>
        <p:nvSpPr>
          <p:cNvPr id="7" name="Rechteck: eine Ecke abgerundet 6">
            <a:extLst>
              <a:ext uri="{FF2B5EF4-FFF2-40B4-BE49-F238E27FC236}">
                <a16:creationId xmlns:a16="http://schemas.microsoft.com/office/drawing/2014/main" id="{979BB6DD-FC48-29E9-17C6-5A6CA05008F5}"/>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9" name="Foliennummernplatzhalter 15">
            <a:extLst>
              <a:ext uri="{FF2B5EF4-FFF2-40B4-BE49-F238E27FC236}">
                <a16:creationId xmlns:a16="http://schemas.microsoft.com/office/drawing/2014/main" id="{4EBF5F09-A9D4-281B-2838-FE08210DE19A}"/>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dirty="0">
                <a:solidFill>
                  <a:schemeClr val="accent1"/>
                </a:solidFill>
              </a:rPr>
              <a:t>4</a:t>
            </a:r>
            <a:endParaRPr lang="de-DE" sz="1100" b="1" dirty="0">
              <a:solidFill>
                <a:schemeClr val="accent1"/>
              </a:solidFill>
            </a:endParaRPr>
          </a:p>
        </p:txBody>
      </p:sp>
      <p:sp>
        <p:nvSpPr>
          <p:cNvPr id="10" name="Foliennummernplatzhalter 15">
            <a:extLst>
              <a:ext uri="{FF2B5EF4-FFF2-40B4-BE49-F238E27FC236}">
                <a16:creationId xmlns:a16="http://schemas.microsoft.com/office/drawing/2014/main" id="{422D5DFB-2497-7FEA-29AF-B5C2C3AB7766}"/>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de-DE" sz="1200" b="0" dirty="0">
                <a:solidFill>
                  <a:schemeClr val="bg1"/>
                </a:solidFill>
              </a:rPr>
              <a:t>März 2025</a:t>
            </a:r>
            <a:endParaRPr lang="de-DE" b="0" dirty="0">
              <a:solidFill>
                <a:schemeClr val="bg1"/>
              </a:solidFill>
            </a:endParaRPr>
          </a:p>
        </p:txBody>
      </p:sp>
      <p:sp>
        <p:nvSpPr>
          <p:cNvPr id="11" name="Textplatzhalter 16">
            <a:extLst>
              <a:ext uri="{FF2B5EF4-FFF2-40B4-BE49-F238E27FC236}">
                <a16:creationId xmlns:a16="http://schemas.microsoft.com/office/drawing/2014/main" id="{9606D7F6-5EE3-E022-8E4C-78EBE213E64F}"/>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Styleguide &amp; Anleitung PowerPoint-Template</a:t>
            </a:r>
          </a:p>
        </p:txBody>
      </p:sp>
    </p:spTree>
    <p:extLst>
      <p:ext uri="{BB962C8B-B14F-4D97-AF65-F5344CB8AC3E}">
        <p14:creationId xmlns:p14="http://schemas.microsoft.com/office/powerpoint/2010/main" val="39880353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lle-Folien-finden">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8632825" cy="365125"/>
          </a:xfrm>
          <a:prstGeom prst="rect">
            <a:avLst/>
          </a:prstGeom>
        </p:spPr>
        <p:txBody>
          <a:bodyPr/>
          <a:lstStyle>
            <a:lvl1pPr algn="l">
              <a:defRPr/>
            </a:lvl1pPr>
          </a:lstStyle>
          <a:p>
            <a:endParaRPr lang="de-DE" dirty="0"/>
          </a:p>
        </p:txBody>
      </p:sp>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4" name="Titelplatzhalter 1">
            <a:extLst>
              <a:ext uri="{FF2B5EF4-FFF2-40B4-BE49-F238E27FC236}">
                <a16:creationId xmlns:a16="http://schemas.microsoft.com/office/drawing/2014/main" id="{EE6DD08D-A0AD-8AF8-B65D-3311A7B6A7FA}"/>
              </a:ext>
            </a:extLst>
          </p:cNvPr>
          <p:cNvSpPr txBox="1">
            <a:spLocks/>
          </p:cNvSpPr>
          <p:nvPr userDrawn="1"/>
        </p:nvSpPr>
        <p:spPr>
          <a:xfrm>
            <a:off x="1416906" y="918307"/>
            <a:ext cx="4194253"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dirty="0"/>
              <a:t>Wo alle Folien zu finden sind:</a:t>
            </a:r>
          </a:p>
        </p:txBody>
      </p:sp>
      <p:pic>
        <p:nvPicPr>
          <p:cNvPr id="10" name="Grafik 9" descr="Ein Bild, das Text, Computer, Software, Screenshot enthält.&#10;&#10;KI-generierte Inhalte können fehlerhaft sein.">
            <a:extLst>
              <a:ext uri="{FF2B5EF4-FFF2-40B4-BE49-F238E27FC236}">
                <a16:creationId xmlns:a16="http://schemas.microsoft.com/office/drawing/2014/main" id="{AE211AD4-C787-12EC-28B4-C4F9E3C9FD5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82300" y="1565599"/>
            <a:ext cx="5427400" cy="4432850"/>
          </a:xfrm>
          <a:prstGeom prst="rect">
            <a:avLst/>
          </a:prstGeom>
          <a:effectLst>
            <a:outerShdw blurRad="50800" dist="38100" dir="2700000" algn="tl" rotWithShape="0">
              <a:prstClr val="black">
                <a:alpha val="40000"/>
              </a:prstClr>
            </a:outerShdw>
          </a:effectLst>
        </p:spPr>
      </p:pic>
      <p:sp>
        <p:nvSpPr>
          <p:cNvPr id="15" name="Rechteck: abgerundete Ecken 14">
            <a:extLst>
              <a:ext uri="{FF2B5EF4-FFF2-40B4-BE49-F238E27FC236}">
                <a16:creationId xmlns:a16="http://schemas.microsoft.com/office/drawing/2014/main" id="{9C3237B4-3CDC-72E2-C3CA-3F8C36B4B0DF}"/>
              </a:ext>
            </a:extLst>
          </p:cNvPr>
          <p:cNvSpPr/>
          <p:nvPr userDrawn="1"/>
        </p:nvSpPr>
        <p:spPr>
          <a:xfrm>
            <a:off x="4856085" y="1704513"/>
            <a:ext cx="390618" cy="230819"/>
          </a:xfrm>
          <a:prstGeom prst="round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Rechteck: abgerundete Ecken 15">
            <a:extLst>
              <a:ext uri="{FF2B5EF4-FFF2-40B4-BE49-F238E27FC236}">
                <a16:creationId xmlns:a16="http://schemas.microsoft.com/office/drawing/2014/main" id="{BB76AB57-40A5-89A0-6960-6927AB648F90}"/>
              </a:ext>
            </a:extLst>
          </p:cNvPr>
          <p:cNvSpPr/>
          <p:nvPr userDrawn="1"/>
        </p:nvSpPr>
        <p:spPr>
          <a:xfrm>
            <a:off x="4065972" y="1704513"/>
            <a:ext cx="390618" cy="495732"/>
          </a:xfrm>
          <a:prstGeom prst="round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9" name="Gerader Verbinder 18">
            <a:extLst>
              <a:ext uri="{FF2B5EF4-FFF2-40B4-BE49-F238E27FC236}">
                <a16:creationId xmlns:a16="http://schemas.microsoft.com/office/drawing/2014/main" id="{7E57B415-0A4C-B155-0FD0-1992BFA84F93}"/>
              </a:ext>
            </a:extLst>
          </p:cNvPr>
          <p:cNvCxnSpPr>
            <a:stCxn id="16" idx="1"/>
          </p:cNvCxnSpPr>
          <p:nvPr userDrawn="1"/>
        </p:nvCxnSpPr>
        <p:spPr>
          <a:xfrm flipH="1">
            <a:off x="2379216" y="1952379"/>
            <a:ext cx="1686756"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0" name="Gerader Verbinder 19">
            <a:extLst>
              <a:ext uri="{FF2B5EF4-FFF2-40B4-BE49-F238E27FC236}">
                <a16:creationId xmlns:a16="http://schemas.microsoft.com/office/drawing/2014/main" id="{C37A25EF-E93D-6B85-F072-8D2C570EB1CA}"/>
              </a:ext>
            </a:extLst>
          </p:cNvPr>
          <p:cNvCxnSpPr>
            <a:cxnSpLocks/>
          </p:cNvCxnSpPr>
          <p:nvPr userDrawn="1"/>
        </p:nvCxnSpPr>
        <p:spPr>
          <a:xfrm flipH="1">
            <a:off x="2379216" y="1819922"/>
            <a:ext cx="2476869"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3" name="Gerader Verbinder 22">
            <a:extLst>
              <a:ext uri="{FF2B5EF4-FFF2-40B4-BE49-F238E27FC236}">
                <a16:creationId xmlns:a16="http://schemas.microsoft.com/office/drawing/2014/main" id="{96908B00-72E9-AEE7-A34F-1C74261BA9E2}"/>
              </a:ext>
            </a:extLst>
          </p:cNvPr>
          <p:cNvCxnSpPr/>
          <p:nvPr userDrawn="1"/>
        </p:nvCxnSpPr>
        <p:spPr>
          <a:xfrm flipV="1">
            <a:off x="2379216" y="1207698"/>
            <a:ext cx="0" cy="744681"/>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3" name="Rechteck: eine Ecke abgerundet 2">
            <a:extLst>
              <a:ext uri="{FF2B5EF4-FFF2-40B4-BE49-F238E27FC236}">
                <a16:creationId xmlns:a16="http://schemas.microsoft.com/office/drawing/2014/main" id="{927628D3-185F-C533-32D0-2A35D59A5404}"/>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 name="Foliennummernplatzhalter 15">
            <a:extLst>
              <a:ext uri="{FF2B5EF4-FFF2-40B4-BE49-F238E27FC236}">
                <a16:creationId xmlns:a16="http://schemas.microsoft.com/office/drawing/2014/main" id="{A6CD1A92-7493-103E-87DC-406CDFBBE82F}"/>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dirty="0">
                <a:solidFill>
                  <a:schemeClr val="accent1"/>
                </a:solidFill>
              </a:rPr>
              <a:t>5</a:t>
            </a:r>
            <a:endParaRPr lang="de-DE" sz="1100" b="1" dirty="0">
              <a:solidFill>
                <a:schemeClr val="accent1"/>
              </a:solidFill>
            </a:endParaRPr>
          </a:p>
        </p:txBody>
      </p:sp>
      <p:sp>
        <p:nvSpPr>
          <p:cNvPr id="9" name="Foliennummernplatzhalter 15">
            <a:extLst>
              <a:ext uri="{FF2B5EF4-FFF2-40B4-BE49-F238E27FC236}">
                <a16:creationId xmlns:a16="http://schemas.microsoft.com/office/drawing/2014/main" id="{9E24804B-CF36-AD17-8F9A-5BD61244F638}"/>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de-DE" sz="1200" b="0" dirty="0">
                <a:solidFill>
                  <a:schemeClr val="bg1"/>
                </a:solidFill>
              </a:rPr>
              <a:t>März 2025</a:t>
            </a:r>
            <a:endParaRPr lang="de-DE" b="0" dirty="0">
              <a:solidFill>
                <a:schemeClr val="bg1"/>
              </a:solidFill>
            </a:endParaRPr>
          </a:p>
        </p:txBody>
      </p:sp>
      <p:sp>
        <p:nvSpPr>
          <p:cNvPr id="12" name="Textplatzhalter 16">
            <a:extLst>
              <a:ext uri="{FF2B5EF4-FFF2-40B4-BE49-F238E27FC236}">
                <a16:creationId xmlns:a16="http://schemas.microsoft.com/office/drawing/2014/main" id="{86299754-A420-2E30-AA3E-5C4650944DB5}"/>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Styleguide &amp; Anleitung PowerPoint-Template</a:t>
            </a:r>
          </a:p>
        </p:txBody>
      </p:sp>
    </p:spTree>
    <p:extLst>
      <p:ext uri="{BB962C8B-B14F-4D97-AF65-F5344CB8AC3E}">
        <p14:creationId xmlns:p14="http://schemas.microsoft.com/office/powerpoint/2010/main" val="3458257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mplate-richtig-speichern">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8632825" cy="365125"/>
          </a:xfrm>
          <a:prstGeom prst="rect">
            <a:avLst/>
          </a:prstGeom>
        </p:spPr>
        <p:txBody>
          <a:bodyPr/>
          <a:lstStyle>
            <a:lvl1pPr algn="l">
              <a:defRPr/>
            </a:lvl1pPr>
          </a:lstStyle>
          <a:p>
            <a:endParaRPr lang="de-DE" dirty="0"/>
          </a:p>
        </p:txBody>
      </p:sp>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4" name="Titelplatzhalter 1">
            <a:extLst>
              <a:ext uri="{FF2B5EF4-FFF2-40B4-BE49-F238E27FC236}">
                <a16:creationId xmlns:a16="http://schemas.microsoft.com/office/drawing/2014/main" id="{EE6DD08D-A0AD-8AF8-B65D-3311A7B6A7FA}"/>
              </a:ext>
            </a:extLst>
          </p:cNvPr>
          <p:cNvSpPr txBox="1">
            <a:spLocks/>
          </p:cNvSpPr>
          <p:nvPr userDrawn="1"/>
        </p:nvSpPr>
        <p:spPr>
          <a:xfrm>
            <a:off x="1416906" y="918307"/>
            <a:ext cx="10081895"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dirty="0"/>
              <a:t>Eine .</a:t>
            </a:r>
            <a:r>
              <a:rPr lang="de-DE" dirty="0" err="1"/>
              <a:t>potx</a:t>
            </a:r>
            <a:r>
              <a:rPr lang="de-DE" dirty="0"/>
              <a:t>-Datei richtig speichern, sodass sie in </a:t>
            </a:r>
            <a:r>
              <a:rPr lang="de-DE" dirty="0" err="1"/>
              <a:t>Powerpoint</a:t>
            </a:r>
            <a:r>
              <a:rPr lang="de-DE" dirty="0"/>
              <a:t> unter Vorlagen zu finden ist:</a:t>
            </a:r>
          </a:p>
        </p:txBody>
      </p:sp>
      <p:sp>
        <p:nvSpPr>
          <p:cNvPr id="12" name="Titelplatzhalter 1">
            <a:extLst>
              <a:ext uri="{FF2B5EF4-FFF2-40B4-BE49-F238E27FC236}">
                <a16:creationId xmlns:a16="http://schemas.microsoft.com/office/drawing/2014/main" id="{EFD493BB-520B-9C3B-ED54-736FB26AE9CA}"/>
              </a:ext>
            </a:extLst>
          </p:cNvPr>
          <p:cNvSpPr txBox="1">
            <a:spLocks/>
          </p:cNvSpPr>
          <p:nvPr userDrawn="1"/>
        </p:nvSpPr>
        <p:spPr>
          <a:xfrm>
            <a:off x="1416907" y="1630087"/>
            <a:ext cx="3430302" cy="6154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pPr>
              <a:lnSpc>
                <a:spcPct val="150000"/>
              </a:lnSpc>
            </a:pPr>
            <a:r>
              <a:rPr lang="de-DE" sz="1200" dirty="0"/>
              <a:t>1.  Windowstaste + R </a:t>
            </a:r>
            <a:r>
              <a:rPr lang="de-DE" sz="1200" dirty="0">
                <a:sym typeface="Wingdings" panose="05000000000000000000" pitchFamily="2" charset="2"/>
              </a:rPr>
              <a:t> %</a:t>
            </a:r>
            <a:r>
              <a:rPr lang="de-DE" sz="1200" dirty="0" err="1">
                <a:sym typeface="Wingdings" panose="05000000000000000000" pitchFamily="2" charset="2"/>
              </a:rPr>
              <a:t>appdata</a:t>
            </a:r>
            <a:r>
              <a:rPr lang="de-DE" sz="1200" dirty="0">
                <a:sym typeface="Wingdings" panose="05000000000000000000" pitchFamily="2" charset="2"/>
              </a:rPr>
              <a:t>% eingeben</a:t>
            </a:r>
            <a:endParaRPr lang="de-DE" sz="1200" dirty="0"/>
          </a:p>
        </p:txBody>
      </p:sp>
      <p:grpSp>
        <p:nvGrpSpPr>
          <p:cNvPr id="26" name="Gruppieren 25">
            <a:extLst>
              <a:ext uri="{FF2B5EF4-FFF2-40B4-BE49-F238E27FC236}">
                <a16:creationId xmlns:a16="http://schemas.microsoft.com/office/drawing/2014/main" id="{7862EA2E-B1AC-10A1-DDC1-D8431D6C2A07}"/>
              </a:ext>
            </a:extLst>
          </p:cNvPr>
          <p:cNvGrpSpPr/>
          <p:nvPr userDrawn="1"/>
        </p:nvGrpSpPr>
        <p:grpSpPr>
          <a:xfrm>
            <a:off x="5053413" y="1691343"/>
            <a:ext cx="1616033" cy="492921"/>
            <a:chOff x="4938003" y="2924206"/>
            <a:chExt cx="1616033" cy="492921"/>
          </a:xfrm>
        </p:grpSpPr>
        <p:sp>
          <p:nvSpPr>
            <p:cNvPr id="14" name="Rechteck: abgerundete Ecken 13">
              <a:extLst>
                <a:ext uri="{FF2B5EF4-FFF2-40B4-BE49-F238E27FC236}">
                  <a16:creationId xmlns:a16="http://schemas.microsoft.com/office/drawing/2014/main" id="{AC862D99-FB20-CBFB-2746-706E35EA2F11}"/>
                </a:ext>
              </a:extLst>
            </p:cNvPr>
            <p:cNvSpPr/>
            <p:nvPr userDrawn="1"/>
          </p:nvSpPr>
          <p:spPr>
            <a:xfrm>
              <a:off x="4938003" y="2924206"/>
              <a:ext cx="917978" cy="492921"/>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t>Windows</a:t>
              </a:r>
              <a:endParaRPr lang="de-DE" dirty="0"/>
            </a:p>
          </p:txBody>
        </p:sp>
        <p:sp>
          <p:nvSpPr>
            <p:cNvPr id="17" name="Rechteck: abgerundete Ecken 16">
              <a:extLst>
                <a:ext uri="{FF2B5EF4-FFF2-40B4-BE49-F238E27FC236}">
                  <a16:creationId xmlns:a16="http://schemas.microsoft.com/office/drawing/2014/main" id="{3DC50E65-CF1B-8D83-DB89-3B1F01F70C73}"/>
                </a:ext>
              </a:extLst>
            </p:cNvPr>
            <p:cNvSpPr/>
            <p:nvPr userDrawn="1"/>
          </p:nvSpPr>
          <p:spPr>
            <a:xfrm>
              <a:off x="6131234" y="2924206"/>
              <a:ext cx="422802" cy="492921"/>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t>R</a:t>
              </a:r>
              <a:endParaRPr lang="de-DE" dirty="0"/>
            </a:p>
          </p:txBody>
        </p:sp>
        <p:grpSp>
          <p:nvGrpSpPr>
            <p:cNvPr id="25" name="Gruppieren 24">
              <a:extLst>
                <a:ext uri="{FF2B5EF4-FFF2-40B4-BE49-F238E27FC236}">
                  <a16:creationId xmlns:a16="http://schemas.microsoft.com/office/drawing/2014/main" id="{23D5938D-36FA-68BA-5610-A28CD82B2F4D}"/>
                </a:ext>
              </a:extLst>
            </p:cNvPr>
            <p:cNvGrpSpPr/>
            <p:nvPr userDrawn="1"/>
          </p:nvGrpSpPr>
          <p:grpSpPr>
            <a:xfrm>
              <a:off x="5929079" y="3098006"/>
              <a:ext cx="129057" cy="136351"/>
              <a:chOff x="5929079" y="2452432"/>
              <a:chExt cx="129057" cy="136351"/>
            </a:xfrm>
          </p:grpSpPr>
          <p:cxnSp>
            <p:nvCxnSpPr>
              <p:cNvPr id="21" name="Gerader Verbinder 20">
                <a:extLst>
                  <a:ext uri="{FF2B5EF4-FFF2-40B4-BE49-F238E27FC236}">
                    <a16:creationId xmlns:a16="http://schemas.microsoft.com/office/drawing/2014/main" id="{C792C0C0-D6F9-9645-0D3E-E353D318C065}"/>
                  </a:ext>
                </a:extLst>
              </p:cNvPr>
              <p:cNvCxnSpPr>
                <a:cxnSpLocks/>
              </p:cNvCxnSpPr>
              <p:nvPr userDrawn="1"/>
            </p:nvCxnSpPr>
            <p:spPr>
              <a:xfrm>
                <a:off x="5993608" y="2452432"/>
                <a:ext cx="0" cy="136351"/>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Gerader Verbinder 21">
                <a:extLst>
                  <a:ext uri="{FF2B5EF4-FFF2-40B4-BE49-F238E27FC236}">
                    <a16:creationId xmlns:a16="http://schemas.microsoft.com/office/drawing/2014/main" id="{6E9F9BBB-088B-CAB4-31CA-90B4AF16E00B}"/>
                  </a:ext>
                </a:extLst>
              </p:cNvPr>
              <p:cNvCxnSpPr>
                <a:cxnSpLocks/>
              </p:cNvCxnSpPr>
              <p:nvPr userDrawn="1"/>
            </p:nvCxnSpPr>
            <p:spPr>
              <a:xfrm>
                <a:off x="5929079" y="2516617"/>
                <a:ext cx="129057" cy="0"/>
              </a:xfrm>
              <a:prstGeom prst="line">
                <a:avLst/>
              </a:prstGeom>
            </p:spPr>
            <p:style>
              <a:lnRef idx="2">
                <a:schemeClr val="accent1"/>
              </a:lnRef>
              <a:fillRef idx="0">
                <a:schemeClr val="accent1"/>
              </a:fillRef>
              <a:effectRef idx="1">
                <a:schemeClr val="accent1"/>
              </a:effectRef>
              <a:fontRef idx="minor">
                <a:schemeClr val="tx1"/>
              </a:fontRef>
            </p:style>
          </p:cxnSp>
        </p:grpSp>
      </p:grpSp>
      <p:pic>
        <p:nvPicPr>
          <p:cNvPr id="32" name="Grafik 31" descr="Ein Bild, das Text, Screenshot, Software, Betriebssystem enthält.&#10;&#10;KI-generierte Inhalte können fehlerhaft sein.">
            <a:extLst>
              <a:ext uri="{FF2B5EF4-FFF2-40B4-BE49-F238E27FC236}">
                <a16:creationId xmlns:a16="http://schemas.microsoft.com/office/drawing/2014/main" id="{06DC4217-D445-BC20-5A90-639D3CD52D8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76525" y="1368664"/>
            <a:ext cx="2267116" cy="1431336"/>
          </a:xfrm>
          <a:prstGeom prst="rect">
            <a:avLst/>
          </a:prstGeom>
          <a:effectLst>
            <a:outerShdw blurRad="50800" dist="38100" dir="2700000" algn="tl" rotWithShape="0">
              <a:prstClr val="black">
                <a:alpha val="40000"/>
              </a:prstClr>
            </a:outerShdw>
          </a:effectLst>
        </p:spPr>
      </p:pic>
      <p:pic>
        <p:nvPicPr>
          <p:cNvPr id="34" name="Grafik 33" descr="Ein Bild, das Text, Screenshot, Software, Multimedia-Software enthält.&#10;&#10;KI-generierte Inhalte können fehlerhaft sein.">
            <a:extLst>
              <a:ext uri="{FF2B5EF4-FFF2-40B4-BE49-F238E27FC236}">
                <a16:creationId xmlns:a16="http://schemas.microsoft.com/office/drawing/2014/main" id="{98C781B0-3325-2AA4-513D-74C0997F9481}"/>
              </a:ext>
            </a:extLst>
          </p:cNvPr>
          <p:cNvPicPr>
            <a:picLocks noChangeAspect="1"/>
          </p:cNvPicPr>
          <p:nvPr userDrawn="1"/>
        </p:nvPicPr>
        <p:blipFill>
          <a:blip r:embed="rId4">
            <a:extLst>
              <a:ext uri="{28A0092B-C50C-407E-A947-70E740481C1C}">
                <a14:useLocalDpi xmlns:a14="http://schemas.microsoft.com/office/drawing/2010/main" val="0"/>
              </a:ext>
            </a:extLst>
          </a:blip>
          <a:srcRect r="21329"/>
          <a:stretch/>
        </p:blipFill>
        <p:spPr>
          <a:xfrm>
            <a:off x="1416906" y="3038537"/>
            <a:ext cx="2819139" cy="1927879"/>
          </a:xfrm>
          <a:prstGeom prst="rect">
            <a:avLst/>
          </a:prstGeom>
          <a:effectLst>
            <a:outerShdw blurRad="50800" dist="38100" dir="2700000" algn="tl" rotWithShape="0">
              <a:prstClr val="black">
                <a:alpha val="40000"/>
              </a:prstClr>
            </a:outerShdw>
          </a:effectLst>
        </p:spPr>
      </p:pic>
      <p:pic>
        <p:nvPicPr>
          <p:cNvPr id="38" name="Grafik 37" descr="Ein Bild, das Text, Screenshot, Software, Multimedia-Software enthält.&#10;&#10;KI-generierte Inhalte können fehlerhaft sein.">
            <a:extLst>
              <a:ext uri="{FF2B5EF4-FFF2-40B4-BE49-F238E27FC236}">
                <a16:creationId xmlns:a16="http://schemas.microsoft.com/office/drawing/2014/main" id="{719BFE0B-CF6A-723E-DE3B-53A505FB1C6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718223" y="3038536"/>
            <a:ext cx="3657828" cy="1512425"/>
          </a:xfrm>
          <a:prstGeom prst="rect">
            <a:avLst/>
          </a:prstGeom>
          <a:effectLst>
            <a:outerShdw blurRad="50800" dist="38100" dir="2700000" algn="tl" rotWithShape="0">
              <a:prstClr val="black">
                <a:alpha val="40000"/>
              </a:prstClr>
            </a:outerShdw>
          </a:effectLst>
        </p:spPr>
      </p:pic>
      <p:sp>
        <p:nvSpPr>
          <p:cNvPr id="39" name="Titelplatzhalter 1">
            <a:extLst>
              <a:ext uri="{FF2B5EF4-FFF2-40B4-BE49-F238E27FC236}">
                <a16:creationId xmlns:a16="http://schemas.microsoft.com/office/drawing/2014/main" id="{EC0127E4-FCDD-3B6B-E282-174A73A49B3B}"/>
              </a:ext>
            </a:extLst>
          </p:cNvPr>
          <p:cNvSpPr txBox="1">
            <a:spLocks/>
          </p:cNvSpPr>
          <p:nvPr userDrawn="1"/>
        </p:nvSpPr>
        <p:spPr>
          <a:xfrm>
            <a:off x="1416906" y="2498987"/>
            <a:ext cx="10081895" cy="6154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pPr>
              <a:lnSpc>
                <a:spcPct val="150000"/>
              </a:lnSpc>
            </a:pPr>
            <a:r>
              <a:rPr lang="de-DE" sz="1200" dirty="0"/>
              <a:t>2.  Roaming </a:t>
            </a:r>
            <a:r>
              <a:rPr lang="de-DE" sz="1200" dirty="0">
                <a:sym typeface="Wingdings" panose="05000000000000000000" pitchFamily="2" charset="2"/>
              </a:rPr>
              <a:t> Microsoft  Templates  </a:t>
            </a:r>
            <a:r>
              <a:rPr lang="de-DE" sz="1200" dirty="0" err="1">
                <a:sym typeface="Wingdings" panose="05000000000000000000" pitchFamily="2" charset="2"/>
              </a:rPr>
              <a:t>Document</a:t>
            </a:r>
            <a:r>
              <a:rPr lang="de-DE" sz="1200" dirty="0">
                <a:sym typeface="Wingdings" panose="05000000000000000000" pitchFamily="2" charset="2"/>
              </a:rPr>
              <a:t> </a:t>
            </a:r>
            <a:r>
              <a:rPr lang="de-DE" sz="1200" dirty="0" err="1">
                <a:sym typeface="Wingdings" panose="05000000000000000000" pitchFamily="2" charset="2"/>
              </a:rPr>
              <a:t>Themes</a:t>
            </a:r>
            <a:endParaRPr lang="de-DE" sz="1200" dirty="0"/>
          </a:p>
        </p:txBody>
      </p:sp>
      <p:sp>
        <p:nvSpPr>
          <p:cNvPr id="40" name="Titelplatzhalter 1">
            <a:extLst>
              <a:ext uri="{FF2B5EF4-FFF2-40B4-BE49-F238E27FC236}">
                <a16:creationId xmlns:a16="http://schemas.microsoft.com/office/drawing/2014/main" id="{C7A56576-5CF8-8B38-63AB-1C488A92BB2E}"/>
              </a:ext>
            </a:extLst>
          </p:cNvPr>
          <p:cNvSpPr txBox="1">
            <a:spLocks/>
          </p:cNvSpPr>
          <p:nvPr userDrawn="1"/>
        </p:nvSpPr>
        <p:spPr>
          <a:xfrm>
            <a:off x="1416906" y="5220121"/>
            <a:ext cx="10081895" cy="6154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pPr>
              <a:lnSpc>
                <a:spcPct val="150000"/>
              </a:lnSpc>
            </a:pPr>
            <a:r>
              <a:rPr lang="de-DE" sz="1200" dirty="0"/>
              <a:t>3.  In den Ordner </a:t>
            </a:r>
            <a:r>
              <a:rPr lang="de-DE" sz="1200" dirty="0" err="1"/>
              <a:t>Document</a:t>
            </a:r>
            <a:r>
              <a:rPr lang="de-DE" sz="1200" dirty="0"/>
              <a:t> </a:t>
            </a:r>
            <a:r>
              <a:rPr lang="de-DE" sz="1200" dirty="0" err="1"/>
              <a:t>Themes</a:t>
            </a:r>
            <a:r>
              <a:rPr lang="de-DE" sz="1200" dirty="0"/>
              <a:t> diese Datei (opseo-offizielle-Präsentationsvorlage-Stand-2025.potx) ablegen</a:t>
            </a:r>
          </a:p>
        </p:txBody>
      </p:sp>
      <p:grpSp>
        <p:nvGrpSpPr>
          <p:cNvPr id="43" name="Gruppieren 42">
            <a:extLst>
              <a:ext uri="{FF2B5EF4-FFF2-40B4-BE49-F238E27FC236}">
                <a16:creationId xmlns:a16="http://schemas.microsoft.com/office/drawing/2014/main" id="{F9496066-AEED-051C-BF78-E1EDC26360D2}"/>
              </a:ext>
            </a:extLst>
          </p:cNvPr>
          <p:cNvGrpSpPr/>
          <p:nvPr userDrawn="1"/>
        </p:nvGrpSpPr>
        <p:grpSpPr>
          <a:xfrm>
            <a:off x="4347309" y="3038537"/>
            <a:ext cx="3248164" cy="1817407"/>
            <a:chOff x="6179650" y="3515446"/>
            <a:chExt cx="2903360" cy="1347982"/>
          </a:xfrm>
          <a:effectLst>
            <a:outerShdw blurRad="50800" dist="38100" dir="2700000" algn="tl" rotWithShape="0">
              <a:prstClr val="black">
                <a:alpha val="40000"/>
              </a:prstClr>
            </a:outerShdw>
          </a:effectLst>
        </p:grpSpPr>
        <p:pic>
          <p:nvPicPr>
            <p:cNvPr id="36" name="Grafik 35" descr="Ein Bild, das Text, Screenshot, Software, Multimedia-Software enthält.&#10;&#10;KI-generierte Inhalte können fehlerhaft sein.">
              <a:extLst>
                <a:ext uri="{FF2B5EF4-FFF2-40B4-BE49-F238E27FC236}">
                  <a16:creationId xmlns:a16="http://schemas.microsoft.com/office/drawing/2014/main" id="{D08E1906-99BA-DC86-3744-2CEBD2B36DD3}"/>
                </a:ext>
              </a:extLst>
            </p:cNvPr>
            <p:cNvPicPr>
              <a:picLocks noChangeAspect="1"/>
            </p:cNvPicPr>
            <p:nvPr userDrawn="1"/>
          </p:nvPicPr>
          <p:blipFill>
            <a:blip r:embed="rId6">
              <a:extLst>
                <a:ext uri="{28A0092B-C50C-407E-A947-70E740481C1C}">
                  <a14:useLocalDpi xmlns:a14="http://schemas.microsoft.com/office/drawing/2010/main" val="0"/>
                </a:ext>
              </a:extLst>
            </a:blip>
            <a:srcRect b="83334"/>
            <a:stretch/>
          </p:blipFill>
          <p:spPr>
            <a:xfrm>
              <a:off x="6179650" y="3515446"/>
              <a:ext cx="2903360" cy="540454"/>
            </a:xfrm>
            <a:prstGeom prst="rect">
              <a:avLst/>
            </a:prstGeom>
          </p:spPr>
        </p:pic>
        <p:pic>
          <p:nvPicPr>
            <p:cNvPr id="42" name="Grafik 41" descr="Ein Bild, das Text, Screenshot, Software, Multimedia-Software enthält.&#10;&#10;KI-generierte Inhalte können fehlerhaft sein.">
              <a:extLst>
                <a:ext uri="{FF2B5EF4-FFF2-40B4-BE49-F238E27FC236}">
                  <a16:creationId xmlns:a16="http://schemas.microsoft.com/office/drawing/2014/main" id="{EEA5F7C7-40DC-8435-C2C6-3649EE3C9E5B}"/>
                </a:ext>
              </a:extLst>
            </p:cNvPr>
            <p:cNvPicPr>
              <a:picLocks noChangeAspect="1"/>
            </p:cNvPicPr>
            <p:nvPr userDrawn="1"/>
          </p:nvPicPr>
          <p:blipFill>
            <a:blip r:embed="rId6">
              <a:extLst>
                <a:ext uri="{28A0092B-C50C-407E-A947-70E740481C1C}">
                  <a14:useLocalDpi xmlns:a14="http://schemas.microsoft.com/office/drawing/2010/main" val="0"/>
                </a:ext>
              </a:extLst>
            </a:blip>
            <a:srcRect t="75728"/>
            <a:stretch/>
          </p:blipFill>
          <p:spPr>
            <a:xfrm>
              <a:off x="6179650" y="4076333"/>
              <a:ext cx="2903360" cy="787095"/>
            </a:xfrm>
            <a:prstGeom prst="rect">
              <a:avLst/>
            </a:prstGeom>
          </p:spPr>
        </p:pic>
      </p:grpSp>
      <p:sp>
        <p:nvSpPr>
          <p:cNvPr id="3" name="Rechteck: eine Ecke abgerundet 2">
            <a:extLst>
              <a:ext uri="{FF2B5EF4-FFF2-40B4-BE49-F238E27FC236}">
                <a16:creationId xmlns:a16="http://schemas.microsoft.com/office/drawing/2014/main" id="{C5A08582-2447-0F98-7C69-5FE3B04886EA}"/>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 name="Foliennummernplatzhalter 15">
            <a:extLst>
              <a:ext uri="{FF2B5EF4-FFF2-40B4-BE49-F238E27FC236}">
                <a16:creationId xmlns:a16="http://schemas.microsoft.com/office/drawing/2014/main" id="{5AB6C868-E463-FC6F-D5CE-E192C51E0209}"/>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dirty="0">
                <a:solidFill>
                  <a:schemeClr val="accent1"/>
                </a:solidFill>
              </a:rPr>
              <a:t>6</a:t>
            </a:r>
            <a:endParaRPr lang="de-DE" sz="1100" b="1" dirty="0">
              <a:solidFill>
                <a:schemeClr val="accent1"/>
              </a:solidFill>
            </a:endParaRPr>
          </a:p>
        </p:txBody>
      </p:sp>
      <p:sp>
        <p:nvSpPr>
          <p:cNvPr id="10" name="Foliennummernplatzhalter 15">
            <a:extLst>
              <a:ext uri="{FF2B5EF4-FFF2-40B4-BE49-F238E27FC236}">
                <a16:creationId xmlns:a16="http://schemas.microsoft.com/office/drawing/2014/main" id="{68B64F50-8F23-C7C7-ABF2-E5C86913D89B}"/>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de-DE" sz="1200" b="0" dirty="0">
                <a:solidFill>
                  <a:schemeClr val="bg1"/>
                </a:solidFill>
              </a:rPr>
              <a:t>März 2025</a:t>
            </a:r>
            <a:endParaRPr lang="de-DE" b="0" dirty="0">
              <a:solidFill>
                <a:schemeClr val="bg1"/>
              </a:solidFill>
            </a:endParaRPr>
          </a:p>
        </p:txBody>
      </p:sp>
      <p:sp>
        <p:nvSpPr>
          <p:cNvPr id="15" name="Textplatzhalter 16">
            <a:extLst>
              <a:ext uri="{FF2B5EF4-FFF2-40B4-BE49-F238E27FC236}">
                <a16:creationId xmlns:a16="http://schemas.microsoft.com/office/drawing/2014/main" id="{2DF0AE2D-B8E0-84C5-C7DA-703AD02A4049}"/>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Styleguide &amp; Anleitung PowerPoint-Template</a:t>
            </a:r>
          </a:p>
        </p:txBody>
      </p:sp>
    </p:spTree>
    <p:extLst>
      <p:ext uri="{BB962C8B-B14F-4D97-AF65-F5344CB8AC3E}">
        <p14:creationId xmlns:p14="http://schemas.microsoft.com/office/powerpoint/2010/main" val="436674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Trenner-1">
    <p:spTree>
      <p:nvGrpSpPr>
        <p:cNvPr id="1" name=""/>
        <p:cNvGrpSpPr/>
        <p:nvPr/>
      </p:nvGrpSpPr>
      <p:grpSpPr>
        <a:xfrm>
          <a:off x="0" y="0"/>
          <a:ext cx="0" cy="0"/>
          <a:chOff x="0" y="0"/>
          <a:chExt cx="0" cy="0"/>
        </a:xfrm>
      </p:grpSpPr>
      <p:sp>
        <p:nvSpPr>
          <p:cNvPr id="11" name="Titel 1">
            <a:extLst>
              <a:ext uri="{FF2B5EF4-FFF2-40B4-BE49-F238E27FC236}">
                <a16:creationId xmlns:a16="http://schemas.microsoft.com/office/drawing/2014/main" id="{7735A00A-BA02-7B4F-291C-E36C96E111CD}"/>
              </a:ext>
            </a:extLst>
          </p:cNvPr>
          <p:cNvSpPr>
            <a:spLocks noGrp="1"/>
          </p:cNvSpPr>
          <p:nvPr>
            <p:ph type="title" hasCustomPrompt="1"/>
          </p:nvPr>
        </p:nvSpPr>
        <p:spPr>
          <a:xfrm>
            <a:off x="648969" y="3429000"/>
            <a:ext cx="10772405" cy="1083682"/>
          </a:xfrm>
        </p:spPr>
        <p:txBody>
          <a:bodyPr anchor="t">
            <a:normAutofit/>
          </a:bodyPr>
          <a:lstStyle>
            <a:lvl1pPr>
              <a:defRPr sz="4800" b="1"/>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de-DE" dirty="0"/>
              <a:t>[Präsentationstitel]</a:t>
            </a:r>
          </a:p>
        </p:txBody>
      </p:sp>
      <p:pic>
        <p:nvPicPr>
          <p:cNvPr id="3" name="Grafik 2" descr="Ein Bild, das Grafiken, Schrift, Text, Grafikdesign enthält.&#10;&#10;Automatisch generierte Beschreibung">
            <a:extLst>
              <a:ext uri="{FF2B5EF4-FFF2-40B4-BE49-F238E27FC236}">
                <a16:creationId xmlns:a16="http://schemas.microsoft.com/office/drawing/2014/main" id="{46E792D2-B48A-ABEF-C68C-5BC6B79E3FF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72997" y="541841"/>
            <a:ext cx="2476146" cy="1083682"/>
          </a:xfrm>
          <a:prstGeom prst="rect">
            <a:avLst/>
          </a:prstGeom>
        </p:spPr>
      </p:pic>
      <p:sp>
        <p:nvSpPr>
          <p:cNvPr id="12" name="Rechteck 11">
            <a:extLst>
              <a:ext uri="{FF2B5EF4-FFF2-40B4-BE49-F238E27FC236}">
                <a16:creationId xmlns:a16="http://schemas.microsoft.com/office/drawing/2014/main" id="{E5F5F3FE-9598-186F-D209-DCB34D453602}"/>
              </a:ext>
            </a:extLst>
          </p:cNvPr>
          <p:cNvSpPr/>
          <p:nvPr userDrawn="1"/>
        </p:nvSpPr>
        <p:spPr>
          <a:xfrm>
            <a:off x="804245" y="0"/>
            <a:ext cx="36000" cy="3356691"/>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7" name="Textplatzhalter 2">
            <a:extLst>
              <a:ext uri="{FF2B5EF4-FFF2-40B4-BE49-F238E27FC236}">
                <a16:creationId xmlns:a16="http://schemas.microsoft.com/office/drawing/2014/main" id="{0792ED73-511E-74E1-B11C-ABF6CD21B838}"/>
              </a:ext>
            </a:extLst>
          </p:cNvPr>
          <p:cNvSpPr>
            <a:spLocks noGrp="1"/>
          </p:cNvSpPr>
          <p:nvPr>
            <p:ph idx="1" hasCustomPrompt="1"/>
          </p:nvPr>
        </p:nvSpPr>
        <p:spPr>
          <a:xfrm>
            <a:off x="648969" y="5805577"/>
            <a:ext cx="10772405" cy="1052423"/>
          </a:xfrm>
          <a:prstGeom prst="rect">
            <a:avLst/>
          </a:prstGeom>
        </p:spPr>
        <p:txBody>
          <a:bodyPr vert="horz" lIns="91440" tIns="45720" rIns="91440" bIns="45720" rtlCol="0">
            <a:normAutofit/>
          </a:bodyPr>
          <a:lstStyle>
            <a:lvl1pPr marL="0" indent="0">
              <a:buNone/>
              <a:defRPr sz="1800">
                <a:latin typeface="+mj-lt"/>
              </a:defRPr>
            </a:lvl1pPr>
            <a:lvl2pPr marL="457200" indent="0">
              <a:buNone/>
              <a:defRPr/>
            </a:lvl2pPr>
          </a:lstStyle>
          <a:p>
            <a:pPr lvl="0"/>
            <a:r>
              <a:rPr lang="de-DE" dirty="0"/>
              <a:t>27.02.2025</a:t>
            </a:r>
          </a:p>
        </p:txBody>
      </p:sp>
      <p:sp>
        <p:nvSpPr>
          <p:cNvPr id="8" name="Textplatzhalter 2">
            <a:extLst>
              <a:ext uri="{FF2B5EF4-FFF2-40B4-BE49-F238E27FC236}">
                <a16:creationId xmlns:a16="http://schemas.microsoft.com/office/drawing/2014/main" id="{92693E6E-6C2B-D6EC-2B18-01910EDB96C5}"/>
              </a:ext>
            </a:extLst>
          </p:cNvPr>
          <p:cNvSpPr>
            <a:spLocks noGrp="1"/>
          </p:cNvSpPr>
          <p:nvPr>
            <p:ph idx="10" hasCustomPrompt="1"/>
          </p:nvPr>
        </p:nvSpPr>
        <p:spPr>
          <a:xfrm>
            <a:off x="648969" y="4736918"/>
            <a:ext cx="10772405" cy="423250"/>
          </a:xfrm>
          <a:prstGeom prst="rect">
            <a:avLst/>
          </a:prstGeom>
        </p:spPr>
        <p:txBody>
          <a:bodyPr vert="horz" lIns="91440" tIns="45720" rIns="91440" bIns="45720" rtlCol="0">
            <a:noAutofit/>
          </a:bodyPr>
          <a:lstStyle>
            <a:lvl1pPr marL="0" indent="0">
              <a:buNone/>
              <a:defRPr sz="2800">
                <a:latin typeface="+mj-lt"/>
              </a:defRPr>
            </a:lvl1pPr>
            <a:lvl2pPr marL="457200" indent="0">
              <a:buNone/>
              <a:defRPr/>
            </a:lvl2pPr>
          </a:lstStyle>
          <a:p>
            <a:pPr lvl="0"/>
            <a:r>
              <a:rPr lang="de-DE" dirty="0"/>
              <a:t>[Name]</a:t>
            </a:r>
          </a:p>
        </p:txBody>
      </p:sp>
    </p:spTree>
    <p:extLst>
      <p:ext uri="{BB962C8B-B14F-4D97-AF65-F5344CB8AC3E}">
        <p14:creationId xmlns:p14="http://schemas.microsoft.com/office/powerpoint/2010/main" val="1649494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halt-1">
    <p:spTree>
      <p:nvGrpSpPr>
        <p:cNvPr id="1" name=""/>
        <p:cNvGrpSpPr/>
        <p:nvPr/>
      </p:nvGrpSpPr>
      <p:grpSpPr>
        <a:xfrm>
          <a:off x="0" y="0"/>
          <a:ext cx="0" cy="0"/>
          <a:chOff x="0" y="0"/>
          <a:chExt cx="0" cy="0"/>
        </a:xfrm>
      </p:grpSpPr>
      <p:sp>
        <p:nvSpPr>
          <p:cNvPr id="3" name="Rechteck: eine Ecke abgerundet 2">
            <a:extLst>
              <a:ext uri="{FF2B5EF4-FFF2-40B4-BE49-F238E27FC236}">
                <a16:creationId xmlns:a16="http://schemas.microsoft.com/office/drawing/2014/main" id="{83ECE401-03A0-D001-AD1C-F291923F43B4}"/>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8632825" cy="365125"/>
          </a:xfrm>
          <a:prstGeom prst="rect">
            <a:avLst/>
          </a:prstGeom>
        </p:spPr>
        <p:txBody>
          <a:bodyPr/>
          <a:lstStyle>
            <a:lvl1pPr algn="l">
              <a:defRPr/>
            </a:lvl1pPr>
          </a:lstStyle>
          <a:p>
            <a:endParaRPr lang="de-DE" dirty="0"/>
          </a:p>
        </p:txBody>
      </p:sp>
      <p:sp>
        <p:nvSpPr>
          <p:cNvPr id="12" name="Titelplatzhalter 1">
            <a:extLst>
              <a:ext uri="{FF2B5EF4-FFF2-40B4-BE49-F238E27FC236}">
                <a16:creationId xmlns:a16="http://schemas.microsoft.com/office/drawing/2014/main" id="{593938B1-FED3-BB37-8315-0E0FE93BA86B}"/>
              </a:ext>
            </a:extLst>
          </p:cNvPr>
          <p:cNvSpPr>
            <a:spLocks noGrp="1"/>
          </p:cNvSpPr>
          <p:nvPr>
            <p:ph type="title" hasCustomPrompt="1"/>
          </p:nvPr>
        </p:nvSpPr>
        <p:spPr>
          <a:xfrm>
            <a:off x="1422399" y="918307"/>
            <a:ext cx="10040401" cy="517382"/>
          </a:xfrm>
          <a:prstGeom prst="rect">
            <a:avLst/>
          </a:prstGeom>
        </p:spPr>
        <p:txBody>
          <a:bodyPr vert="horz" lIns="91440" tIns="45720" rIns="91440" bIns="45720" rtlCol="0" anchor="ctr">
            <a:normAutofit/>
          </a:bodyPr>
          <a:lstStyle>
            <a:lvl1pPr>
              <a:defRPr sz="2400"/>
            </a:lvl1pPr>
          </a:lstStyle>
          <a:p>
            <a:r>
              <a:rPr lang="de-DE" dirty="0"/>
              <a:t>[Titel]</a:t>
            </a:r>
          </a:p>
        </p:txBody>
      </p:sp>
      <p:sp>
        <p:nvSpPr>
          <p:cNvPr id="14" name="Foliennummernplatzhalter 15">
            <a:extLst>
              <a:ext uri="{FF2B5EF4-FFF2-40B4-BE49-F238E27FC236}">
                <a16:creationId xmlns:a16="http://schemas.microsoft.com/office/drawing/2014/main" id="{E217E237-7961-A404-3D71-14206D030905}"/>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7" name="Foliennummernplatzhalter 15">
            <a:extLst>
              <a:ext uri="{FF2B5EF4-FFF2-40B4-BE49-F238E27FC236}">
                <a16:creationId xmlns:a16="http://schemas.microsoft.com/office/drawing/2014/main" id="{3EDFEC3F-86CB-4119-9775-263847BAA573}"/>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17" name="Textplatzhalter 16">
            <a:extLst>
              <a:ext uri="{FF2B5EF4-FFF2-40B4-BE49-F238E27FC236}">
                <a16:creationId xmlns:a16="http://schemas.microsoft.com/office/drawing/2014/main" id="{8EFE6EBE-D535-97B1-8BD8-D8A40515D6A7}"/>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
        <p:nvSpPr>
          <p:cNvPr id="24" name="Textplatzhalter 2">
            <a:extLst>
              <a:ext uri="{FF2B5EF4-FFF2-40B4-BE49-F238E27FC236}">
                <a16:creationId xmlns:a16="http://schemas.microsoft.com/office/drawing/2014/main" id="{3ED75078-8E01-C646-7D91-529A876EC6B3}"/>
              </a:ext>
            </a:extLst>
          </p:cNvPr>
          <p:cNvSpPr>
            <a:spLocks noGrp="1"/>
          </p:cNvSpPr>
          <p:nvPr>
            <p:ph idx="1" hasCustomPrompt="1"/>
          </p:nvPr>
        </p:nvSpPr>
        <p:spPr>
          <a:xfrm>
            <a:off x="1422400" y="1618909"/>
            <a:ext cx="10040400" cy="4554217"/>
          </a:xfrm>
          <a:prstGeom prst="rect">
            <a:avLst/>
          </a:prstGeom>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800">
                <a:latin typeface="+mn-lt"/>
              </a:defRPr>
            </a:lvl1pPr>
          </a:lstStyle>
          <a:p>
            <a:pPr lvl="0"/>
            <a:r>
              <a:rPr lang="de-DE" dirty="0"/>
              <a:t>XXX</a:t>
            </a:r>
          </a:p>
          <a:p>
            <a:pPr lvl="0"/>
            <a:r>
              <a:rPr lang="de-DE" dirty="0"/>
              <a:t>XXX</a:t>
            </a:r>
          </a:p>
          <a:p>
            <a:pPr lvl="0"/>
            <a:r>
              <a:rPr lang="de-DE" dirty="0"/>
              <a:t>XXX</a:t>
            </a:r>
          </a:p>
          <a:p>
            <a:pPr lvl="0"/>
            <a:r>
              <a:rPr lang="de-DE" dirty="0"/>
              <a:t>XXX</a:t>
            </a:r>
          </a:p>
          <a:p>
            <a:pPr lvl="0"/>
            <a:r>
              <a:rPr lang="de-DE" dirty="0"/>
              <a:t>XXX</a:t>
            </a:r>
          </a:p>
          <a:p>
            <a:pPr lvl="0"/>
            <a:r>
              <a:rPr lang="de-DE" dirty="0"/>
              <a:t>XXX</a:t>
            </a:r>
          </a:p>
          <a:p>
            <a:pPr lvl="0"/>
            <a:r>
              <a:rPr lang="de-DE" dirty="0"/>
              <a:t>XXX</a:t>
            </a:r>
          </a:p>
          <a:p>
            <a:pPr lvl="0"/>
            <a:r>
              <a:rPr lang="de-DE" dirty="0"/>
              <a:t>XXX</a:t>
            </a:r>
          </a:p>
        </p:txBody>
      </p:sp>
    </p:spTree>
    <p:extLst>
      <p:ext uri="{BB962C8B-B14F-4D97-AF65-F5344CB8AC3E}">
        <p14:creationId xmlns:p14="http://schemas.microsoft.com/office/powerpoint/2010/main" val="1434453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nhalt-2">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8632825" cy="365125"/>
          </a:xfrm>
          <a:prstGeom prst="rect">
            <a:avLst/>
          </a:prstGeom>
        </p:spPr>
        <p:txBody>
          <a:bodyPr/>
          <a:lstStyle>
            <a:lvl1pPr algn="l">
              <a:defRPr/>
            </a:lvl1pPr>
          </a:lstStyle>
          <a:p>
            <a:endParaRPr lang="de-DE" dirty="0"/>
          </a:p>
        </p:txBody>
      </p:sp>
      <p:sp>
        <p:nvSpPr>
          <p:cNvPr id="13" name="Textplatzhalter 2">
            <a:extLst>
              <a:ext uri="{FF2B5EF4-FFF2-40B4-BE49-F238E27FC236}">
                <a16:creationId xmlns:a16="http://schemas.microsoft.com/office/drawing/2014/main" id="{4250A0D3-EECA-C1B5-3111-FC2295A51C34}"/>
              </a:ext>
            </a:extLst>
          </p:cNvPr>
          <p:cNvSpPr>
            <a:spLocks noGrp="1"/>
          </p:cNvSpPr>
          <p:nvPr>
            <p:ph idx="1" hasCustomPrompt="1"/>
          </p:nvPr>
        </p:nvSpPr>
        <p:spPr>
          <a:xfrm>
            <a:off x="1422400" y="1798957"/>
            <a:ext cx="10040400" cy="4374170"/>
          </a:xfrm>
          <a:prstGeom prst="rect">
            <a:avLst/>
          </a:prstGeom>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800">
                <a:latin typeface="+mn-lt"/>
              </a:defRPr>
            </a:lvl1pPr>
          </a:lstStyle>
          <a:p>
            <a:pPr lvl="0"/>
            <a:r>
              <a:rPr lang="de-DE" dirty="0"/>
              <a:t>XXX</a:t>
            </a:r>
          </a:p>
          <a:p>
            <a:pPr lvl="0"/>
            <a:r>
              <a:rPr lang="de-DE" dirty="0"/>
              <a:t>XXX</a:t>
            </a:r>
          </a:p>
          <a:p>
            <a:pPr lvl="0"/>
            <a:r>
              <a:rPr lang="de-DE" dirty="0"/>
              <a:t>XXX</a:t>
            </a:r>
          </a:p>
          <a:p>
            <a:pPr lvl="0"/>
            <a:r>
              <a:rPr lang="de-DE" dirty="0"/>
              <a:t>XXX</a:t>
            </a:r>
          </a:p>
          <a:p>
            <a:pPr lvl="0"/>
            <a:r>
              <a:rPr lang="de-DE" dirty="0"/>
              <a:t>XXX</a:t>
            </a:r>
          </a:p>
          <a:p>
            <a:pPr lvl="0"/>
            <a:r>
              <a:rPr lang="de-DE" dirty="0"/>
              <a:t>XXX</a:t>
            </a:r>
          </a:p>
          <a:p>
            <a:pPr lvl="0"/>
            <a:r>
              <a:rPr lang="de-DE" dirty="0"/>
              <a:t>XXX</a:t>
            </a:r>
          </a:p>
          <a:p>
            <a:pPr lvl="0"/>
            <a:r>
              <a:rPr lang="de-DE" dirty="0"/>
              <a:t>XXX</a:t>
            </a:r>
          </a:p>
        </p:txBody>
      </p:sp>
      <p:sp>
        <p:nvSpPr>
          <p:cNvPr id="9" name="Rechteck 8">
            <a:extLst>
              <a:ext uri="{FF2B5EF4-FFF2-40B4-BE49-F238E27FC236}">
                <a16:creationId xmlns:a16="http://schemas.microsoft.com/office/drawing/2014/main" id="{4A1DD575-6A98-8883-7EC6-BA85B95B3051}"/>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0" name="Titelplatzhalter 1">
            <a:extLst>
              <a:ext uri="{FF2B5EF4-FFF2-40B4-BE49-F238E27FC236}">
                <a16:creationId xmlns:a16="http://schemas.microsoft.com/office/drawing/2014/main" id="{22B94FDA-28FA-8E6B-379D-5217B2EFC84E}"/>
              </a:ext>
            </a:extLst>
          </p:cNvPr>
          <p:cNvSpPr>
            <a:spLocks noGrp="1"/>
          </p:cNvSpPr>
          <p:nvPr>
            <p:ph type="title" hasCustomPrompt="1"/>
          </p:nvPr>
        </p:nvSpPr>
        <p:spPr>
          <a:xfrm>
            <a:off x="1422399" y="918307"/>
            <a:ext cx="10040401" cy="697429"/>
          </a:xfrm>
          <a:prstGeom prst="rect">
            <a:avLst/>
          </a:prstGeom>
        </p:spPr>
        <p:txBody>
          <a:bodyPr vert="horz" lIns="91440" tIns="45720" rIns="91440" bIns="45720" rtlCol="0" anchor="ctr">
            <a:normAutofit/>
          </a:bodyPr>
          <a:lstStyle>
            <a:lvl1pPr>
              <a:defRPr sz="2400"/>
            </a:lvl1pPr>
          </a:lstStyle>
          <a:p>
            <a:r>
              <a:rPr lang="de-DE" dirty="0"/>
              <a:t>[Actiontitel]</a:t>
            </a:r>
            <a:br>
              <a:rPr lang="de-DE" dirty="0"/>
            </a:br>
            <a:r>
              <a:rPr lang="de-DE" dirty="0"/>
              <a:t>[Actiontitel]</a:t>
            </a:r>
          </a:p>
        </p:txBody>
      </p:sp>
      <p:pic>
        <p:nvPicPr>
          <p:cNvPr id="11" name="Grafik 10" descr="Ein Bild, das Grafiken, Schrift, Text, Grafikdesign enthält.&#10;&#10;Automatisch generierte Beschreibung">
            <a:extLst>
              <a:ext uri="{FF2B5EF4-FFF2-40B4-BE49-F238E27FC236}">
                <a16:creationId xmlns:a16="http://schemas.microsoft.com/office/drawing/2014/main" id="{97B38C9B-D129-AA2B-188B-10D5CD9B795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6" name="Rechteck: eine Ecke abgerundet 5">
            <a:extLst>
              <a:ext uri="{FF2B5EF4-FFF2-40B4-BE49-F238E27FC236}">
                <a16:creationId xmlns:a16="http://schemas.microsoft.com/office/drawing/2014/main" id="{C44A585D-AEF1-7BB8-EE1D-18B7B5D5D52A}"/>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 name="Foliennummernplatzhalter 15">
            <a:extLst>
              <a:ext uri="{FF2B5EF4-FFF2-40B4-BE49-F238E27FC236}">
                <a16:creationId xmlns:a16="http://schemas.microsoft.com/office/drawing/2014/main" id="{BDB0B6F5-535C-6BAB-88FD-CC69CF82D3DB}"/>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8" name="Foliennummernplatzhalter 15">
            <a:extLst>
              <a:ext uri="{FF2B5EF4-FFF2-40B4-BE49-F238E27FC236}">
                <a16:creationId xmlns:a16="http://schemas.microsoft.com/office/drawing/2014/main" id="{88B8C079-01C7-F010-A363-CB93A630F92E}"/>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12" name="Textplatzhalter 16">
            <a:extLst>
              <a:ext uri="{FF2B5EF4-FFF2-40B4-BE49-F238E27FC236}">
                <a16:creationId xmlns:a16="http://schemas.microsoft.com/office/drawing/2014/main" id="{CEA78574-D75D-11BF-82B0-BF33C4C0D6D1}"/>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32000533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27" name="Grafik 26" descr="Ein Bild, das Grafiken, Schrift, Text, Grafikdesign enthält.&#10;&#10;Automatisch generierte Beschreibung">
            <a:extLst>
              <a:ext uri="{FF2B5EF4-FFF2-40B4-BE49-F238E27FC236}">
                <a16:creationId xmlns:a16="http://schemas.microsoft.com/office/drawing/2014/main" id="{14BAE421-85D1-AB65-32F0-2AD43C38B4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5" name="Rechteck: abgerundete Ecken 34">
            <a:extLst>
              <a:ext uri="{FF2B5EF4-FFF2-40B4-BE49-F238E27FC236}">
                <a16:creationId xmlns:a16="http://schemas.microsoft.com/office/drawing/2014/main" id="{F4B6E229-ABFB-66D3-32DB-38ECD1CF125A}"/>
              </a:ext>
            </a:extLst>
          </p:cNvPr>
          <p:cNvSpPr/>
          <p:nvPr userDrawn="1"/>
        </p:nvSpPr>
        <p:spPr>
          <a:xfrm>
            <a:off x="600075" y="2057400"/>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6" name="Rechteck: abgerundete Ecken 35">
            <a:extLst>
              <a:ext uri="{FF2B5EF4-FFF2-40B4-BE49-F238E27FC236}">
                <a16:creationId xmlns:a16="http://schemas.microsoft.com/office/drawing/2014/main" id="{FB9290D5-DB73-C413-B135-6E8EF7D5D085}"/>
              </a:ext>
            </a:extLst>
          </p:cNvPr>
          <p:cNvSpPr/>
          <p:nvPr userDrawn="1"/>
        </p:nvSpPr>
        <p:spPr>
          <a:xfrm>
            <a:off x="600075" y="2680766"/>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7" name="Rechteck: abgerundete Ecken 36">
            <a:extLst>
              <a:ext uri="{FF2B5EF4-FFF2-40B4-BE49-F238E27FC236}">
                <a16:creationId xmlns:a16="http://schemas.microsoft.com/office/drawing/2014/main" id="{421D6D99-5258-C803-D290-4B09AE46E057}"/>
              </a:ext>
            </a:extLst>
          </p:cNvPr>
          <p:cNvSpPr/>
          <p:nvPr userDrawn="1"/>
        </p:nvSpPr>
        <p:spPr>
          <a:xfrm>
            <a:off x="600075" y="3304132"/>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8" name="Rechteck: abgerundete Ecken 37">
            <a:extLst>
              <a:ext uri="{FF2B5EF4-FFF2-40B4-BE49-F238E27FC236}">
                <a16:creationId xmlns:a16="http://schemas.microsoft.com/office/drawing/2014/main" id="{AC4D765C-FD37-DCE4-5764-43948A603487}"/>
              </a:ext>
            </a:extLst>
          </p:cNvPr>
          <p:cNvSpPr/>
          <p:nvPr userDrawn="1"/>
        </p:nvSpPr>
        <p:spPr>
          <a:xfrm>
            <a:off x="600075" y="3927498"/>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40" name="Rechteck: abgerundete Ecken 39">
            <a:extLst>
              <a:ext uri="{FF2B5EF4-FFF2-40B4-BE49-F238E27FC236}">
                <a16:creationId xmlns:a16="http://schemas.microsoft.com/office/drawing/2014/main" id="{6EE8E973-B0DE-23DC-FFB5-FE2DC9B4F88D}"/>
              </a:ext>
            </a:extLst>
          </p:cNvPr>
          <p:cNvSpPr/>
          <p:nvPr userDrawn="1"/>
        </p:nvSpPr>
        <p:spPr>
          <a:xfrm>
            <a:off x="1574798" y="2678953"/>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Textplatzhalter 10">
            <a:extLst>
              <a:ext uri="{FF2B5EF4-FFF2-40B4-BE49-F238E27FC236}">
                <a16:creationId xmlns:a16="http://schemas.microsoft.com/office/drawing/2014/main" id="{B0BC8EC1-6C03-AF38-C823-A3ED052AB4E7}"/>
              </a:ext>
            </a:extLst>
          </p:cNvPr>
          <p:cNvSpPr>
            <a:spLocks noGrp="1"/>
          </p:cNvSpPr>
          <p:nvPr>
            <p:ph type="body" sz="quarter" idx="13" hasCustomPrompt="1"/>
          </p:nvPr>
        </p:nvSpPr>
        <p:spPr>
          <a:xfrm>
            <a:off x="1657349" y="2712042"/>
            <a:ext cx="9791955" cy="342444"/>
          </a:xfrm>
          <a:ln>
            <a:noFill/>
          </a:ln>
        </p:spPr>
        <p:txBody>
          <a:bodyPr anchor="ctr">
            <a:normAutofit/>
          </a:bodyPr>
          <a:lstStyle>
            <a:lvl1pPr marL="0" indent="0">
              <a:buNone/>
              <a:defRPr sz="1800"/>
            </a:lvl1pPr>
          </a:lstStyle>
          <a:p>
            <a:pPr lvl="0"/>
            <a:r>
              <a:rPr lang="de-DE" dirty="0"/>
              <a:t>[Thema 2]</a:t>
            </a:r>
          </a:p>
        </p:txBody>
      </p:sp>
      <p:sp>
        <p:nvSpPr>
          <p:cNvPr id="42" name="Rechteck: abgerundete Ecken 41">
            <a:extLst>
              <a:ext uri="{FF2B5EF4-FFF2-40B4-BE49-F238E27FC236}">
                <a16:creationId xmlns:a16="http://schemas.microsoft.com/office/drawing/2014/main" id="{F75F4CF7-6977-F8AC-8280-B1CB9A38C8C5}"/>
              </a:ext>
            </a:extLst>
          </p:cNvPr>
          <p:cNvSpPr/>
          <p:nvPr userDrawn="1"/>
        </p:nvSpPr>
        <p:spPr>
          <a:xfrm>
            <a:off x="1574798" y="330241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3" name="Textplatzhalter 10">
            <a:extLst>
              <a:ext uri="{FF2B5EF4-FFF2-40B4-BE49-F238E27FC236}">
                <a16:creationId xmlns:a16="http://schemas.microsoft.com/office/drawing/2014/main" id="{CA2ACD7A-EC56-103F-DCF3-14B7A7B19ED1}"/>
              </a:ext>
            </a:extLst>
          </p:cNvPr>
          <p:cNvSpPr>
            <a:spLocks noGrp="1"/>
          </p:cNvSpPr>
          <p:nvPr>
            <p:ph type="body" sz="quarter" idx="14" hasCustomPrompt="1"/>
          </p:nvPr>
        </p:nvSpPr>
        <p:spPr>
          <a:xfrm>
            <a:off x="1657349" y="3335507"/>
            <a:ext cx="9791955" cy="342444"/>
          </a:xfrm>
          <a:ln>
            <a:noFill/>
          </a:ln>
        </p:spPr>
        <p:txBody>
          <a:bodyPr anchor="ctr">
            <a:normAutofit/>
          </a:bodyPr>
          <a:lstStyle>
            <a:lvl1pPr marL="0" indent="0">
              <a:buNone/>
              <a:defRPr sz="1800"/>
            </a:lvl1pPr>
          </a:lstStyle>
          <a:p>
            <a:pPr lvl="0"/>
            <a:r>
              <a:rPr lang="de-DE" dirty="0"/>
              <a:t>[Thema 3]</a:t>
            </a:r>
          </a:p>
        </p:txBody>
      </p:sp>
      <p:sp>
        <p:nvSpPr>
          <p:cNvPr id="44" name="Rechteck: abgerundete Ecken 43">
            <a:extLst>
              <a:ext uri="{FF2B5EF4-FFF2-40B4-BE49-F238E27FC236}">
                <a16:creationId xmlns:a16="http://schemas.microsoft.com/office/drawing/2014/main" id="{C382BD0C-0279-FB3C-D576-2E495054B308}"/>
              </a:ext>
            </a:extLst>
          </p:cNvPr>
          <p:cNvSpPr/>
          <p:nvPr userDrawn="1"/>
        </p:nvSpPr>
        <p:spPr>
          <a:xfrm>
            <a:off x="1574797" y="2055488"/>
            <a:ext cx="9974067"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Textplatzhalter 10">
            <a:extLst>
              <a:ext uri="{FF2B5EF4-FFF2-40B4-BE49-F238E27FC236}">
                <a16:creationId xmlns:a16="http://schemas.microsoft.com/office/drawing/2014/main" id="{35BAFD67-F320-C8E3-E5AA-CFCCBE92C62C}"/>
              </a:ext>
            </a:extLst>
          </p:cNvPr>
          <p:cNvSpPr>
            <a:spLocks noGrp="1"/>
          </p:cNvSpPr>
          <p:nvPr>
            <p:ph type="body" sz="quarter" idx="15" hasCustomPrompt="1"/>
          </p:nvPr>
        </p:nvSpPr>
        <p:spPr>
          <a:xfrm>
            <a:off x="1657350" y="2088577"/>
            <a:ext cx="9791956" cy="342444"/>
          </a:xfrm>
          <a:ln>
            <a:noFill/>
          </a:ln>
        </p:spPr>
        <p:txBody>
          <a:bodyPr anchor="ctr">
            <a:normAutofit/>
          </a:bodyPr>
          <a:lstStyle>
            <a:lvl1pPr marL="0" indent="0">
              <a:buNone/>
              <a:defRPr sz="1800"/>
            </a:lvl1pPr>
          </a:lstStyle>
          <a:p>
            <a:pPr lvl="0"/>
            <a:r>
              <a:rPr lang="de-DE" dirty="0"/>
              <a:t>[Thema 1]</a:t>
            </a:r>
          </a:p>
        </p:txBody>
      </p:sp>
      <p:sp>
        <p:nvSpPr>
          <p:cNvPr id="46" name="Textplatzhalter 10">
            <a:extLst>
              <a:ext uri="{FF2B5EF4-FFF2-40B4-BE49-F238E27FC236}">
                <a16:creationId xmlns:a16="http://schemas.microsoft.com/office/drawing/2014/main" id="{A73FD707-46C7-9F1D-3535-ED5860E2FAC7}"/>
              </a:ext>
            </a:extLst>
          </p:cNvPr>
          <p:cNvSpPr>
            <a:spLocks noGrp="1"/>
          </p:cNvSpPr>
          <p:nvPr>
            <p:ph type="body" sz="quarter" idx="17" hasCustomPrompt="1"/>
          </p:nvPr>
        </p:nvSpPr>
        <p:spPr>
          <a:xfrm>
            <a:off x="668432" y="3958973"/>
            <a:ext cx="577662" cy="342445"/>
          </a:xfrm>
          <a:ln>
            <a:noFill/>
          </a:ln>
        </p:spPr>
        <p:txBody>
          <a:bodyPr anchor="ctr">
            <a:normAutofit/>
          </a:bodyPr>
          <a:lstStyle>
            <a:lvl1pPr marL="0" indent="0" algn="ctr">
              <a:buNone/>
              <a:defRPr sz="1800" b="1">
                <a:solidFill>
                  <a:srgbClr val="FFFFFF"/>
                </a:solidFill>
              </a:defRPr>
            </a:lvl1pPr>
          </a:lstStyle>
          <a:p>
            <a:pPr lvl="0"/>
            <a:r>
              <a:rPr lang="de-DE" dirty="0"/>
              <a:t>4</a:t>
            </a:r>
          </a:p>
        </p:txBody>
      </p:sp>
      <p:sp>
        <p:nvSpPr>
          <p:cNvPr id="47" name="Textplatzhalter 10">
            <a:extLst>
              <a:ext uri="{FF2B5EF4-FFF2-40B4-BE49-F238E27FC236}">
                <a16:creationId xmlns:a16="http://schemas.microsoft.com/office/drawing/2014/main" id="{BEFC98AF-F037-F9BF-134A-F66D84BED23C}"/>
              </a:ext>
            </a:extLst>
          </p:cNvPr>
          <p:cNvSpPr>
            <a:spLocks noGrp="1"/>
          </p:cNvSpPr>
          <p:nvPr>
            <p:ph type="body" sz="quarter" idx="18" hasCustomPrompt="1"/>
          </p:nvPr>
        </p:nvSpPr>
        <p:spPr>
          <a:xfrm>
            <a:off x="668432" y="3335507"/>
            <a:ext cx="577662" cy="342445"/>
          </a:xfrm>
          <a:ln>
            <a:noFill/>
          </a:ln>
        </p:spPr>
        <p:txBody>
          <a:bodyPr anchor="ctr">
            <a:normAutofit/>
          </a:bodyPr>
          <a:lstStyle>
            <a:lvl1pPr marL="0" indent="0" algn="ctr">
              <a:buNone/>
              <a:defRPr sz="1800" b="1">
                <a:solidFill>
                  <a:srgbClr val="FFFFFF"/>
                </a:solidFill>
              </a:defRPr>
            </a:lvl1pPr>
          </a:lstStyle>
          <a:p>
            <a:pPr lvl="0"/>
            <a:r>
              <a:rPr lang="de-DE" dirty="0"/>
              <a:t>3</a:t>
            </a:r>
          </a:p>
        </p:txBody>
      </p:sp>
      <p:sp>
        <p:nvSpPr>
          <p:cNvPr id="48" name="Textplatzhalter 10">
            <a:extLst>
              <a:ext uri="{FF2B5EF4-FFF2-40B4-BE49-F238E27FC236}">
                <a16:creationId xmlns:a16="http://schemas.microsoft.com/office/drawing/2014/main" id="{610C19E2-576E-D94E-02DA-2DCE8EC1DD40}"/>
              </a:ext>
            </a:extLst>
          </p:cNvPr>
          <p:cNvSpPr>
            <a:spLocks noGrp="1"/>
          </p:cNvSpPr>
          <p:nvPr>
            <p:ph type="body" sz="quarter" idx="19" hasCustomPrompt="1"/>
          </p:nvPr>
        </p:nvSpPr>
        <p:spPr>
          <a:xfrm>
            <a:off x="668432" y="2712042"/>
            <a:ext cx="577662" cy="342445"/>
          </a:xfrm>
          <a:ln>
            <a:noFill/>
          </a:ln>
        </p:spPr>
        <p:txBody>
          <a:bodyPr anchor="ctr">
            <a:normAutofit/>
          </a:bodyPr>
          <a:lstStyle>
            <a:lvl1pPr marL="0" indent="0" algn="ctr">
              <a:buNone/>
              <a:defRPr sz="1800" b="1">
                <a:solidFill>
                  <a:srgbClr val="FFFFFF"/>
                </a:solidFill>
              </a:defRPr>
            </a:lvl1pPr>
          </a:lstStyle>
          <a:p>
            <a:pPr lvl="0"/>
            <a:r>
              <a:rPr lang="de-DE" dirty="0"/>
              <a:t>2</a:t>
            </a:r>
          </a:p>
        </p:txBody>
      </p:sp>
      <p:sp>
        <p:nvSpPr>
          <p:cNvPr id="49" name="Textplatzhalter 10">
            <a:extLst>
              <a:ext uri="{FF2B5EF4-FFF2-40B4-BE49-F238E27FC236}">
                <a16:creationId xmlns:a16="http://schemas.microsoft.com/office/drawing/2014/main" id="{6CD49976-0267-5EB2-73FC-300EF0CE5DEB}"/>
              </a:ext>
            </a:extLst>
          </p:cNvPr>
          <p:cNvSpPr>
            <a:spLocks noGrp="1"/>
          </p:cNvSpPr>
          <p:nvPr>
            <p:ph type="body" sz="quarter" idx="20" hasCustomPrompt="1"/>
          </p:nvPr>
        </p:nvSpPr>
        <p:spPr>
          <a:xfrm>
            <a:off x="668432" y="2088577"/>
            <a:ext cx="577662" cy="342445"/>
          </a:xfrm>
          <a:ln>
            <a:noFill/>
          </a:ln>
        </p:spPr>
        <p:txBody>
          <a:bodyPr anchor="ctr">
            <a:normAutofit/>
          </a:bodyPr>
          <a:lstStyle>
            <a:lvl1pPr marL="0" indent="0" algn="ctr">
              <a:buNone/>
              <a:defRPr sz="1800" b="1">
                <a:solidFill>
                  <a:srgbClr val="FFFFFF"/>
                </a:solidFill>
              </a:defRPr>
            </a:lvl1pPr>
          </a:lstStyle>
          <a:p>
            <a:pPr lvl="0"/>
            <a:r>
              <a:rPr lang="de-DE" dirty="0"/>
              <a:t>1</a:t>
            </a:r>
          </a:p>
        </p:txBody>
      </p:sp>
      <p:sp>
        <p:nvSpPr>
          <p:cNvPr id="50" name="Rechteck: abgerundete Ecken 49">
            <a:extLst>
              <a:ext uri="{FF2B5EF4-FFF2-40B4-BE49-F238E27FC236}">
                <a16:creationId xmlns:a16="http://schemas.microsoft.com/office/drawing/2014/main" id="{D59518C6-99E5-93A8-DA38-CED885546882}"/>
              </a:ext>
            </a:extLst>
          </p:cNvPr>
          <p:cNvSpPr/>
          <p:nvPr userDrawn="1"/>
        </p:nvSpPr>
        <p:spPr>
          <a:xfrm>
            <a:off x="1574798" y="392489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 name="Textplatzhalter 10">
            <a:extLst>
              <a:ext uri="{FF2B5EF4-FFF2-40B4-BE49-F238E27FC236}">
                <a16:creationId xmlns:a16="http://schemas.microsoft.com/office/drawing/2014/main" id="{3C2CE81C-0689-1868-EF2E-BF63DEB6DF8C}"/>
              </a:ext>
            </a:extLst>
          </p:cNvPr>
          <p:cNvSpPr>
            <a:spLocks noGrp="1"/>
          </p:cNvSpPr>
          <p:nvPr>
            <p:ph type="body" sz="quarter" idx="21" hasCustomPrompt="1"/>
          </p:nvPr>
        </p:nvSpPr>
        <p:spPr>
          <a:xfrm>
            <a:off x="1657349" y="3957987"/>
            <a:ext cx="9791955" cy="342444"/>
          </a:xfrm>
          <a:ln>
            <a:noFill/>
          </a:ln>
        </p:spPr>
        <p:txBody>
          <a:bodyPr anchor="ctr">
            <a:normAutofit/>
          </a:bodyPr>
          <a:lstStyle>
            <a:lvl1pPr marL="0" indent="0">
              <a:buNone/>
              <a:defRPr sz="1800"/>
            </a:lvl1pPr>
          </a:lstStyle>
          <a:p>
            <a:pPr lvl="0"/>
            <a:r>
              <a:rPr lang="de-DE" dirty="0"/>
              <a:t>[Thema 4]</a:t>
            </a:r>
          </a:p>
        </p:txBody>
      </p:sp>
      <p:sp>
        <p:nvSpPr>
          <p:cNvPr id="52" name="Titelplatzhalter 1">
            <a:extLst>
              <a:ext uri="{FF2B5EF4-FFF2-40B4-BE49-F238E27FC236}">
                <a16:creationId xmlns:a16="http://schemas.microsoft.com/office/drawing/2014/main" id="{C19CBA39-C37D-4500-92F5-CDE8C4EC785E}"/>
              </a:ext>
            </a:extLst>
          </p:cNvPr>
          <p:cNvSpPr>
            <a:spLocks noGrp="1"/>
          </p:cNvSpPr>
          <p:nvPr>
            <p:ph type="title" hasCustomPrompt="1"/>
          </p:nvPr>
        </p:nvSpPr>
        <p:spPr>
          <a:xfrm>
            <a:off x="600075" y="918000"/>
            <a:ext cx="10948789" cy="577263"/>
          </a:xfrm>
          <a:prstGeom prst="rect">
            <a:avLst/>
          </a:prstGeom>
        </p:spPr>
        <p:txBody>
          <a:bodyPr vert="horz" lIns="91440" tIns="45720" rIns="91440" bIns="45720" rtlCol="0" anchor="ctr">
            <a:noAutofit/>
          </a:bodyPr>
          <a:lstStyle>
            <a:lvl1pPr>
              <a:defRPr sz="2400"/>
            </a:lvl1pPr>
          </a:lstStyle>
          <a:p>
            <a:r>
              <a:rPr lang="de-DE" dirty="0"/>
              <a:t>[</a:t>
            </a:r>
            <a:r>
              <a:rPr lang="de-DE" dirty="0" err="1"/>
              <a:t>Agendatitel</a:t>
            </a:r>
            <a:r>
              <a:rPr lang="de-DE" dirty="0"/>
              <a:t>]</a:t>
            </a:r>
          </a:p>
        </p:txBody>
      </p:sp>
      <p:sp>
        <p:nvSpPr>
          <p:cNvPr id="2" name="Rechteck: eine Ecke abgerundet 1">
            <a:extLst>
              <a:ext uri="{FF2B5EF4-FFF2-40B4-BE49-F238E27FC236}">
                <a16:creationId xmlns:a16="http://schemas.microsoft.com/office/drawing/2014/main" id="{D74C4911-B026-4F8A-34C7-69BE34115703}"/>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3" name="Foliennummernplatzhalter 15">
            <a:extLst>
              <a:ext uri="{FF2B5EF4-FFF2-40B4-BE49-F238E27FC236}">
                <a16:creationId xmlns:a16="http://schemas.microsoft.com/office/drawing/2014/main" id="{E68456B1-982A-388A-F472-81EA0775D28B}"/>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6" name="Foliennummernplatzhalter 15">
            <a:extLst>
              <a:ext uri="{FF2B5EF4-FFF2-40B4-BE49-F238E27FC236}">
                <a16:creationId xmlns:a16="http://schemas.microsoft.com/office/drawing/2014/main" id="{9A813F89-AB76-3A38-A46E-79BA3897AE53}"/>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7" name="Textplatzhalter 16">
            <a:extLst>
              <a:ext uri="{FF2B5EF4-FFF2-40B4-BE49-F238E27FC236}">
                <a16:creationId xmlns:a16="http://schemas.microsoft.com/office/drawing/2014/main" id="{1591F3C6-DD80-B560-8573-054443B95C3F}"/>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572773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1">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27" name="Grafik 26" descr="Ein Bild, das Grafiken, Schrift, Text, Grafikdesign enthält.&#10;&#10;Automatisch generierte Beschreibung">
            <a:extLst>
              <a:ext uri="{FF2B5EF4-FFF2-40B4-BE49-F238E27FC236}">
                <a16:creationId xmlns:a16="http://schemas.microsoft.com/office/drawing/2014/main" id="{14BAE421-85D1-AB65-32F0-2AD43C38B4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5" name="Rechteck: abgerundete Ecken 34">
            <a:extLst>
              <a:ext uri="{FF2B5EF4-FFF2-40B4-BE49-F238E27FC236}">
                <a16:creationId xmlns:a16="http://schemas.microsoft.com/office/drawing/2014/main" id="{F4B6E229-ABFB-66D3-32DB-38ECD1CF125A}"/>
              </a:ext>
            </a:extLst>
          </p:cNvPr>
          <p:cNvSpPr/>
          <p:nvPr userDrawn="1"/>
        </p:nvSpPr>
        <p:spPr>
          <a:xfrm>
            <a:off x="600075" y="2057400"/>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6" name="Rechteck: abgerundete Ecken 35">
            <a:extLst>
              <a:ext uri="{FF2B5EF4-FFF2-40B4-BE49-F238E27FC236}">
                <a16:creationId xmlns:a16="http://schemas.microsoft.com/office/drawing/2014/main" id="{FB9290D5-DB73-C413-B135-6E8EF7D5D085}"/>
              </a:ext>
            </a:extLst>
          </p:cNvPr>
          <p:cNvSpPr/>
          <p:nvPr userDrawn="1"/>
        </p:nvSpPr>
        <p:spPr>
          <a:xfrm>
            <a:off x="600075" y="2680766"/>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7" name="Rechteck: abgerundete Ecken 36">
            <a:extLst>
              <a:ext uri="{FF2B5EF4-FFF2-40B4-BE49-F238E27FC236}">
                <a16:creationId xmlns:a16="http://schemas.microsoft.com/office/drawing/2014/main" id="{421D6D99-5258-C803-D290-4B09AE46E057}"/>
              </a:ext>
            </a:extLst>
          </p:cNvPr>
          <p:cNvSpPr/>
          <p:nvPr userDrawn="1"/>
        </p:nvSpPr>
        <p:spPr>
          <a:xfrm>
            <a:off x="600075" y="3304132"/>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8" name="Rechteck: abgerundete Ecken 37">
            <a:extLst>
              <a:ext uri="{FF2B5EF4-FFF2-40B4-BE49-F238E27FC236}">
                <a16:creationId xmlns:a16="http://schemas.microsoft.com/office/drawing/2014/main" id="{AC4D765C-FD37-DCE4-5764-43948A603487}"/>
              </a:ext>
            </a:extLst>
          </p:cNvPr>
          <p:cNvSpPr/>
          <p:nvPr userDrawn="1"/>
        </p:nvSpPr>
        <p:spPr>
          <a:xfrm>
            <a:off x="600075" y="3927498"/>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40" name="Rechteck: abgerundete Ecken 39">
            <a:extLst>
              <a:ext uri="{FF2B5EF4-FFF2-40B4-BE49-F238E27FC236}">
                <a16:creationId xmlns:a16="http://schemas.microsoft.com/office/drawing/2014/main" id="{6EE8E973-B0DE-23DC-FFB5-FE2DC9B4F88D}"/>
              </a:ext>
            </a:extLst>
          </p:cNvPr>
          <p:cNvSpPr/>
          <p:nvPr userDrawn="1"/>
        </p:nvSpPr>
        <p:spPr>
          <a:xfrm>
            <a:off x="1574798" y="2678953"/>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Textplatzhalter 10">
            <a:extLst>
              <a:ext uri="{FF2B5EF4-FFF2-40B4-BE49-F238E27FC236}">
                <a16:creationId xmlns:a16="http://schemas.microsoft.com/office/drawing/2014/main" id="{B0BC8EC1-6C03-AF38-C823-A3ED052AB4E7}"/>
              </a:ext>
            </a:extLst>
          </p:cNvPr>
          <p:cNvSpPr>
            <a:spLocks noGrp="1"/>
          </p:cNvSpPr>
          <p:nvPr>
            <p:ph type="body" sz="quarter" idx="13" hasCustomPrompt="1"/>
          </p:nvPr>
        </p:nvSpPr>
        <p:spPr>
          <a:xfrm>
            <a:off x="1657349" y="2712042"/>
            <a:ext cx="9791955" cy="342444"/>
          </a:xfrm>
          <a:ln>
            <a:noFill/>
          </a:ln>
        </p:spPr>
        <p:txBody>
          <a:bodyPr anchor="ctr">
            <a:normAutofit/>
          </a:bodyPr>
          <a:lstStyle>
            <a:lvl1pPr marL="0" indent="0">
              <a:buNone/>
              <a:defRPr sz="1800"/>
            </a:lvl1pPr>
          </a:lstStyle>
          <a:p>
            <a:pPr lvl="0"/>
            <a:r>
              <a:rPr lang="de-DE" dirty="0"/>
              <a:t>[Thema 2]</a:t>
            </a:r>
          </a:p>
        </p:txBody>
      </p:sp>
      <p:sp>
        <p:nvSpPr>
          <p:cNvPr id="42" name="Rechteck: abgerundete Ecken 41">
            <a:extLst>
              <a:ext uri="{FF2B5EF4-FFF2-40B4-BE49-F238E27FC236}">
                <a16:creationId xmlns:a16="http://schemas.microsoft.com/office/drawing/2014/main" id="{F75F4CF7-6977-F8AC-8280-B1CB9A38C8C5}"/>
              </a:ext>
            </a:extLst>
          </p:cNvPr>
          <p:cNvSpPr/>
          <p:nvPr userDrawn="1"/>
        </p:nvSpPr>
        <p:spPr>
          <a:xfrm>
            <a:off x="1574798" y="330241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3" name="Textplatzhalter 10">
            <a:extLst>
              <a:ext uri="{FF2B5EF4-FFF2-40B4-BE49-F238E27FC236}">
                <a16:creationId xmlns:a16="http://schemas.microsoft.com/office/drawing/2014/main" id="{CA2ACD7A-EC56-103F-DCF3-14B7A7B19ED1}"/>
              </a:ext>
            </a:extLst>
          </p:cNvPr>
          <p:cNvSpPr>
            <a:spLocks noGrp="1"/>
          </p:cNvSpPr>
          <p:nvPr>
            <p:ph type="body" sz="quarter" idx="14" hasCustomPrompt="1"/>
          </p:nvPr>
        </p:nvSpPr>
        <p:spPr>
          <a:xfrm>
            <a:off x="1657349" y="3335507"/>
            <a:ext cx="9791955" cy="342444"/>
          </a:xfrm>
          <a:ln>
            <a:noFill/>
          </a:ln>
        </p:spPr>
        <p:txBody>
          <a:bodyPr anchor="ctr">
            <a:normAutofit/>
          </a:bodyPr>
          <a:lstStyle>
            <a:lvl1pPr marL="0" indent="0">
              <a:buNone/>
              <a:defRPr sz="1800"/>
            </a:lvl1pPr>
          </a:lstStyle>
          <a:p>
            <a:pPr lvl="0"/>
            <a:r>
              <a:rPr lang="de-DE" dirty="0"/>
              <a:t>[Thema 3]</a:t>
            </a:r>
          </a:p>
        </p:txBody>
      </p:sp>
      <p:sp>
        <p:nvSpPr>
          <p:cNvPr id="46" name="Textplatzhalter 10">
            <a:extLst>
              <a:ext uri="{FF2B5EF4-FFF2-40B4-BE49-F238E27FC236}">
                <a16:creationId xmlns:a16="http://schemas.microsoft.com/office/drawing/2014/main" id="{A73FD707-46C7-9F1D-3535-ED5860E2FAC7}"/>
              </a:ext>
            </a:extLst>
          </p:cNvPr>
          <p:cNvSpPr>
            <a:spLocks noGrp="1"/>
          </p:cNvSpPr>
          <p:nvPr>
            <p:ph type="body" sz="quarter" idx="17" hasCustomPrompt="1"/>
          </p:nvPr>
        </p:nvSpPr>
        <p:spPr>
          <a:xfrm>
            <a:off x="668432" y="3958973"/>
            <a:ext cx="577662" cy="342445"/>
          </a:xfrm>
          <a:ln>
            <a:noFill/>
          </a:ln>
        </p:spPr>
        <p:txBody>
          <a:bodyPr anchor="ctr">
            <a:normAutofit/>
          </a:bodyPr>
          <a:lstStyle>
            <a:lvl1pPr marL="0" indent="0" algn="ctr">
              <a:buNone/>
              <a:defRPr sz="1800" b="1">
                <a:solidFill>
                  <a:srgbClr val="FFFFFF"/>
                </a:solidFill>
              </a:defRPr>
            </a:lvl1pPr>
          </a:lstStyle>
          <a:p>
            <a:pPr lvl="0"/>
            <a:r>
              <a:rPr lang="de-DE" dirty="0"/>
              <a:t>4</a:t>
            </a:r>
          </a:p>
        </p:txBody>
      </p:sp>
      <p:sp>
        <p:nvSpPr>
          <p:cNvPr id="47" name="Textplatzhalter 10">
            <a:extLst>
              <a:ext uri="{FF2B5EF4-FFF2-40B4-BE49-F238E27FC236}">
                <a16:creationId xmlns:a16="http://schemas.microsoft.com/office/drawing/2014/main" id="{BEFC98AF-F037-F9BF-134A-F66D84BED23C}"/>
              </a:ext>
            </a:extLst>
          </p:cNvPr>
          <p:cNvSpPr>
            <a:spLocks noGrp="1"/>
          </p:cNvSpPr>
          <p:nvPr>
            <p:ph type="body" sz="quarter" idx="18" hasCustomPrompt="1"/>
          </p:nvPr>
        </p:nvSpPr>
        <p:spPr>
          <a:xfrm>
            <a:off x="668432" y="3335507"/>
            <a:ext cx="577662" cy="342445"/>
          </a:xfrm>
          <a:ln>
            <a:noFill/>
          </a:ln>
        </p:spPr>
        <p:txBody>
          <a:bodyPr anchor="ctr">
            <a:normAutofit/>
          </a:bodyPr>
          <a:lstStyle>
            <a:lvl1pPr marL="0" indent="0" algn="ctr">
              <a:buNone/>
              <a:defRPr sz="1800" b="1">
                <a:solidFill>
                  <a:srgbClr val="FFFFFF"/>
                </a:solidFill>
              </a:defRPr>
            </a:lvl1pPr>
          </a:lstStyle>
          <a:p>
            <a:pPr lvl="0"/>
            <a:r>
              <a:rPr lang="de-DE" dirty="0"/>
              <a:t>3</a:t>
            </a:r>
          </a:p>
        </p:txBody>
      </p:sp>
      <p:sp>
        <p:nvSpPr>
          <p:cNvPr id="48" name="Textplatzhalter 10">
            <a:extLst>
              <a:ext uri="{FF2B5EF4-FFF2-40B4-BE49-F238E27FC236}">
                <a16:creationId xmlns:a16="http://schemas.microsoft.com/office/drawing/2014/main" id="{610C19E2-576E-D94E-02DA-2DCE8EC1DD40}"/>
              </a:ext>
            </a:extLst>
          </p:cNvPr>
          <p:cNvSpPr>
            <a:spLocks noGrp="1"/>
          </p:cNvSpPr>
          <p:nvPr>
            <p:ph type="body" sz="quarter" idx="19" hasCustomPrompt="1"/>
          </p:nvPr>
        </p:nvSpPr>
        <p:spPr>
          <a:xfrm>
            <a:off x="668432" y="2712042"/>
            <a:ext cx="577662" cy="342445"/>
          </a:xfrm>
          <a:ln>
            <a:noFill/>
          </a:ln>
        </p:spPr>
        <p:txBody>
          <a:bodyPr anchor="ctr">
            <a:normAutofit/>
          </a:bodyPr>
          <a:lstStyle>
            <a:lvl1pPr marL="0" indent="0" algn="ctr">
              <a:buNone/>
              <a:defRPr sz="1800" b="1">
                <a:solidFill>
                  <a:srgbClr val="FFFFFF"/>
                </a:solidFill>
              </a:defRPr>
            </a:lvl1pPr>
          </a:lstStyle>
          <a:p>
            <a:pPr lvl="0"/>
            <a:r>
              <a:rPr lang="de-DE" dirty="0"/>
              <a:t>2</a:t>
            </a:r>
          </a:p>
        </p:txBody>
      </p:sp>
      <p:sp>
        <p:nvSpPr>
          <p:cNvPr id="49" name="Textplatzhalter 10">
            <a:extLst>
              <a:ext uri="{FF2B5EF4-FFF2-40B4-BE49-F238E27FC236}">
                <a16:creationId xmlns:a16="http://schemas.microsoft.com/office/drawing/2014/main" id="{6CD49976-0267-5EB2-73FC-300EF0CE5DEB}"/>
              </a:ext>
            </a:extLst>
          </p:cNvPr>
          <p:cNvSpPr>
            <a:spLocks noGrp="1"/>
          </p:cNvSpPr>
          <p:nvPr>
            <p:ph type="body" sz="quarter" idx="20" hasCustomPrompt="1"/>
          </p:nvPr>
        </p:nvSpPr>
        <p:spPr>
          <a:xfrm>
            <a:off x="668432" y="2088577"/>
            <a:ext cx="577662" cy="342445"/>
          </a:xfrm>
          <a:ln>
            <a:noFill/>
          </a:ln>
        </p:spPr>
        <p:txBody>
          <a:bodyPr anchor="ctr">
            <a:normAutofit/>
          </a:bodyPr>
          <a:lstStyle>
            <a:lvl1pPr marL="0" indent="0" algn="ctr">
              <a:buNone/>
              <a:defRPr sz="1800" b="1">
                <a:solidFill>
                  <a:srgbClr val="FFFFFF"/>
                </a:solidFill>
              </a:defRPr>
            </a:lvl1pPr>
          </a:lstStyle>
          <a:p>
            <a:pPr lvl="0"/>
            <a:r>
              <a:rPr lang="de-DE" dirty="0"/>
              <a:t>1</a:t>
            </a:r>
          </a:p>
        </p:txBody>
      </p:sp>
      <p:sp>
        <p:nvSpPr>
          <p:cNvPr id="50" name="Rechteck: abgerundete Ecken 49">
            <a:extLst>
              <a:ext uri="{FF2B5EF4-FFF2-40B4-BE49-F238E27FC236}">
                <a16:creationId xmlns:a16="http://schemas.microsoft.com/office/drawing/2014/main" id="{D59518C6-99E5-93A8-DA38-CED885546882}"/>
              </a:ext>
            </a:extLst>
          </p:cNvPr>
          <p:cNvSpPr/>
          <p:nvPr userDrawn="1"/>
        </p:nvSpPr>
        <p:spPr>
          <a:xfrm>
            <a:off x="1574798" y="392489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 name="Textplatzhalter 10">
            <a:extLst>
              <a:ext uri="{FF2B5EF4-FFF2-40B4-BE49-F238E27FC236}">
                <a16:creationId xmlns:a16="http://schemas.microsoft.com/office/drawing/2014/main" id="{3C2CE81C-0689-1868-EF2E-BF63DEB6DF8C}"/>
              </a:ext>
            </a:extLst>
          </p:cNvPr>
          <p:cNvSpPr>
            <a:spLocks noGrp="1"/>
          </p:cNvSpPr>
          <p:nvPr>
            <p:ph type="body" sz="quarter" idx="21" hasCustomPrompt="1"/>
          </p:nvPr>
        </p:nvSpPr>
        <p:spPr>
          <a:xfrm>
            <a:off x="1657349" y="3957987"/>
            <a:ext cx="9791955" cy="342444"/>
          </a:xfrm>
          <a:ln>
            <a:noFill/>
          </a:ln>
        </p:spPr>
        <p:txBody>
          <a:bodyPr anchor="ctr">
            <a:normAutofit/>
          </a:bodyPr>
          <a:lstStyle>
            <a:lvl1pPr marL="0" indent="0">
              <a:buNone/>
              <a:defRPr sz="1800"/>
            </a:lvl1pPr>
          </a:lstStyle>
          <a:p>
            <a:pPr lvl="0"/>
            <a:r>
              <a:rPr lang="de-DE" dirty="0"/>
              <a:t>[Thema 4]</a:t>
            </a:r>
          </a:p>
        </p:txBody>
      </p:sp>
      <p:sp>
        <p:nvSpPr>
          <p:cNvPr id="34" name="Rechteck: abgerundete Ecken 33">
            <a:extLst>
              <a:ext uri="{FF2B5EF4-FFF2-40B4-BE49-F238E27FC236}">
                <a16:creationId xmlns:a16="http://schemas.microsoft.com/office/drawing/2014/main" id="{3BEDF9AA-F512-9547-2F0C-CE3738B10417}"/>
              </a:ext>
            </a:extLst>
          </p:cNvPr>
          <p:cNvSpPr/>
          <p:nvPr userDrawn="1"/>
        </p:nvSpPr>
        <p:spPr>
          <a:xfrm>
            <a:off x="1574798" y="2058035"/>
            <a:ext cx="9974066" cy="407988"/>
          </a:xfrm>
          <a:prstGeom prst="roundRect">
            <a:avLst/>
          </a:prstGeom>
          <a:solidFill>
            <a:schemeClr val="accent1">
              <a:lumMod val="60000"/>
              <a:lumOff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Textplatzhalter 10">
            <a:extLst>
              <a:ext uri="{FF2B5EF4-FFF2-40B4-BE49-F238E27FC236}">
                <a16:creationId xmlns:a16="http://schemas.microsoft.com/office/drawing/2014/main" id="{BCFBADBB-2B4A-DB3A-ACFB-2E0A29447F90}"/>
              </a:ext>
            </a:extLst>
          </p:cNvPr>
          <p:cNvSpPr>
            <a:spLocks noGrp="1"/>
          </p:cNvSpPr>
          <p:nvPr>
            <p:ph type="body" sz="quarter" idx="12" hasCustomPrompt="1"/>
          </p:nvPr>
        </p:nvSpPr>
        <p:spPr>
          <a:xfrm>
            <a:off x="1657349" y="2091124"/>
            <a:ext cx="9791955" cy="342444"/>
          </a:xfrm>
          <a:ln>
            <a:noFill/>
          </a:ln>
        </p:spPr>
        <p:txBody>
          <a:bodyPr anchor="ctr">
            <a:normAutofit/>
          </a:bodyPr>
          <a:lstStyle>
            <a:lvl1pPr marL="0" indent="0">
              <a:buNone/>
              <a:defRPr sz="1800">
                <a:solidFill>
                  <a:schemeClr val="bg1"/>
                </a:solidFill>
              </a:defRPr>
            </a:lvl1pPr>
          </a:lstStyle>
          <a:p>
            <a:pPr lvl="0"/>
            <a:r>
              <a:rPr lang="de-DE" dirty="0"/>
              <a:t>[Thema 1]</a:t>
            </a:r>
          </a:p>
        </p:txBody>
      </p:sp>
      <p:sp>
        <p:nvSpPr>
          <p:cNvPr id="2" name="Titelplatzhalter 1">
            <a:extLst>
              <a:ext uri="{FF2B5EF4-FFF2-40B4-BE49-F238E27FC236}">
                <a16:creationId xmlns:a16="http://schemas.microsoft.com/office/drawing/2014/main" id="{9C24A37D-123E-DA73-7A73-BADC0D2FB611}"/>
              </a:ext>
            </a:extLst>
          </p:cNvPr>
          <p:cNvSpPr>
            <a:spLocks noGrp="1"/>
          </p:cNvSpPr>
          <p:nvPr>
            <p:ph type="title" hasCustomPrompt="1"/>
          </p:nvPr>
        </p:nvSpPr>
        <p:spPr>
          <a:xfrm>
            <a:off x="600075" y="918000"/>
            <a:ext cx="10948789" cy="577263"/>
          </a:xfrm>
          <a:prstGeom prst="rect">
            <a:avLst/>
          </a:prstGeom>
        </p:spPr>
        <p:txBody>
          <a:bodyPr vert="horz" lIns="91440" tIns="45720" rIns="91440" bIns="45720" rtlCol="0" anchor="ctr">
            <a:noAutofit/>
          </a:bodyPr>
          <a:lstStyle>
            <a:lvl1pPr>
              <a:defRPr sz="2400"/>
            </a:lvl1pPr>
          </a:lstStyle>
          <a:p>
            <a:r>
              <a:rPr lang="de-DE" dirty="0"/>
              <a:t>[</a:t>
            </a:r>
            <a:r>
              <a:rPr lang="de-DE" dirty="0" err="1"/>
              <a:t>Agendatitel</a:t>
            </a:r>
            <a:r>
              <a:rPr lang="de-DE" dirty="0"/>
              <a:t>]</a:t>
            </a:r>
          </a:p>
        </p:txBody>
      </p:sp>
      <p:sp>
        <p:nvSpPr>
          <p:cNvPr id="3" name="Rechteck: eine Ecke abgerundet 2">
            <a:extLst>
              <a:ext uri="{FF2B5EF4-FFF2-40B4-BE49-F238E27FC236}">
                <a16:creationId xmlns:a16="http://schemas.microsoft.com/office/drawing/2014/main" id="{008ED7F9-BA6D-A1D5-3261-3B2E33F3A294}"/>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6" name="Foliennummernplatzhalter 15">
            <a:extLst>
              <a:ext uri="{FF2B5EF4-FFF2-40B4-BE49-F238E27FC236}">
                <a16:creationId xmlns:a16="http://schemas.microsoft.com/office/drawing/2014/main" id="{0469A149-4F67-828F-46A1-3EDEF510F62E}"/>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7" name="Foliennummernplatzhalter 15">
            <a:extLst>
              <a:ext uri="{FF2B5EF4-FFF2-40B4-BE49-F238E27FC236}">
                <a16:creationId xmlns:a16="http://schemas.microsoft.com/office/drawing/2014/main" id="{8420D79F-CEB6-66AE-F82A-BD4C4AA98A23}"/>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8" name="Textplatzhalter 16">
            <a:extLst>
              <a:ext uri="{FF2B5EF4-FFF2-40B4-BE49-F238E27FC236}">
                <a16:creationId xmlns:a16="http://schemas.microsoft.com/office/drawing/2014/main" id="{29AA7A70-CD20-D37D-3C66-42D4667F00E0}"/>
              </a:ext>
            </a:extLst>
          </p:cNvPr>
          <p:cNvSpPr>
            <a:spLocks noGrp="1"/>
          </p:cNvSpPr>
          <p:nvPr>
            <p:ph type="body" sz="quarter" idx="2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27993280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2">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27" name="Grafik 26" descr="Ein Bild, das Grafiken, Schrift, Text, Grafikdesign enthält.&#10;&#10;Automatisch generierte Beschreibung">
            <a:extLst>
              <a:ext uri="{FF2B5EF4-FFF2-40B4-BE49-F238E27FC236}">
                <a16:creationId xmlns:a16="http://schemas.microsoft.com/office/drawing/2014/main" id="{14BAE421-85D1-AB65-32F0-2AD43C38B4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5" name="Rechteck: abgerundete Ecken 34">
            <a:extLst>
              <a:ext uri="{FF2B5EF4-FFF2-40B4-BE49-F238E27FC236}">
                <a16:creationId xmlns:a16="http://schemas.microsoft.com/office/drawing/2014/main" id="{F4B6E229-ABFB-66D3-32DB-38ECD1CF125A}"/>
              </a:ext>
            </a:extLst>
          </p:cNvPr>
          <p:cNvSpPr/>
          <p:nvPr userDrawn="1"/>
        </p:nvSpPr>
        <p:spPr>
          <a:xfrm>
            <a:off x="600075" y="2057400"/>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6" name="Rechteck: abgerundete Ecken 35">
            <a:extLst>
              <a:ext uri="{FF2B5EF4-FFF2-40B4-BE49-F238E27FC236}">
                <a16:creationId xmlns:a16="http://schemas.microsoft.com/office/drawing/2014/main" id="{FB9290D5-DB73-C413-B135-6E8EF7D5D085}"/>
              </a:ext>
            </a:extLst>
          </p:cNvPr>
          <p:cNvSpPr/>
          <p:nvPr userDrawn="1"/>
        </p:nvSpPr>
        <p:spPr>
          <a:xfrm>
            <a:off x="600075" y="2680766"/>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7" name="Rechteck: abgerundete Ecken 36">
            <a:extLst>
              <a:ext uri="{FF2B5EF4-FFF2-40B4-BE49-F238E27FC236}">
                <a16:creationId xmlns:a16="http://schemas.microsoft.com/office/drawing/2014/main" id="{421D6D99-5258-C803-D290-4B09AE46E057}"/>
              </a:ext>
            </a:extLst>
          </p:cNvPr>
          <p:cNvSpPr/>
          <p:nvPr userDrawn="1"/>
        </p:nvSpPr>
        <p:spPr>
          <a:xfrm>
            <a:off x="600075" y="3304132"/>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8" name="Rechteck: abgerundete Ecken 37">
            <a:extLst>
              <a:ext uri="{FF2B5EF4-FFF2-40B4-BE49-F238E27FC236}">
                <a16:creationId xmlns:a16="http://schemas.microsoft.com/office/drawing/2014/main" id="{AC4D765C-FD37-DCE4-5764-43948A603487}"/>
              </a:ext>
            </a:extLst>
          </p:cNvPr>
          <p:cNvSpPr/>
          <p:nvPr userDrawn="1"/>
        </p:nvSpPr>
        <p:spPr>
          <a:xfrm>
            <a:off x="600075" y="3927498"/>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40" name="Rechteck: abgerundete Ecken 39">
            <a:extLst>
              <a:ext uri="{FF2B5EF4-FFF2-40B4-BE49-F238E27FC236}">
                <a16:creationId xmlns:a16="http://schemas.microsoft.com/office/drawing/2014/main" id="{6EE8E973-B0DE-23DC-FFB5-FE2DC9B4F88D}"/>
              </a:ext>
            </a:extLst>
          </p:cNvPr>
          <p:cNvSpPr/>
          <p:nvPr userDrawn="1"/>
        </p:nvSpPr>
        <p:spPr>
          <a:xfrm>
            <a:off x="1574798" y="2062866"/>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Textplatzhalter 10">
            <a:extLst>
              <a:ext uri="{FF2B5EF4-FFF2-40B4-BE49-F238E27FC236}">
                <a16:creationId xmlns:a16="http://schemas.microsoft.com/office/drawing/2014/main" id="{B0BC8EC1-6C03-AF38-C823-A3ED052AB4E7}"/>
              </a:ext>
            </a:extLst>
          </p:cNvPr>
          <p:cNvSpPr>
            <a:spLocks noGrp="1"/>
          </p:cNvSpPr>
          <p:nvPr>
            <p:ph type="body" sz="quarter" idx="13" hasCustomPrompt="1"/>
          </p:nvPr>
        </p:nvSpPr>
        <p:spPr>
          <a:xfrm>
            <a:off x="1657349" y="2095955"/>
            <a:ext cx="9791955" cy="342444"/>
          </a:xfrm>
          <a:ln>
            <a:noFill/>
          </a:ln>
        </p:spPr>
        <p:txBody>
          <a:bodyPr anchor="ctr">
            <a:normAutofit/>
          </a:bodyPr>
          <a:lstStyle>
            <a:lvl1pPr marL="0" indent="0">
              <a:buNone/>
              <a:defRPr sz="1800"/>
            </a:lvl1pPr>
          </a:lstStyle>
          <a:p>
            <a:pPr lvl="0"/>
            <a:r>
              <a:rPr lang="de-DE" dirty="0"/>
              <a:t>[Thema 1]</a:t>
            </a:r>
          </a:p>
        </p:txBody>
      </p:sp>
      <p:sp>
        <p:nvSpPr>
          <p:cNvPr id="42" name="Rechteck: abgerundete Ecken 41">
            <a:extLst>
              <a:ext uri="{FF2B5EF4-FFF2-40B4-BE49-F238E27FC236}">
                <a16:creationId xmlns:a16="http://schemas.microsoft.com/office/drawing/2014/main" id="{F75F4CF7-6977-F8AC-8280-B1CB9A38C8C5}"/>
              </a:ext>
            </a:extLst>
          </p:cNvPr>
          <p:cNvSpPr/>
          <p:nvPr userDrawn="1"/>
        </p:nvSpPr>
        <p:spPr>
          <a:xfrm>
            <a:off x="1574798" y="330241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3" name="Textplatzhalter 10">
            <a:extLst>
              <a:ext uri="{FF2B5EF4-FFF2-40B4-BE49-F238E27FC236}">
                <a16:creationId xmlns:a16="http://schemas.microsoft.com/office/drawing/2014/main" id="{CA2ACD7A-EC56-103F-DCF3-14B7A7B19ED1}"/>
              </a:ext>
            </a:extLst>
          </p:cNvPr>
          <p:cNvSpPr>
            <a:spLocks noGrp="1"/>
          </p:cNvSpPr>
          <p:nvPr>
            <p:ph type="body" sz="quarter" idx="14" hasCustomPrompt="1"/>
          </p:nvPr>
        </p:nvSpPr>
        <p:spPr>
          <a:xfrm>
            <a:off x="1657349" y="3335507"/>
            <a:ext cx="9791955" cy="342444"/>
          </a:xfrm>
          <a:ln>
            <a:noFill/>
          </a:ln>
        </p:spPr>
        <p:txBody>
          <a:bodyPr anchor="ctr">
            <a:normAutofit/>
          </a:bodyPr>
          <a:lstStyle>
            <a:lvl1pPr marL="0" indent="0">
              <a:buNone/>
              <a:defRPr sz="1800"/>
            </a:lvl1pPr>
          </a:lstStyle>
          <a:p>
            <a:pPr lvl="0"/>
            <a:r>
              <a:rPr lang="de-DE" dirty="0"/>
              <a:t>[Thema 3]</a:t>
            </a:r>
          </a:p>
        </p:txBody>
      </p:sp>
      <p:sp>
        <p:nvSpPr>
          <p:cNvPr id="46" name="Textplatzhalter 10">
            <a:extLst>
              <a:ext uri="{FF2B5EF4-FFF2-40B4-BE49-F238E27FC236}">
                <a16:creationId xmlns:a16="http://schemas.microsoft.com/office/drawing/2014/main" id="{A73FD707-46C7-9F1D-3535-ED5860E2FAC7}"/>
              </a:ext>
            </a:extLst>
          </p:cNvPr>
          <p:cNvSpPr>
            <a:spLocks noGrp="1"/>
          </p:cNvSpPr>
          <p:nvPr>
            <p:ph type="body" sz="quarter" idx="17" hasCustomPrompt="1"/>
          </p:nvPr>
        </p:nvSpPr>
        <p:spPr>
          <a:xfrm>
            <a:off x="668432" y="3958973"/>
            <a:ext cx="577662" cy="342445"/>
          </a:xfrm>
          <a:ln>
            <a:noFill/>
          </a:ln>
        </p:spPr>
        <p:txBody>
          <a:bodyPr anchor="ctr">
            <a:normAutofit/>
          </a:bodyPr>
          <a:lstStyle>
            <a:lvl1pPr marL="0" indent="0" algn="ctr">
              <a:buNone/>
              <a:defRPr sz="1800" b="1">
                <a:solidFill>
                  <a:srgbClr val="FFFFFF"/>
                </a:solidFill>
              </a:defRPr>
            </a:lvl1pPr>
          </a:lstStyle>
          <a:p>
            <a:pPr lvl="0"/>
            <a:r>
              <a:rPr lang="de-DE" dirty="0"/>
              <a:t>4</a:t>
            </a:r>
          </a:p>
        </p:txBody>
      </p:sp>
      <p:sp>
        <p:nvSpPr>
          <p:cNvPr id="47" name="Textplatzhalter 10">
            <a:extLst>
              <a:ext uri="{FF2B5EF4-FFF2-40B4-BE49-F238E27FC236}">
                <a16:creationId xmlns:a16="http://schemas.microsoft.com/office/drawing/2014/main" id="{BEFC98AF-F037-F9BF-134A-F66D84BED23C}"/>
              </a:ext>
            </a:extLst>
          </p:cNvPr>
          <p:cNvSpPr>
            <a:spLocks noGrp="1"/>
          </p:cNvSpPr>
          <p:nvPr>
            <p:ph type="body" sz="quarter" idx="18" hasCustomPrompt="1"/>
          </p:nvPr>
        </p:nvSpPr>
        <p:spPr>
          <a:xfrm>
            <a:off x="668432" y="3335507"/>
            <a:ext cx="577662" cy="342445"/>
          </a:xfrm>
          <a:ln>
            <a:noFill/>
          </a:ln>
        </p:spPr>
        <p:txBody>
          <a:bodyPr anchor="ctr">
            <a:normAutofit/>
          </a:bodyPr>
          <a:lstStyle>
            <a:lvl1pPr marL="0" indent="0" algn="ctr">
              <a:buNone/>
              <a:defRPr sz="1800" b="1">
                <a:solidFill>
                  <a:srgbClr val="FFFFFF"/>
                </a:solidFill>
              </a:defRPr>
            </a:lvl1pPr>
          </a:lstStyle>
          <a:p>
            <a:pPr lvl="0"/>
            <a:r>
              <a:rPr lang="de-DE" dirty="0"/>
              <a:t>3</a:t>
            </a:r>
          </a:p>
        </p:txBody>
      </p:sp>
      <p:sp>
        <p:nvSpPr>
          <p:cNvPr id="48" name="Textplatzhalter 10">
            <a:extLst>
              <a:ext uri="{FF2B5EF4-FFF2-40B4-BE49-F238E27FC236}">
                <a16:creationId xmlns:a16="http://schemas.microsoft.com/office/drawing/2014/main" id="{610C19E2-576E-D94E-02DA-2DCE8EC1DD40}"/>
              </a:ext>
            </a:extLst>
          </p:cNvPr>
          <p:cNvSpPr>
            <a:spLocks noGrp="1"/>
          </p:cNvSpPr>
          <p:nvPr>
            <p:ph type="body" sz="quarter" idx="19" hasCustomPrompt="1"/>
          </p:nvPr>
        </p:nvSpPr>
        <p:spPr>
          <a:xfrm>
            <a:off x="668432" y="2712042"/>
            <a:ext cx="577662" cy="342445"/>
          </a:xfrm>
          <a:ln>
            <a:noFill/>
          </a:ln>
        </p:spPr>
        <p:txBody>
          <a:bodyPr anchor="ctr">
            <a:normAutofit/>
          </a:bodyPr>
          <a:lstStyle>
            <a:lvl1pPr marL="0" indent="0" algn="ctr">
              <a:buNone/>
              <a:defRPr sz="1800" b="1">
                <a:solidFill>
                  <a:srgbClr val="FFFFFF"/>
                </a:solidFill>
              </a:defRPr>
            </a:lvl1pPr>
          </a:lstStyle>
          <a:p>
            <a:pPr lvl="0"/>
            <a:r>
              <a:rPr lang="de-DE" dirty="0"/>
              <a:t>2</a:t>
            </a:r>
          </a:p>
        </p:txBody>
      </p:sp>
      <p:sp>
        <p:nvSpPr>
          <p:cNvPr id="49" name="Textplatzhalter 10">
            <a:extLst>
              <a:ext uri="{FF2B5EF4-FFF2-40B4-BE49-F238E27FC236}">
                <a16:creationId xmlns:a16="http://schemas.microsoft.com/office/drawing/2014/main" id="{6CD49976-0267-5EB2-73FC-300EF0CE5DEB}"/>
              </a:ext>
            </a:extLst>
          </p:cNvPr>
          <p:cNvSpPr>
            <a:spLocks noGrp="1"/>
          </p:cNvSpPr>
          <p:nvPr>
            <p:ph type="body" sz="quarter" idx="20" hasCustomPrompt="1"/>
          </p:nvPr>
        </p:nvSpPr>
        <p:spPr>
          <a:xfrm>
            <a:off x="668432" y="2088577"/>
            <a:ext cx="577662" cy="342445"/>
          </a:xfrm>
          <a:ln>
            <a:noFill/>
          </a:ln>
        </p:spPr>
        <p:txBody>
          <a:bodyPr anchor="ctr">
            <a:normAutofit/>
          </a:bodyPr>
          <a:lstStyle>
            <a:lvl1pPr marL="0" indent="0" algn="ctr">
              <a:buNone/>
              <a:defRPr sz="1800" b="1">
                <a:solidFill>
                  <a:srgbClr val="FFFFFF"/>
                </a:solidFill>
              </a:defRPr>
            </a:lvl1pPr>
          </a:lstStyle>
          <a:p>
            <a:pPr lvl="0"/>
            <a:r>
              <a:rPr lang="de-DE" dirty="0"/>
              <a:t>1</a:t>
            </a:r>
          </a:p>
        </p:txBody>
      </p:sp>
      <p:sp>
        <p:nvSpPr>
          <p:cNvPr id="50" name="Rechteck: abgerundete Ecken 49">
            <a:extLst>
              <a:ext uri="{FF2B5EF4-FFF2-40B4-BE49-F238E27FC236}">
                <a16:creationId xmlns:a16="http://schemas.microsoft.com/office/drawing/2014/main" id="{D59518C6-99E5-93A8-DA38-CED885546882}"/>
              </a:ext>
            </a:extLst>
          </p:cNvPr>
          <p:cNvSpPr/>
          <p:nvPr userDrawn="1"/>
        </p:nvSpPr>
        <p:spPr>
          <a:xfrm>
            <a:off x="1574798" y="392489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 name="Textplatzhalter 10">
            <a:extLst>
              <a:ext uri="{FF2B5EF4-FFF2-40B4-BE49-F238E27FC236}">
                <a16:creationId xmlns:a16="http://schemas.microsoft.com/office/drawing/2014/main" id="{3C2CE81C-0689-1868-EF2E-BF63DEB6DF8C}"/>
              </a:ext>
            </a:extLst>
          </p:cNvPr>
          <p:cNvSpPr>
            <a:spLocks noGrp="1"/>
          </p:cNvSpPr>
          <p:nvPr>
            <p:ph type="body" sz="quarter" idx="21" hasCustomPrompt="1"/>
          </p:nvPr>
        </p:nvSpPr>
        <p:spPr>
          <a:xfrm>
            <a:off x="1657349" y="3957987"/>
            <a:ext cx="9791955" cy="342444"/>
          </a:xfrm>
          <a:ln>
            <a:noFill/>
          </a:ln>
        </p:spPr>
        <p:txBody>
          <a:bodyPr anchor="ctr">
            <a:normAutofit/>
          </a:bodyPr>
          <a:lstStyle>
            <a:lvl1pPr marL="0" indent="0">
              <a:buNone/>
              <a:defRPr sz="1800"/>
            </a:lvl1pPr>
          </a:lstStyle>
          <a:p>
            <a:pPr lvl="0"/>
            <a:r>
              <a:rPr lang="de-DE" dirty="0"/>
              <a:t>[Thema 4]</a:t>
            </a:r>
          </a:p>
        </p:txBody>
      </p:sp>
      <p:sp>
        <p:nvSpPr>
          <p:cNvPr id="2" name="Rechteck: abgerundete Ecken 1">
            <a:extLst>
              <a:ext uri="{FF2B5EF4-FFF2-40B4-BE49-F238E27FC236}">
                <a16:creationId xmlns:a16="http://schemas.microsoft.com/office/drawing/2014/main" id="{331D7E0E-EBBF-7866-6D33-E049E2870F5E}"/>
              </a:ext>
            </a:extLst>
          </p:cNvPr>
          <p:cNvSpPr/>
          <p:nvPr userDrawn="1"/>
        </p:nvSpPr>
        <p:spPr>
          <a:xfrm>
            <a:off x="1574798" y="2678954"/>
            <a:ext cx="9974066" cy="407988"/>
          </a:xfrm>
          <a:prstGeom prst="roundRect">
            <a:avLst/>
          </a:prstGeom>
          <a:solidFill>
            <a:schemeClr val="accent1">
              <a:lumMod val="60000"/>
              <a:lumOff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extplatzhalter 10">
            <a:extLst>
              <a:ext uri="{FF2B5EF4-FFF2-40B4-BE49-F238E27FC236}">
                <a16:creationId xmlns:a16="http://schemas.microsoft.com/office/drawing/2014/main" id="{8D7F180B-12ED-CB1A-F1E4-579011C55B24}"/>
              </a:ext>
            </a:extLst>
          </p:cNvPr>
          <p:cNvSpPr>
            <a:spLocks noGrp="1"/>
          </p:cNvSpPr>
          <p:nvPr>
            <p:ph type="body" sz="quarter" idx="12" hasCustomPrompt="1"/>
          </p:nvPr>
        </p:nvSpPr>
        <p:spPr>
          <a:xfrm>
            <a:off x="1657349" y="2712043"/>
            <a:ext cx="9791955" cy="342444"/>
          </a:xfrm>
          <a:ln>
            <a:noFill/>
          </a:ln>
        </p:spPr>
        <p:txBody>
          <a:bodyPr anchor="ctr">
            <a:normAutofit/>
          </a:bodyPr>
          <a:lstStyle>
            <a:lvl1pPr marL="0" indent="0">
              <a:buNone/>
              <a:defRPr sz="1800">
                <a:solidFill>
                  <a:schemeClr val="bg1"/>
                </a:solidFill>
              </a:defRPr>
            </a:lvl1pPr>
          </a:lstStyle>
          <a:p>
            <a:pPr lvl="0"/>
            <a:r>
              <a:rPr lang="de-DE" dirty="0"/>
              <a:t>[Thema 2]</a:t>
            </a:r>
          </a:p>
        </p:txBody>
      </p:sp>
      <p:sp>
        <p:nvSpPr>
          <p:cNvPr id="6" name="Titelplatzhalter 1">
            <a:extLst>
              <a:ext uri="{FF2B5EF4-FFF2-40B4-BE49-F238E27FC236}">
                <a16:creationId xmlns:a16="http://schemas.microsoft.com/office/drawing/2014/main" id="{BE62CDF0-4F83-489E-8BD4-3B5855DFE465}"/>
              </a:ext>
            </a:extLst>
          </p:cNvPr>
          <p:cNvSpPr>
            <a:spLocks noGrp="1"/>
          </p:cNvSpPr>
          <p:nvPr>
            <p:ph type="title" hasCustomPrompt="1"/>
          </p:nvPr>
        </p:nvSpPr>
        <p:spPr>
          <a:xfrm>
            <a:off x="600075" y="918000"/>
            <a:ext cx="10948789" cy="577263"/>
          </a:xfrm>
          <a:prstGeom prst="rect">
            <a:avLst/>
          </a:prstGeom>
        </p:spPr>
        <p:txBody>
          <a:bodyPr vert="horz" lIns="91440" tIns="45720" rIns="91440" bIns="45720" rtlCol="0" anchor="ctr">
            <a:noAutofit/>
          </a:bodyPr>
          <a:lstStyle>
            <a:lvl1pPr>
              <a:defRPr sz="2400"/>
            </a:lvl1pPr>
          </a:lstStyle>
          <a:p>
            <a:r>
              <a:rPr lang="de-DE" dirty="0"/>
              <a:t>[</a:t>
            </a:r>
            <a:r>
              <a:rPr lang="de-DE" dirty="0" err="1"/>
              <a:t>Agendatitel</a:t>
            </a:r>
            <a:r>
              <a:rPr lang="de-DE" dirty="0"/>
              <a:t>]</a:t>
            </a:r>
          </a:p>
        </p:txBody>
      </p:sp>
      <p:sp>
        <p:nvSpPr>
          <p:cNvPr id="7" name="Rechteck: eine Ecke abgerundet 6">
            <a:extLst>
              <a:ext uri="{FF2B5EF4-FFF2-40B4-BE49-F238E27FC236}">
                <a16:creationId xmlns:a16="http://schemas.microsoft.com/office/drawing/2014/main" id="{A4DA669B-F5FD-8A2C-70CB-6465624106D8}"/>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8" name="Foliennummernplatzhalter 15">
            <a:extLst>
              <a:ext uri="{FF2B5EF4-FFF2-40B4-BE49-F238E27FC236}">
                <a16:creationId xmlns:a16="http://schemas.microsoft.com/office/drawing/2014/main" id="{FE0D3E58-FDF6-FE4C-7AC8-8F6D003F2720}"/>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9" name="Foliennummernplatzhalter 15">
            <a:extLst>
              <a:ext uri="{FF2B5EF4-FFF2-40B4-BE49-F238E27FC236}">
                <a16:creationId xmlns:a16="http://schemas.microsoft.com/office/drawing/2014/main" id="{8D3EFDF8-041F-86DC-AFEA-8CFB6948AF32}"/>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10" name="Textplatzhalter 16">
            <a:extLst>
              <a:ext uri="{FF2B5EF4-FFF2-40B4-BE49-F238E27FC236}">
                <a16:creationId xmlns:a16="http://schemas.microsoft.com/office/drawing/2014/main" id="{F3642400-3BFD-1D7B-CA71-75699B9BF9B9}"/>
              </a:ext>
            </a:extLst>
          </p:cNvPr>
          <p:cNvSpPr>
            <a:spLocks noGrp="1"/>
          </p:cNvSpPr>
          <p:nvPr>
            <p:ph type="body" sz="quarter" idx="2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38561367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3">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27" name="Grafik 26" descr="Ein Bild, das Grafiken, Schrift, Text, Grafikdesign enthält.&#10;&#10;Automatisch generierte Beschreibung">
            <a:extLst>
              <a:ext uri="{FF2B5EF4-FFF2-40B4-BE49-F238E27FC236}">
                <a16:creationId xmlns:a16="http://schemas.microsoft.com/office/drawing/2014/main" id="{14BAE421-85D1-AB65-32F0-2AD43C38B4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5" name="Rechteck: abgerundete Ecken 34">
            <a:extLst>
              <a:ext uri="{FF2B5EF4-FFF2-40B4-BE49-F238E27FC236}">
                <a16:creationId xmlns:a16="http://schemas.microsoft.com/office/drawing/2014/main" id="{F4B6E229-ABFB-66D3-32DB-38ECD1CF125A}"/>
              </a:ext>
            </a:extLst>
          </p:cNvPr>
          <p:cNvSpPr/>
          <p:nvPr userDrawn="1"/>
        </p:nvSpPr>
        <p:spPr>
          <a:xfrm>
            <a:off x="600075" y="2057400"/>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6" name="Rechteck: abgerundete Ecken 35">
            <a:extLst>
              <a:ext uri="{FF2B5EF4-FFF2-40B4-BE49-F238E27FC236}">
                <a16:creationId xmlns:a16="http://schemas.microsoft.com/office/drawing/2014/main" id="{FB9290D5-DB73-C413-B135-6E8EF7D5D085}"/>
              </a:ext>
            </a:extLst>
          </p:cNvPr>
          <p:cNvSpPr/>
          <p:nvPr userDrawn="1"/>
        </p:nvSpPr>
        <p:spPr>
          <a:xfrm>
            <a:off x="600075" y="2680766"/>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7" name="Rechteck: abgerundete Ecken 36">
            <a:extLst>
              <a:ext uri="{FF2B5EF4-FFF2-40B4-BE49-F238E27FC236}">
                <a16:creationId xmlns:a16="http://schemas.microsoft.com/office/drawing/2014/main" id="{421D6D99-5258-C803-D290-4B09AE46E057}"/>
              </a:ext>
            </a:extLst>
          </p:cNvPr>
          <p:cNvSpPr/>
          <p:nvPr userDrawn="1"/>
        </p:nvSpPr>
        <p:spPr>
          <a:xfrm>
            <a:off x="600075" y="3304132"/>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8" name="Rechteck: abgerundete Ecken 37">
            <a:extLst>
              <a:ext uri="{FF2B5EF4-FFF2-40B4-BE49-F238E27FC236}">
                <a16:creationId xmlns:a16="http://schemas.microsoft.com/office/drawing/2014/main" id="{AC4D765C-FD37-DCE4-5764-43948A603487}"/>
              </a:ext>
            </a:extLst>
          </p:cNvPr>
          <p:cNvSpPr/>
          <p:nvPr userDrawn="1"/>
        </p:nvSpPr>
        <p:spPr>
          <a:xfrm>
            <a:off x="600075" y="3927498"/>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40" name="Rechteck: abgerundete Ecken 39">
            <a:extLst>
              <a:ext uri="{FF2B5EF4-FFF2-40B4-BE49-F238E27FC236}">
                <a16:creationId xmlns:a16="http://schemas.microsoft.com/office/drawing/2014/main" id="{6EE8E973-B0DE-23DC-FFB5-FE2DC9B4F88D}"/>
              </a:ext>
            </a:extLst>
          </p:cNvPr>
          <p:cNvSpPr/>
          <p:nvPr userDrawn="1"/>
        </p:nvSpPr>
        <p:spPr>
          <a:xfrm>
            <a:off x="1574798" y="2062866"/>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Textplatzhalter 10">
            <a:extLst>
              <a:ext uri="{FF2B5EF4-FFF2-40B4-BE49-F238E27FC236}">
                <a16:creationId xmlns:a16="http://schemas.microsoft.com/office/drawing/2014/main" id="{B0BC8EC1-6C03-AF38-C823-A3ED052AB4E7}"/>
              </a:ext>
            </a:extLst>
          </p:cNvPr>
          <p:cNvSpPr>
            <a:spLocks noGrp="1"/>
          </p:cNvSpPr>
          <p:nvPr>
            <p:ph type="body" sz="quarter" idx="13" hasCustomPrompt="1"/>
          </p:nvPr>
        </p:nvSpPr>
        <p:spPr>
          <a:xfrm>
            <a:off x="1657349" y="2095955"/>
            <a:ext cx="9791955" cy="342444"/>
          </a:xfrm>
          <a:ln>
            <a:noFill/>
          </a:ln>
        </p:spPr>
        <p:txBody>
          <a:bodyPr anchor="ctr">
            <a:normAutofit/>
          </a:bodyPr>
          <a:lstStyle>
            <a:lvl1pPr marL="0" indent="0">
              <a:buNone/>
              <a:defRPr sz="1800"/>
            </a:lvl1pPr>
          </a:lstStyle>
          <a:p>
            <a:pPr lvl="0"/>
            <a:r>
              <a:rPr lang="de-DE" dirty="0"/>
              <a:t>[Thema 1]</a:t>
            </a:r>
          </a:p>
        </p:txBody>
      </p:sp>
      <p:sp>
        <p:nvSpPr>
          <p:cNvPr id="46" name="Textplatzhalter 10">
            <a:extLst>
              <a:ext uri="{FF2B5EF4-FFF2-40B4-BE49-F238E27FC236}">
                <a16:creationId xmlns:a16="http://schemas.microsoft.com/office/drawing/2014/main" id="{A73FD707-46C7-9F1D-3535-ED5860E2FAC7}"/>
              </a:ext>
            </a:extLst>
          </p:cNvPr>
          <p:cNvSpPr>
            <a:spLocks noGrp="1"/>
          </p:cNvSpPr>
          <p:nvPr>
            <p:ph type="body" sz="quarter" idx="17" hasCustomPrompt="1"/>
          </p:nvPr>
        </p:nvSpPr>
        <p:spPr>
          <a:xfrm>
            <a:off x="668432" y="3958973"/>
            <a:ext cx="577662" cy="342445"/>
          </a:xfrm>
          <a:ln>
            <a:noFill/>
          </a:ln>
        </p:spPr>
        <p:txBody>
          <a:bodyPr anchor="ctr">
            <a:normAutofit/>
          </a:bodyPr>
          <a:lstStyle>
            <a:lvl1pPr marL="0" indent="0" algn="ctr">
              <a:buNone/>
              <a:defRPr sz="1800" b="1">
                <a:solidFill>
                  <a:srgbClr val="FFFFFF"/>
                </a:solidFill>
              </a:defRPr>
            </a:lvl1pPr>
          </a:lstStyle>
          <a:p>
            <a:pPr lvl="0"/>
            <a:r>
              <a:rPr lang="de-DE" dirty="0"/>
              <a:t>4</a:t>
            </a:r>
          </a:p>
        </p:txBody>
      </p:sp>
      <p:sp>
        <p:nvSpPr>
          <p:cNvPr id="47" name="Textplatzhalter 10">
            <a:extLst>
              <a:ext uri="{FF2B5EF4-FFF2-40B4-BE49-F238E27FC236}">
                <a16:creationId xmlns:a16="http://schemas.microsoft.com/office/drawing/2014/main" id="{BEFC98AF-F037-F9BF-134A-F66D84BED23C}"/>
              </a:ext>
            </a:extLst>
          </p:cNvPr>
          <p:cNvSpPr>
            <a:spLocks noGrp="1"/>
          </p:cNvSpPr>
          <p:nvPr>
            <p:ph type="body" sz="quarter" idx="18" hasCustomPrompt="1"/>
          </p:nvPr>
        </p:nvSpPr>
        <p:spPr>
          <a:xfrm>
            <a:off x="668432" y="3335507"/>
            <a:ext cx="577662" cy="342445"/>
          </a:xfrm>
          <a:ln>
            <a:noFill/>
          </a:ln>
        </p:spPr>
        <p:txBody>
          <a:bodyPr anchor="ctr">
            <a:normAutofit/>
          </a:bodyPr>
          <a:lstStyle>
            <a:lvl1pPr marL="0" indent="0" algn="ctr">
              <a:buNone/>
              <a:defRPr sz="1800" b="1">
                <a:solidFill>
                  <a:srgbClr val="FFFFFF"/>
                </a:solidFill>
              </a:defRPr>
            </a:lvl1pPr>
          </a:lstStyle>
          <a:p>
            <a:pPr lvl="0"/>
            <a:r>
              <a:rPr lang="de-DE" dirty="0"/>
              <a:t>3</a:t>
            </a:r>
          </a:p>
        </p:txBody>
      </p:sp>
      <p:sp>
        <p:nvSpPr>
          <p:cNvPr id="48" name="Textplatzhalter 10">
            <a:extLst>
              <a:ext uri="{FF2B5EF4-FFF2-40B4-BE49-F238E27FC236}">
                <a16:creationId xmlns:a16="http://schemas.microsoft.com/office/drawing/2014/main" id="{610C19E2-576E-D94E-02DA-2DCE8EC1DD40}"/>
              </a:ext>
            </a:extLst>
          </p:cNvPr>
          <p:cNvSpPr>
            <a:spLocks noGrp="1"/>
          </p:cNvSpPr>
          <p:nvPr>
            <p:ph type="body" sz="quarter" idx="19" hasCustomPrompt="1"/>
          </p:nvPr>
        </p:nvSpPr>
        <p:spPr>
          <a:xfrm>
            <a:off x="668432" y="2712042"/>
            <a:ext cx="577662" cy="342445"/>
          </a:xfrm>
          <a:ln>
            <a:noFill/>
          </a:ln>
        </p:spPr>
        <p:txBody>
          <a:bodyPr anchor="ctr">
            <a:normAutofit/>
          </a:bodyPr>
          <a:lstStyle>
            <a:lvl1pPr marL="0" indent="0" algn="ctr">
              <a:buNone/>
              <a:defRPr sz="1800" b="1">
                <a:solidFill>
                  <a:srgbClr val="FFFFFF"/>
                </a:solidFill>
              </a:defRPr>
            </a:lvl1pPr>
          </a:lstStyle>
          <a:p>
            <a:pPr lvl="0"/>
            <a:r>
              <a:rPr lang="de-DE" dirty="0"/>
              <a:t>2</a:t>
            </a:r>
          </a:p>
        </p:txBody>
      </p:sp>
      <p:sp>
        <p:nvSpPr>
          <p:cNvPr id="49" name="Textplatzhalter 10">
            <a:extLst>
              <a:ext uri="{FF2B5EF4-FFF2-40B4-BE49-F238E27FC236}">
                <a16:creationId xmlns:a16="http://schemas.microsoft.com/office/drawing/2014/main" id="{6CD49976-0267-5EB2-73FC-300EF0CE5DEB}"/>
              </a:ext>
            </a:extLst>
          </p:cNvPr>
          <p:cNvSpPr>
            <a:spLocks noGrp="1"/>
          </p:cNvSpPr>
          <p:nvPr>
            <p:ph type="body" sz="quarter" idx="20" hasCustomPrompt="1"/>
          </p:nvPr>
        </p:nvSpPr>
        <p:spPr>
          <a:xfrm>
            <a:off x="668432" y="2088577"/>
            <a:ext cx="577662" cy="342445"/>
          </a:xfrm>
          <a:ln>
            <a:noFill/>
          </a:ln>
        </p:spPr>
        <p:txBody>
          <a:bodyPr anchor="ctr">
            <a:normAutofit/>
          </a:bodyPr>
          <a:lstStyle>
            <a:lvl1pPr marL="0" indent="0" algn="ctr">
              <a:buNone/>
              <a:defRPr sz="1800" b="1">
                <a:solidFill>
                  <a:srgbClr val="FFFFFF"/>
                </a:solidFill>
              </a:defRPr>
            </a:lvl1pPr>
          </a:lstStyle>
          <a:p>
            <a:pPr lvl="0"/>
            <a:r>
              <a:rPr lang="de-DE" dirty="0"/>
              <a:t>1</a:t>
            </a:r>
          </a:p>
        </p:txBody>
      </p:sp>
      <p:sp>
        <p:nvSpPr>
          <p:cNvPr id="50" name="Rechteck: abgerundete Ecken 49">
            <a:extLst>
              <a:ext uri="{FF2B5EF4-FFF2-40B4-BE49-F238E27FC236}">
                <a16:creationId xmlns:a16="http://schemas.microsoft.com/office/drawing/2014/main" id="{D59518C6-99E5-93A8-DA38-CED885546882}"/>
              </a:ext>
            </a:extLst>
          </p:cNvPr>
          <p:cNvSpPr/>
          <p:nvPr userDrawn="1"/>
        </p:nvSpPr>
        <p:spPr>
          <a:xfrm>
            <a:off x="1574798" y="392489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 name="Textplatzhalter 10">
            <a:extLst>
              <a:ext uri="{FF2B5EF4-FFF2-40B4-BE49-F238E27FC236}">
                <a16:creationId xmlns:a16="http://schemas.microsoft.com/office/drawing/2014/main" id="{3C2CE81C-0689-1868-EF2E-BF63DEB6DF8C}"/>
              </a:ext>
            </a:extLst>
          </p:cNvPr>
          <p:cNvSpPr>
            <a:spLocks noGrp="1"/>
          </p:cNvSpPr>
          <p:nvPr>
            <p:ph type="body" sz="quarter" idx="21" hasCustomPrompt="1"/>
          </p:nvPr>
        </p:nvSpPr>
        <p:spPr>
          <a:xfrm>
            <a:off x="1657349" y="3957987"/>
            <a:ext cx="9791955" cy="342444"/>
          </a:xfrm>
          <a:ln>
            <a:noFill/>
          </a:ln>
        </p:spPr>
        <p:txBody>
          <a:bodyPr anchor="ctr">
            <a:normAutofit/>
          </a:bodyPr>
          <a:lstStyle>
            <a:lvl1pPr marL="0" indent="0">
              <a:buNone/>
              <a:defRPr sz="1800"/>
            </a:lvl1pPr>
          </a:lstStyle>
          <a:p>
            <a:pPr lvl="0"/>
            <a:r>
              <a:rPr lang="de-DE" dirty="0"/>
              <a:t>[Thema 4]</a:t>
            </a:r>
          </a:p>
        </p:txBody>
      </p:sp>
      <p:sp>
        <p:nvSpPr>
          <p:cNvPr id="2" name="Rechteck: abgerundete Ecken 1">
            <a:extLst>
              <a:ext uri="{FF2B5EF4-FFF2-40B4-BE49-F238E27FC236}">
                <a16:creationId xmlns:a16="http://schemas.microsoft.com/office/drawing/2014/main" id="{331D7E0E-EBBF-7866-6D33-E049E2870F5E}"/>
              </a:ext>
            </a:extLst>
          </p:cNvPr>
          <p:cNvSpPr/>
          <p:nvPr userDrawn="1"/>
        </p:nvSpPr>
        <p:spPr>
          <a:xfrm>
            <a:off x="1574798" y="3300485"/>
            <a:ext cx="9974066" cy="407988"/>
          </a:xfrm>
          <a:prstGeom prst="roundRect">
            <a:avLst/>
          </a:prstGeom>
          <a:solidFill>
            <a:schemeClr val="accent1">
              <a:lumMod val="60000"/>
              <a:lumOff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extplatzhalter 10">
            <a:extLst>
              <a:ext uri="{FF2B5EF4-FFF2-40B4-BE49-F238E27FC236}">
                <a16:creationId xmlns:a16="http://schemas.microsoft.com/office/drawing/2014/main" id="{8D7F180B-12ED-CB1A-F1E4-579011C55B24}"/>
              </a:ext>
            </a:extLst>
          </p:cNvPr>
          <p:cNvSpPr>
            <a:spLocks noGrp="1"/>
          </p:cNvSpPr>
          <p:nvPr>
            <p:ph type="body" sz="quarter" idx="12" hasCustomPrompt="1"/>
          </p:nvPr>
        </p:nvSpPr>
        <p:spPr>
          <a:xfrm>
            <a:off x="1657349" y="3333574"/>
            <a:ext cx="9791955" cy="342444"/>
          </a:xfrm>
          <a:ln>
            <a:noFill/>
          </a:ln>
        </p:spPr>
        <p:txBody>
          <a:bodyPr anchor="ctr">
            <a:normAutofit/>
          </a:bodyPr>
          <a:lstStyle>
            <a:lvl1pPr marL="0" indent="0">
              <a:buNone/>
              <a:defRPr sz="1800">
                <a:solidFill>
                  <a:schemeClr val="bg1"/>
                </a:solidFill>
              </a:defRPr>
            </a:lvl1pPr>
          </a:lstStyle>
          <a:p>
            <a:pPr lvl="0"/>
            <a:r>
              <a:rPr lang="de-DE" dirty="0"/>
              <a:t>[Thema 3]</a:t>
            </a:r>
          </a:p>
        </p:txBody>
      </p:sp>
      <p:sp>
        <p:nvSpPr>
          <p:cNvPr id="6" name="Rechteck: abgerundete Ecken 5">
            <a:extLst>
              <a:ext uri="{FF2B5EF4-FFF2-40B4-BE49-F238E27FC236}">
                <a16:creationId xmlns:a16="http://schemas.microsoft.com/office/drawing/2014/main" id="{F75F4CF7-6977-F8AC-8280-B1CB9A38C8C5}"/>
              </a:ext>
            </a:extLst>
          </p:cNvPr>
          <p:cNvSpPr/>
          <p:nvPr userDrawn="1"/>
        </p:nvSpPr>
        <p:spPr>
          <a:xfrm>
            <a:off x="1574798" y="2675009"/>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platzhalter 10">
            <a:extLst>
              <a:ext uri="{FF2B5EF4-FFF2-40B4-BE49-F238E27FC236}">
                <a16:creationId xmlns:a16="http://schemas.microsoft.com/office/drawing/2014/main" id="{CA2ACD7A-EC56-103F-DCF3-14B7A7B19ED1}"/>
              </a:ext>
            </a:extLst>
          </p:cNvPr>
          <p:cNvSpPr>
            <a:spLocks noGrp="1"/>
          </p:cNvSpPr>
          <p:nvPr>
            <p:ph type="body" sz="quarter" idx="14" hasCustomPrompt="1"/>
          </p:nvPr>
        </p:nvSpPr>
        <p:spPr>
          <a:xfrm>
            <a:off x="1657349" y="2708098"/>
            <a:ext cx="9791955" cy="342444"/>
          </a:xfrm>
          <a:ln>
            <a:noFill/>
          </a:ln>
        </p:spPr>
        <p:txBody>
          <a:bodyPr anchor="ctr">
            <a:normAutofit/>
          </a:bodyPr>
          <a:lstStyle>
            <a:lvl1pPr marL="0" indent="0">
              <a:buNone/>
              <a:defRPr sz="1800"/>
            </a:lvl1pPr>
          </a:lstStyle>
          <a:p>
            <a:pPr lvl="0"/>
            <a:r>
              <a:rPr lang="de-DE" dirty="0"/>
              <a:t>[Thema 2]</a:t>
            </a:r>
          </a:p>
        </p:txBody>
      </p:sp>
      <p:sp>
        <p:nvSpPr>
          <p:cNvPr id="8" name="Titelplatzhalter 1">
            <a:extLst>
              <a:ext uri="{FF2B5EF4-FFF2-40B4-BE49-F238E27FC236}">
                <a16:creationId xmlns:a16="http://schemas.microsoft.com/office/drawing/2014/main" id="{E69E1AE5-A51B-3EA6-09B6-F801E9A57558}"/>
              </a:ext>
            </a:extLst>
          </p:cNvPr>
          <p:cNvSpPr>
            <a:spLocks noGrp="1"/>
          </p:cNvSpPr>
          <p:nvPr>
            <p:ph type="title" hasCustomPrompt="1"/>
          </p:nvPr>
        </p:nvSpPr>
        <p:spPr>
          <a:xfrm>
            <a:off x="600075" y="918000"/>
            <a:ext cx="10948789" cy="577263"/>
          </a:xfrm>
          <a:prstGeom prst="rect">
            <a:avLst/>
          </a:prstGeom>
        </p:spPr>
        <p:txBody>
          <a:bodyPr vert="horz" lIns="91440" tIns="45720" rIns="91440" bIns="45720" rtlCol="0" anchor="ctr">
            <a:noAutofit/>
          </a:bodyPr>
          <a:lstStyle>
            <a:lvl1pPr>
              <a:defRPr sz="2400"/>
            </a:lvl1pPr>
          </a:lstStyle>
          <a:p>
            <a:r>
              <a:rPr lang="de-DE" dirty="0"/>
              <a:t>[</a:t>
            </a:r>
            <a:r>
              <a:rPr lang="de-DE" dirty="0" err="1"/>
              <a:t>Agendatitel</a:t>
            </a:r>
            <a:r>
              <a:rPr lang="de-DE" dirty="0"/>
              <a:t>]</a:t>
            </a:r>
          </a:p>
        </p:txBody>
      </p:sp>
      <p:sp>
        <p:nvSpPr>
          <p:cNvPr id="9" name="Rechteck: eine Ecke abgerundet 8">
            <a:extLst>
              <a:ext uri="{FF2B5EF4-FFF2-40B4-BE49-F238E27FC236}">
                <a16:creationId xmlns:a16="http://schemas.microsoft.com/office/drawing/2014/main" id="{86BABFEE-D60F-B211-B19F-D489C11ED163}"/>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0" name="Foliennummernplatzhalter 15">
            <a:extLst>
              <a:ext uri="{FF2B5EF4-FFF2-40B4-BE49-F238E27FC236}">
                <a16:creationId xmlns:a16="http://schemas.microsoft.com/office/drawing/2014/main" id="{7BCCE0DA-3524-694D-8114-040D960A2CD6}"/>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11" name="Foliennummernplatzhalter 15">
            <a:extLst>
              <a:ext uri="{FF2B5EF4-FFF2-40B4-BE49-F238E27FC236}">
                <a16:creationId xmlns:a16="http://schemas.microsoft.com/office/drawing/2014/main" id="{E1EF565D-7E94-7E00-D352-5EEB20CE9F2C}"/>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12" name="Textplatzhalter 16">
            <a:extLst>
              <a:ext uri="{FF2B5EF4-FFF2-40B4-BE49-F238E27FC236}">
                <a16:creationId xmlns:a16="http://schemas.microsoft.com/office/drawing/2014/main" id="{1DA902D2-E5F5-9FE8-2E3E-50D7075431D2}"/>
              </a:ext>
            </a:extLst>
          </p:cNvPr>
          <p:cNvSpPr>
            <a:spLocks noGrp="1"/>
          </p:cNvSpPr>
          <p:nvPr>
            <p:ph type="body" sz="quarter" idx="2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23409390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4">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sp>
        <p:nvSpPr>
          <p:cNvPr id="12" name="Titelplatzhalter 1">
            <a:extLst>
              <a:ext uri="{FF2B5EF4-FFF2-40B4-BE49-F238E27FC236}">
                <a16:creationId xmlns:a16="http://schemas.microsoft.com/office/drawing/2014/main" id="{593938B1-FED3-BB37-8315-0E0FE93BA86B}"/>
              </a:ext>
            </a:extLst>
          </p:cNvPr>
          <p:cNvSpPr>
            <a:spLocks noGrp="1"/>
          </p:cNvSpPr>
          <p:nvPr>
            <p:ph type="title" hasCustomPrompt="1"/>
          </p:nvPr>
        </p:nvSpPr>
        <p:spPr>
          <a:xfrm>
            <a:off x="600075" y="918000"/>
            <a:ext cx="10948789" cy="577263"/>
          </a:xfrm>
          <a:prstGeom prst="rect">
            <a:avLst/>
          </a:prstGeom>
        </p:spPr>
        <p:txBody>
          <a:bodyPr vert="horz" lIns="91440" tIns="45720" rIns="91440" bIns="45720" rtlCol="0" anchor="ctr">
            <a:noAutofit/>
          </a:bodyPr>
          <a:lstStyle>
            <a:lvl1pPr>
              <a:defRPr sz="2400"/>
            </a:lvl1pPr>
          </a:lstStyle>
          <a:p>
            <a:r>
              <a:rPr lang="de-DE" dirty="0"/>
              <a:t>[</a:t>
            </a:r>
            <a:r>
              <a:rPr lang="de-DE" dirty="0" err="1"/>
              <a:t>Agendatitel</a:t>
            </a:r>
            <a:r>
              <a:rPr lang="de-DE" dirty="0"/>
              <a:t>]</a:t>
            </a:r>
          </a:p>
        </p:txBody>
      </p:sp>
      <p:pic>
        <p:nvPicPr>
          <p:cNvPr id="27" name="Grafik 26" descr="Ein Bild, das Grafiken, Schrift, Text, Grafikdesign enthält.&#10;&#10;Automatisch generierte Beschreibung">
            <a:extLst>
              <a:ext uri="{FF2B5EF4-FFF2-40B4-BE49-F238E27FC236}">
                <a16:creationId xmlns:a16="http://schemas.microsoft.com/office/drawing/2014/main" id="{14BAE421-85D1-AB65-32F0-2AD43C38B4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5" name="Rechteck: abgerundete Ecken 34">
            <a:extLst>
              <a:ext uri="{FF2B5EF4-FFF2-40B4-BE49-F238E27FC236}">
                <a16:creationId xmlns:a16="http://schemas.microsoft.com/office/drawing/2014/main" id="{F4B6E229-ABFB-66D3-32DB-38ECD1CF125A}"/>
              </a:ext>
            </a:extLst>
          </p:cNvPr>
          <p:cNvSpPr/>
          <p:nvPr userDrawn="1"/>
        </p:nvSpPr>
        <p:spPr>
          <a:xfrm>
            <a:off x="600075" y="2057400"/>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6" name="Rechteck: abgerundete Ecken 35">
            <a:extLst>
              <a:ext uri="{FF2B5EF4-FFF2-40B4-BE49-F238E27FC236}">
                <a16:creationId xmlns:a16="http://schemas.microsoft.com/office/drawing/2014/main" id="{FB9290D5-DB73-C413-B135-6E8EF7D5D085}"/>
              </a:ext>
            </a:extLst>
          </p:cNvPr>
          <p:cNvSpPr/>
          <p:nvPr userDrawn="1"/>
        </p:nvSpPr>
        <p:spPr>
          <a:xfrm>
            <a:off x="600075" y="2680766"/>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7" name="Rechteck: abgerundete Ecken 36">
            <a:extLst>
              <a:ext uri="{FF2B5EF4-FFF2-40B4-BE49-F238E27FC236}">
                <a16:creationId xmlns:a16="http://schemas.microsoft.com/office/drawing/2014/main" id="{421D6D99-5258-C803-D290-4B09AE46E057}"/>
              </a:ext>
            </a:extLst>
          </p:cNvPr>
          <p:cNvSpPr/>
          <p:nvPr userDrawn="1"/>
        </p:nvSpPr>
        <p:spPr>
          <a:xfrm>
            <a:off x="600075" y="3304132"/>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8" name="Rechteck: abgerundete Ecken 37">
            <a:extLst>
              <a:ext uri="{FF2B5EF4-FFF2-40B4-BE49-F238E27FC236}">
                <a16:creationId xmlns:a16="http://schemas.microsoft.com/office/drawing/2014/main" id="{AC4D765C-FD37-DCE4-5764-43948A603487}"/>
              </a:ext>
            </a:extLst>
          </p:cNvPr>
          <p:cNvSpPr/>
          <p:nvPr userDrawn="1"/>
        </p:nvSpPr>
        <p:spPr>
          <a:xfrm>
            <a:off x="600075" y="3927498"/>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40" name="Rechteck: abgerundete Ecken 39">
            <a:extLst>
              <a:ext uri="{FF2B5EF4-FFF2-40B4-BE49-F238E27FC236}">
                <a16:creationId xmlns:a16="http://schemas.microsoft.com/office/drawing/2014/main" id="{6EE8E973-B0DE-23DC-FFB5-FE2DC9B4F88D}"/>
              </a:ext>
            </a:extLst>
          </p:cNvPr>
          <p:cNvSpPr/>
          <p:nvPr userDrawn="1"/>
        </p:nvSpPr>
        <p:spPr>
          <a:xfrm>
            <a:off x="1574798" y="2062866"/>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Textplatzhalter 10">
            <a:extLst>
              <a:ext uri="{FF2B5EF4-FFF2-40B4-BE49-F238E27FC236}">
                <a16:creationId xmlns:a16="http://schemas.microsoft.com/office/drawing/2014/main" id="{B0BC8EC1-6C03-AF38-C823-A3ED052AB4E7}"/>
              </a:ext>
            </a:extLst>
          </p:cNvPr>
          <p:cNvSpPr>
            <a:spLocks noGrp="1"/>
          </p:cNvSpPr>
          <p:nvPr>
            <p:ph type="body" sz="quarter" idx="13" hasCustomPrompt="1"/>
          </p:nvPr>
        </p:nvSpPr>
        <p:spPr>
          <a:xfrm>
            <a:off x="1657349" y="2095955"/>
            <a:ext cx="9791955" cy="342444"/>
          </a:xfrm>
          <a:ln>
            <a:noFill/>
          </a:ln>
        </p:spPr>
        <p:txBody>
          <a:bodyPr anchor="ctr">
            <a:normAutofit/>
          </a:bodyPr>
          <a:lstStyle>
            <a:lvl1pPr marL="0" indent="0">
              <a:buNone/>
              <a:defRPr sz="1800"/>
            </a:lvl1pPr>
          </a:lstStyle>
          <a:p>
            <a:pPr lvl="0"/>
            <a:r>
              <a:rPr lang="de-DE" dirty="0"/>
              <a:t>[Thema 1]</a:t>
            </a:r>
          </a:p>
        </p:txBody>
      </p:sp>
      <p:sp>
        <p:nvSpPr>
          <p:cNvPr id="42" name="Rechteck: abgerundete Ecken 41">
            <a:extLst>
              <a:ext uri="{FF2B5EF4-FFF2-40B4-BE49-F238E27FC236}">
                <a16:creationId xmlns:a16="http://schemas.microsoft.com/office/drawing/2014/main" id="{F75F4CF7-6977-F8AC-8280-B1CB9A38C8C5}"/>
              </a:ext>
            </a:extLst>
          </p:cNvPr>
          <p:cNvSpPr/>
          <p:nvPr userDrawn="1"/>
        </p:nvSpPr>
        <p:spPr>
          <a:xfrm>
            <a:off x="1574798" y="330241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3" name="Textplatzhalter 10">
            <a:extLst>
              <a:ext uri="{FF2B5EF4-FFF2-40B4-BE49-F238E27FC236}">
                <a16:creationId xmlns:a16="http://schemas.microsoft.com/office/drawing/2014/main" id="{CA2ACD7A-EC56-103F-DCF3-14B7A7B19ED1}"/>
              </a:ext>
            </a:extLst>
          </p:cNvPr>
          <p:cNvSpPr>
            <a:spLocks noGrp="1"/>
          </p:cNvSpPr>
          <p:nvPr>
            <p:ph type="body" sz="quarter" idx="14" hasCustomPrompt="1"/>
          </p:nvPr>
        </p:nvSpPr>
        <p:spPr>
          <a:xfrm>
            <a:off x="1657349" y="3335507"/>
            <a:ext cx="9791955" cy="342444"/>
          </a:xfrm>
          <a:ln>
            <a:noFill/>
          </a:ln>
        </p:spPr>
        <p:txBody>
          <a:bodyPr anchor="ctr">
            <a:normAutofit/>
          </a:bodyPr>
          <a:lstStyle>
            <a:lvl1pPr marL="0" indent="0">
              <a:buNone/>
              <a:defRPr sz="1800"/>
            </a:lvl1pPr>
          </a:lstStyle>
          <a:p>
            <a:pPr lvl="0"/>
            <a:r>
              <a:rPr lang="de-DE" dirty="0"/>
              <a:t>[Thema 3]</a:t>
            </a:r>
          </a:p>
        </p:txBody>
      </p:sp>
      <p:sp>
        <p:nvSpPr>
          <p:cNvPr id="46" name="Textplatzhalter 10">
            <a:extLst>
              <a:ext uri="{FF2B5EF4-FFF2-40B4-BE49-F238E27FC236}">
                <a16:creationId xmlns:a16="http://schemas.microsoft.com/office/drawing/2014/main" id="{A73FD707-46C7-9F1D-3535-ED5860E2FAC7}"/>
              </a:ext>
            </a:extLst>
          </p:cNvPr>
          <p:cNvSpPr>
            <a:spLocks noGrp="1"/>
          </p:cNvSpPr>
          <p:nvPr>
            <p:ph type="body" sz="quarter" idx="17" hasCustomPrompt="1"/>
          </p:nvPr>
        </p:nvSpPr>
        <p:spPr>
          <a:xfrm>
            <a:off x="668432" y="3958973"/>
            <a:ext cx="577662" cy="342445"/>
          </a:xfrm>
          <a:ln>
            <a:noFill/>
          </a:ln>
        </p:spPr>
        <p:txBody>
          <a:bodyPr anchor="ctr">
            <a:normAutofit/>
          </a:bodyPr>
          <a:lstStyle>
            <a:lvl1pPr marL="0" indent="0" algn="ctr">
              <a:buNone/>
              <a:defRPr sz="1800" b="1">
                <a:solidFill>
                  <a:srgbClr val="FFFFFF"/>
                </a:solidFill>
              </a:defRPr>
            </a:lvl1pPr>
          </a:lstStyle>
          <a:p>
            <a:pPr lvl="0"/>
            <a:r>
              <a:rPr lang="de-DE" dirty="0"/>
              <a:t>4</a:t>
            </a:r>
          </a:p>
        </p:txBody>
      </p:sp>
      <p:sp>
        <p:nvSpPr>
          <p:cNvPr id="47" name="Textplatzhalter 10">
            <a:extLst>
              <a:ext uri="{FF2B5EF4-FFF2-40B4-BE49-F238E27FC236}">
                <a16:creationId xmlns:a16="http://schemas.microsoft.com/office/drawing/2014/main" id="{BEFC98AF-F037-F9BF-134A-F66D84BED23C}"/>
              </a:ext>
            </a:extLst>
          </p:cNvPr>
          <p:cNvSpPr>
            <a:spLocks noGrp="1"/>
          </p:cNvSpPr>
          <p:nvPr>
            <p:ph type="body" sz="quarter" idx="18" hasCustomPrompt="1"/>
          </p:nvPr>
        </p:nvSpPr>
        <p:spPr>
          <a:xfrm>
            <a:off x="668432" y="3335507"/>
            <a:ext cx="577662" cy="342445"/>
          </a:xfrm>
          <a:ln>
            <a:noFill/>
          </a:ln>
        </p:spPr>
        <p:txBody>
          <a:bodyPr anchor="ctr">
            <a:normAutofit/>
          </a:bodyPr>
          <a:lstStyle>
            <a:lvl1pPr marL="0" indent="0" algn="ctr">
              <a:buNone/>
              <a:defRPr sz="1800" b="1">
                <a:solidFill>
                  <a:srgbClr val="FFFFFF"/>
                </a:solidFill>
              </a:defRPr>
            </a:lvl1pPr>
          </a:lstStyle>
          <a:p>
            <a:pPr lvl="0"/>
            <a:r>
              <a:rPr lang="de-DE" dirty="0"/>
              <a:t>3</a:t>
            </a:r>
          </a:p>
        </p:txBody>
      </p:sp>
      <p:sp>
        <p:nvSpPr>
          <p:cNvPr id="48" name="Textplatzhalter 10">
            <a:extLst>
              <a:ext uri="{FF2B5EF4-FFF2-40B4-BE49-F238E27FC236}">
                <a16:creationId xmlns:a16="http://schemas.microsoft.com/office/drawing/2014/main" id="{610C19E2-576E-D94E-02DA-2DCE8EC1DD40}"/>
              </a:ext>
            </a:extLst>
          </p:cNvPr>
          <p:cNvSpPr>
            <a:spLocks noGrp="1"/>
          </p:cNvSpPr>
          <p:nvPr>
            <p:ph type="body" sz="quarter" idx="19" hasCustomPrompt="1"/>
          </p:nvPr>
        </p:nvSpPr>
        <p:spPr>
          <a:xfrm>
            <a:off x="668432" y="2712042"/>
            <a:ext cx="577662" cy="342445"/>
          </a:xfrm>
          <a:ln>
            <a:noFill/>
          </a:ln>
        </p:spPr>
        <p:txBody>
          <a:bodyPr anchor="ctr">
            <a:normAutofit/>
          </a:bodyPr>
          <a:lstStyle>
            <a:lvl1pPr marL="0" indent="0" algn="ctr">
              <a:buNone/>
              <a:defRPr sz="1800" b="1">
                <a:solidFill>
                  <a:srgbClr val="FFFFFF"/>
                </a:solidFill>
              </a:defRPr>
            </a:lvl1pPr>
          </a:lstStyle>
          <a:p>
            <a:pPr lvl="0"/>
            <a:r>
              <a:rPr lang="de-DE" dirty="0"/>
              <a:t>2</a:t>
            </a:r>
          </a:p>
        </p:txBody>
      </p:sp>
      <p:sp>
        <p:nvSpPr>
          <p:cNvPr id="49" name="Textplatzhalter 10">
            <a:extLst>
              <a:ext uri="{FF2B5EF4-FFF2-40B4-BE49-F238E27FC236}">
                <a16:creationId xmlns:a16="http://schemas.microsoft.com/office/drawing/2014/main" id="{6CD49976-0267-5EB2-73FC-300EF0CE5DEB}"/>
              </a:ext>
            </a:extLst>
          </p:cNvPr>
          <p:cNvSpPr>
            <a:spLocks noGrp="1"/>
          </p:cNvSpPr>
          <p:nvPr>
            <p:ph type="body" sz="quarter" idx="20" hasCustomPrompt="1"/>
          </p:nvPr>
        </p:nvSpPr>
        <p:spPr>
          <a:xfrm>
            <a:off x="668432" y="2088577"/>
            <a:ext cx="577662" cy="342445"/>
          </a:xfrm>
          <a:ln>
            <a:noFill/>
          </a:ln>
        </p:spPr>
        <p:txBody>
          <a:bodyPr anchor="ctr">
            <a:normAutofit/>
          </a:bodyPr>
          <a:lstStyle>
            <a:lvl1pPr marL="0" indent="0" algn="ctr">
              <a:buNone/>
              <a:defRPr sz="1800" b="1">
                <a:solidFill>
                  <a:srgbClr val="FFFFFF"/>
                </a:solidFill>
              </a:defRPr>
            </a:lvl1pPr>
          </a:lstStyle>
          <a:p>
            <a:pPr lvl="0"/>
            <a:r>
              <a:rPr lang="de-DE" dirty="0"/>
              <a:t>1</a:t>
            </a:r>
          </a:p>
        </p:txBody>
      </p:sp>
      <p:sp>
        <p:nvSpPr>
          <p:cNvPr id="50" name="Rechteck: abgerundete Ecken 49">
            <a:extLst>
              <a:ext uri="{FF2B5EF4-FFF2-40B4-BE49-F238E27FC236}">
                <a16:creationId xmlns:a16="http://schemas.microsoft.com/office/drawing/2014/main" id="{D59518C6-99E5-93A8-DA38-CED885546882}"/>
              </a:ext>
            </a:extLst>
          </p:cNvPr>
          <p:cNvSpPr/>
          <p:nvPr userDrawn="1"/>
        </p:nvSpPr>
        <p:spPr>
          <a:xfrm>
            <a:off x="1574798" y="2678954"/>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 name="Textplatzhalter 10">
            <a:extLst>
              <a:ext uri="{FF2B5EF4-FFF2-40B4-BE49-F238E27FC236}">
                <a16:creationId xmlns:a16="http://schemas.microsoft.com/office/drawing/2014/main" id="{3C2CE81C-0689-1868-EF2E-BF63DEB6DF8C}"/>
              </a:ext>
            </a:extLst>
          </p:cNvPr>
          <p:cNvSpPr>
            <a:spLocks noGrp="1"/>
          </p:cNvSpPr>
          <p:nvPr>
            <p:ph type="body" sz="quarter" idx="21" hasCustomPrompt="1"/>
          </p:nvPr>
        </p:nvSpPr>
        <p:spPr>
          <a:xfrm>
            <a:off x="1657349" y="2712043"/>
            <a:ext cx="9791955" cy="342444"/>
          </a:xfrm>
          <a:ln>
            <a:noFill/>
          </a:ln>
        </p:spPr>
        <p:txBody>
          <a:bodyPr anchor="ctr">
            <a:normAutofit/>
          </a:bodyPr>
          <a:lstStyle>
            <a:lvl1pPr marL="0" indent="0">
              <a:buNone/>
              <a:defRPr sz="1800"/>
            </a:lvl1pPr>
          </a:lstStyle>
          <a:p>
            <a:pPr lvl="0"/>
            <a:r>
              <a:rPr lang="de-DE" dirty="0"/>
              <a:t>[Thema 2]</a:t>
            </a:r>
          </a:p>
        </p:txBody>
      </p:sp>
      <p:sp>
        <p:nvSpPr>
          <p:cNvPr id="6" name="Rechteck: abgerundete Ecken 5">
            <a:extLst>
              <a:ext uri="{FF2B5EF4-FFF2-40B4-BE49-F238E27FC236}">
                <a16:creationId xmlns:a16="http://schemas.microsoft.com/office/drawing/2014/main" id="{331D7E0E-EBBF-7866-6D33-E049E2870F5E}"/>
              </a:ext>
            </a:extLst>
          </p:cNvPr>
          <p:cNvSpPr/>
          <p:nvPr userDrawn="1"/>
        </p:nvSpPr>
        <p:spPr>
          <a:xfrm>
            <a:off x="1574798" y="3924898"/>
            <a:ext cx="9974066" cy="407988"/>
          </a:xfrm>
          <a:prstGeom prst="roundRect">
            <a:avLst/>
          </a:prstGeom>
          <a:solidFill>
            <a:schemeClr val="accent1">
              <a:lumMod val="60000"/>
              <a:lumOff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platzhalter 10">
            <a:extLst>
              <a:ext uri="{FF2B5EF4-FFF2-40B4-BE49-F238E27FC236}">
                <a16:creationId xmlns:a16="http://schemas.microsoft.com/office/drawing/2014/main" id="{8D7F180B-12ED-CB1A-F1E4-579011C55B24}"/>
              </a:ext>
            </a:extLst>
          </p:cNvPr>
          <p:cNvSpPr>
            <a:spLocks noGrp="1"/>
          </p:cNvSpPr>
          <p:nvPr>
            <p:ph type="body" sz="quarter" idx="12" hasCustomPrompt="1"/>
          </p:nvPr>
        </p:nvSpPr>
        <p:spPr>
          <a:xfrm>
            <a:off x="1657349" y="3957987"/>
            <a:ext cx="9791955" cy="342444"/>
          </a:xfrm>
          <a:ln>
            <a:noFill/>
          </a:ln>
        </p:spPr>
        <p:txBody>
          <a:bodyPr anchor="ctr">
            <a:normAutofit/>
          </a:bodyPr>
          <a:lstStyle>
            <a:lvl1pPr marL="0" indent="0">
              <a:buNone/>
              <a:defRPr sz="1800">
                <a:solidFill>
                  <a:schemeClr val="bg1"/>
                </a:solidFill>
              </a:defRPr>
            </a:lvl1pPr>
          </a:lstStyle>
          <a:p>
            <a:pPr lvl="0"/>
            <a:r>
              <a:rPr lang="de-DE" dirty="0"/>
              <a:t>[Thema 4]</a:t>
            </a:r>
          </a:p>
        </p:txBody>
      </p:sp>
      <p:sp>
        <p:nvSpPr>
          <p:cNvPr id="2" name="Rechteck: eine Ecke abgerundet 1">
            <a:extLst>
              <a:ext uri="{FF2B5EF4-FFF2-40B4-BE49-F238E27FC236}">
                <a16:creationId xmlns:a16="http://schemas.microsoft.com/office/drawing/2014/main" id="{6A2895A5-1CEE-DD6A-2B3E-7B66B2F6E997}"/>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3" name="Foliennummernplatzhalter 15">
            <a:extLst>
              <a:ext uri="{FF2B5EF4-FFF2-40B4-BE49-F238E27FC236}">
                <a16:creationId xmlns:a16="http://schemas.microsoft.com/office/drawing/2014/main" id="{095F3B73-24BD-63F4-D568-47D3DAC62FDB}"/>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8" name="Foliennummernplatzhalter 15">
            <a:extLst>
              <a:ext uri="{FF2B5EF4-FFF2-40B4-BE49-F238E27FC236}">
                <a16:creationId xmlns:a16="http://schemas.microsoft.com/office/drawing/2014/main" id="{11F4F008-1893-304C-1297-62B30F4AF994}"/>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9" name="Textplatzhalter 16">
            <a:extLst>
              <a:ext uri="{FF2B5EF4-FFF2-40B4-BE49-F238E27FC236}">
                <a16:creationId xmlns:a16="http://schemas.microsoft.com/office/drawing/2014/main" id="{70968EF3-A0D9-1D5A-E8C8-7A8C95356710}"/>
              </a:ext>
            </a:extLst>
          </p:cNvPr>
          <p:cNvSpPr>
            <a:spLocks noGrp="1"/>
          </p:cNvSpPr>
          <p:nvPr>
            <p:ph type="body" sz="quarter" idx="2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5890212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aten-1">
    <p:spTree>
      <p:nvGrpSpPr>
        <p:cNvPr id="1" name=""/>
        <p:cNvGrpSpPr/>
        <p:nvPr/>
      </p:nvGrpSpPr>
      <p:grpSpPr>
        <a:xfrm>
          <a:off x="0" y="0"/>
          <a:ext cx="0" cy="0"/>
          <a:chOff x="0" y="0"/>
          <a:chExt cx="0" cy="0"/>
        </a:xfrm>
      </p:grpSpPr>
      <p:sp>
        <p:nvSpPr>
          <p:cNvPr id="11" name="Titelplatzhalter 1">
            <a:extLst>
              <a:ext uri="{FF2B5EF4-FFF2-40B4-BE49-F238E27FC236}">
                <a16:creationId xmlns:a16="http://schemas.microsoft.com/office/drawing/2014/main" id="{593938B1-FED3-BB37-8315-0E0FE93BA86B}"/>
              </a:ext>
            </a:extLst>
          </p:cNvPr>
          <p:cNvSpPr>
            <a:spLocks noGrp="1"/>
          </p:cNvSpPr>
          <p:nvPr>
            <p:ph type="title" hasCustomPrompt="1"/>
          </p:nvPr>
        </p:nvSpPr>
        <p:spPr>
          <a:xfrm>
            <a:off x="600075" y="700598"/>
            <a:ext cx="10948790" cy="734781"/>
          </a:xfrm>
          <a:prstGeom prst="rect">
            <a:avLst/>
          </a:prstGeom>
        </p:spPr>
        <p:txBody>
          <a:bodyPr vert="horz" lIns="91440" tIns="45720" rIns="91440" bIns="45720" rtlCol="0" anchor="ctr">
            <a:noAutofit/>
          </a:bodyPr>
          <a:lstStyle>
            <a:lvl1pPr>
              <a:defRPr sz="2400"/>
            </a:lvl1pPr>
          </a:lstStyle>
          <a:p>
            <a:r>
              <a:rPr lang="de-DE" dirty="0"/>
              <a:t>[Action Title]</a:t>
            </a:r>
            <a:br>
              <a:rPr lang="de-DE" dirty="0"/>
            </a:br>
            <a:r>
              <a:rPr lang="de-DE" dirty="0"/>
              <a:t>[Action Title]</a:t>
            </a:r>
          </a:p>
        </p:txBody>
      </p:sp>
      <p:sp>
        <p:nvSpPr>
          <p:cNvPr id="15" name="Textplatzhalter 2">
            <a:extLst>
              <a:ext uri="{FF2B5EF4-FFF2-40B4-BE49-F238E27FC236}">
                <a16:creationId xmlns:a16="http://schemas.microsoft.com/office/drawing/2014/main" id="{4250A0D3-EECA-C1B5-3111-FC2295A51C34}"/>
              </a:ext>
            </a:extLst>
          </p:cNvPr>
          <p:cNvSpPr>
            <a:spLocks noGrp="1"/>
          </p:cNvSpPr>
          <p:nvPr>
            <p:ph idx="1" hasCustomPrompt="1"/>
          </p:nvPr>
        </p:nvSpPr>
        <p:spPr>
          <a:xfrm>
            <a:off x="600075" y="2166943"/>
            <a:ext cx="5400000" cy="4001149"/>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21" name="Textplatzhalter 2">
            <a:extLst>
              <a:ext uri="{FF2B5EF4-FFF2-40B4-BE49-F238E27FC236}">
                <a16:creationId xmlns:a16="http://schemas.microsoft.com/office/drawing/2014/main" id="{E6E63F81-2E76-EA92-388A-A2B1AC29D597}"/>
              </a:ext>
            </a:extLst>
          </p:cNvPr>
          <p:cNvSpPr>
            <a:spLocks noGrp="1"/>
          </p:cNvSpPr>
          <p:nvPr>
            <p:ph idx="12" hasCustomPrompt="1"/>
          </p:nvPr>
        </p:nvSpPr>
        <p:spPr>
          <a:xfrm>
            <a:off x="6148865" y="2166943"/>
            <a:ext cx="5400000" cy="4001149"/>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5" name="Rechteck: abgerundete Ecken 4">
            <a:extLst>
              <a:ext uri="{FF2B5EF4-FFF2-40B4-BE49-F238E27FC236}">
                <a16:creationId xmlns:a16="http://schemas.microsoft.com/office/drawing/2014/main" id="{FE5E9693-0254-5743-03F1-8CED638BCEA3}"/>
              </a:ext>
            </a:extLst>
          </p:cNvPr>
          <p:cNvSpPr/>
          <p:nvPr userDrawn="1"/>
        </p:nvSpPr>
        <p:spPr>
          <a:xfrm>
            <a:off x="600075" y="1618599"/>
            <a:ext cx="5400000" cy="365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Textplatzhalter 10">
            <a:extLst>
              <a:ext uri="{FF2B5EF4-FFF2-40B4-BE49-F238E27FC236}">
                <a16:creationId xmlns:a16="http://schemas.microsoft.com/office/drawing/2014/main" id="{FE119646-37E8-9260-1240-5D0293A398D1}"/>
              </a:ext>
            </a:extLst>
          </p:cNvPr>
          <p:cNvSpPr>
            <a:spLocks noGrp="1"/>
          </p:cNvSpPr>
          <p:nvPr>
            <p:ph type="body" sz="quarter" idx="13" hasCustomPrompt="1"/>
          </p:nvPr>
        </p:nvSpPr>
        <p:spPr>
          <a:xfrm>
            <a:off x="65471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17" name="Fußzeilenplatzhalter 4">
            <a:extLst>
              <a:ext uri="{FF2B5EF4-FFF2-40B4-BE49-F238E27FC236}">
                <a16:creationId xmlns:a16="http://schemas.microsoft.com/office/drawing/2014/main" id="{75F0EDD9-EE1C-1685-3269-87AD36131A14}"/>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23" name="Grafik 22" descr="Ein Bild, das Grafiken, Schrift, Text, Grafikdesign enthält.&#10;&#10;Automatisch generierte Beschreibung">
            <a:extLst>
              <a:ext uri="{FF2B5EF4-FFF2-40B4-BE49-F238E27FC236}">
                <a16:creationId xmlns:a16="http://schemas.microsoft.com/office/drawing/2014/main" id="{0684928D-B64F-58FA-71BA-8ED3E88FF60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24" name="Rechteck: abgerundete Ecken 23">
            <a:extLst>
              <a:ext uri="{FF2B5EF4-FFF2-40B4-BE49-F238E27FC236}">
                <a16:creationId xmlns:a16="http://schemas.microsoft.com/office/drawing/2014/main" id="{A88393D8-F62D-7243-5837-19EFB4F10C9D}"/>
              </a:ext>
            </a:extLst>
          </p:cNvPr>
          <p:cNvSpPr/>
          <p:nvPr userDrawn="1"/>
        </p:nvSpPr>
        <p:spPr>
          <a:xfrm>
            <a:off x="6148865" y="1618599"/>
            <a:ext cx="5400000" cy="365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5" name="Textplatzhalter 10">
            <a:extLst>
              <a:ext uri="{FF2B5EF4-FFF2-40B4-BE49-F238E27FC236}">
                <a16:creationId xmlns:a16="http://schemas.microsoft.com/office/drawing/2014/main" id="{CA35989D-505C-18A2-825B-9EA137707CBF}"/>
              </a:ext>
            </a:extLst>
          </p:cNvPr>
          <p:cNvSpPr>
            <a:spLocks noGrp="1"/>
          </p:cNvSpPr>
          <p:nvPr>
            <p:ph type="body" sz="quarter" idx="17" hasCustomPrompt="1"/>
          </p:nvPr>
        </p:nvSpPr>
        <p:spPr>
          <a:xfrm>
            <a:off x="620350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2" name="Rechteck: eine Ecke abgerundet 1">
            <a:extLst>
              <a:ext uri="{FF2B5EF4-FFF2-40B4-BE49-F238E27FC236}">
                <a16:creationId xmlns:a16="http://schemas.microsoft.com/office/drawing/2014/main" id="{97DA1A44-1C32-EB6B-49D5-BACCD2F57CAA}"/>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3" name="Foliennummernplatzhalter 15">
            <a:extLst>
              <a:ext uri="{FF2B5EF4-FFF2-40B4-BE49-F238E27FC236}">
                <a16:creationId xmlns:a16="http://schemas.microsoft.com/office/drawing/2014/main" id="{14D9F255-E82D-90BF-4E3D-C4069851B1A2}"/>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6" name="Foliennummernplatzhalter 15">
            <a:extLst>
              <a:ext uri="{FF2B5EF4-FFF2-40B4-BE49-F238E27FC236}">
                <a16:creationId xmlns:a16="http://schemas.microsoft.com/office/drawing/2014/main" id="{E5CA7A41-07A4-E050-F783-AA887F634FFF}"/>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7" name="Textplatzhalter 16">
            <a:extLst>
              <a:ext uri="{FF2B5EF4-FFF2-40B4-BE49-F238E27FC236}">
                <a16:creationId xmlns:a16="http://schemas.microsoft.com/office/drawing/2014/main" id="{38294961-2697-1668-75F3-840592B7DD67}"/>
              </a:ext>
            </a:extLst>
          </p:cNvPr>
          <p:cNvSpPr>
            <a:spLocks noGrp="1"/>
          </p:cNvSpPr>
          <p:nvPr>
            <p:ph type="body" sz="quarter" idx="18"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10637469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aten-2">
    <p:spTree>
      <p:nvGrpSpPr>
        <p:cNvPr id="1" name=""/>
        <p:cNvGrpSpPr/>
        <p:nvPr/>
      </p:nvGrpSpPr>
      <p:grpSpPr>
        <a:xfrm>
          <a:off x="0" y="0"/>
          <a:ext cx="0" cy="0"/>
          <a:chOff x="0" y="0"/>
          <a:chExt cx="0" cy="0"/>
        </a:xfrm>
      </p:grpSpPr>
      <p:sp>
        <p:nvSpPr>
          <p:cNvPr id="2" name="Gleichschenkliges Dreieck 1">
            <a:extLst>
              <a:ext uri="{FF2B5EF4-FFF2-40B4-BE49-F238E27FC236}">
                <a16:creationId xmlns:a16="http://schemas.microsoft.com/office/drawing/2014/main" id="{74A4CAB5-9919-DAFB-D720-43B46AACBC39}"/>
              </a:ext>
            </a:extLst>
          </p:cNvPr>
          <p:cNvSpPr/>
          <p:nvPr userDrawn="1"/>
        </p:nvSpPr>
        <p:spPr>
          <a:xfrm rot="10800000">
            <a:off x="3501132" y="4467141"/>
            <a:ext cx="5146676" cy="365125"/>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Textplatzhalter 2">
            <a:extLst>
              <a:ext uri="{FF2B5EF4-FFF2-40B4-BE49-F238E27FC236}">
                <a16:creationId xmlns:a16="http://schemas.microsoft.com/office/drawing/2014/main" id="{68B994BE-0C0D-3A3A-E5FB-2D4FAAE11EC2}"/>
              </a:ext>
            </a:extLst>
          </p:cNvPr>
          <p:cNvSpPr>
            <a:spLocks noGrp="1"/>
          </p:cNvSpPr>
          <p:nvPr>
            <p:ph idx="13" hasCustomPrompt="1"/>
          </p:nvPr>
        </p:nvSpPr>
        <p:spPr>
          <a:xfrm>
            <a:off x="600075" y="5017666"/>
            <a:ext cx="10948790" cy="922334"/>
          </a:xfrm>
          <a:prstGeom prst="roundRect">
            <a:avLst>
              <a:gd name="adj" fmla="val 1624"/>
            </a:avLst>
          </a:prstGeom>
          <a:ln w="12700">
            <a:solidFill>
              <a:schemeClr val="accent1"/>
            </a:solidFill>
          </a:ln>
        </p:spPr>
        <p:txBody>
          <a:bodyPr vert="horz" lIns="91440" tIns="45720" rIns="91440" bIns="45720" rtlCol="0">
            <a:noAutofit/>
          </a:bodyPr>
          <a:lstStyle>
            <a:lvl1pPr marL="457200" indent="-457200">
              <a:lnSpc>
                <a:spcPct val="100000"/>
              </a:lnSpc>
              <a:buClr>
                <a:schemeClr val="accent1"/>
              </a:buClr>
              <a:buFont typeface="Wingdings" panose="05000000000000000000" pitchFamily="2" charset="2"/>
              <a:buChar char="§"/>
              <a:defRPr sz="1400">
                <a:latin typeface="+mn-lt"/>
              </a:defRPr>
            </a:lvl1pPr>
          </a:lstStyle>
          <a:p>
            <a:pPr lvl="0"/>
            <a:r>
              <a:rPr lang="de-DE" dirty="0"/>
              <a:t>XXX</a:t>
            </a:r>
          </a:p>
          <a:p>
            <a:pPr lvl="0"/>
            <a:r>
              <a:rPr lang="de-DE" dirty="0"/>
              <a:t>XXX</a:t>
            </a:r>
          </a:p>
          <a:p>
            <a:pPr lvl="0"/>
            <a:endParaRPr lang="de-DE" dirty="0"/>
          </a:p>
        </p:txBody>
      </p:sp>
      <p:sp>
        <p:nvSpPr>
          <p:cNvPr id="9" name="Fußzeilenplatzhalter 4">
            <a:extLst>
              <a:ext uri="{FF2B5EF4-FFF2-40B4-BE49-F238E27FC236}">
                <a16:creationId xmlns:a16="http://schemas.microsoft.com/office/drawing/2014/main" id="{7DCC3930-B7C1-6613-24A0-D61B0EBACDE3}"/>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9" name="Grafik 18" descr="Ein Bild, das Grafiken, Schrift, Text, Grafikdesign enthält.&#10;&#10;Automatisch generierte Beschreibung">
            <a:extLst>
              <a:ext uri="{FF2B5EF4-FFF2-40B4-BE49-F238E27FC236}">
                <a16:creationId xmlns:a16="http://schemas.microsoft.com/office/drawing/2014/main" id="{1038FE6A-C9F4-C651-6584-B0B0AD802B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29" name="Textplatzhalter 2">
            <a:extLst>
              <a:ext uri="{FF2B5EF4-FFF2-40B4-BE49-F238E27FC236}">
                <a16:creationId xmlns:a16="http://schemas.microsoft.com/office/drawing/2014/main" id="{7E7D7335-C457-6565-CCDB-DB94BFA37B95}"/>
              </a:ext>
            </a:extLst>
          </p:cNvPr>
          <p:cNvSpPr>
            <a:spLocks noGrp="1"/>
          </p:cNvSpPr>
          <p:nvPr>
            <p:ph idx="1" hasCustomPrompt="1"/>
          </p:nvPr>
        </p:nvSpPr>
        <p:spPr>
          <a:xfrm>
            <a:off x="600075" y="2166943"/>
            <a:ext cx="5400000" cy="2114799"/>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30" name="Textplatzhalter 2">
            <a:extLst>
              <a:ext uri="{FF2B5EF4-FFF2-40B4-BE49-F238E27FC236}">
                <a16:creationId xmlns:a16="http://schemas.microsoft.com/office/drawing/2014/main" id="{4A35351F-E0E9-88C8-F1B6-4BD2FAD20E33}"/>
              </a:ext>
            </a:extLst>
          </p:cNvPr>
          <p:cNvSpPr>
            <a:spLocks noGrp="1"/>
          </p:cNvSpPr>
          <p:nvPr>
            <p:ph idx="12" hasCustomPrompt="1"/>
          </p:nvPr>
        </p:nvSpPr>
        <p:spPr>
          <a:xfrm>
            <a:off x="6148865" y="2166943"/>
            <a:ext cx="5400000" cy="2114799"/>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31" name="Rechteck: abgerundete Ecken 30">
            <a:extLst>
              <a:ext uri="{FF2B5EF4-FFF2-40B4-BE49-F238E27FC236}">
                <a16:creationId xmlns:a16="http://schemas.microsoft.com/office/drawing/2014/main" id="{2A03A335-1A1D-1C8F-3130-B13A1B4F2FB1}"/>
              </a:ext>
            </a:extLst>
          </p:cNvPr>
          <p:cNvSpPr/>
          <p:nvPr userDrawn="1"/>
        </p:nvSpPr>
        <p:spPr>
          <a:xfrm>
            <a:off x="600075" y="1618599"/>
            <a:ext cx="5400000" cy="365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2" name="Textplatzhalter 10">
            <a:extLst>
              <a:ext uri="{FF2B5EF4-FFF2-40B4-BE49-F238E27FC236}">
                <a16:creationId xmlns:a16="http://schemas.microsoft.com/office/drawing/2014/main" id="{54AD5386-4096-798C-3902-3CB7609F0B08}"/>
              </a:ext>
            </a:extLst>
          </p:cNvPr>
          <p:cNvSpPr>
            <a:spLocks noGrp="1"/>
          </p:cNvSpPr>
          <p:nvPr>
            <p:ph type="body" sz="quarter" idx="17" hasCustomPrompt="1"/>
          </p:nvPr>
        </p:nvSpPr>
        <p:spPr>
          <a:xfrm>
            <a:off x="65471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33" name="Rechteck: abgerundete Ecken 32">
            <a:extLst>
              <a:ext uri="{FF2B5EF4-FFF2-40B4-BE49-F238E27FC236}">
                <a16:creationId xmlns:a16="http://schemas.microsoft.com/office/drawing/2014/main" id="{8D24E60F-F2FF-2DC4-BB84-D29CA1A3EC76}"/>
              </a:ext>
            </a:extLst>
          </p:cNvPr>
          <p:cNvSpPr/>
          <p:nvPr userDrawn="1"/>
        </p:nvSpPr>
        <p:spPr>
          <a:xfrm>
            <a:off x="6148865" y="1618599"/>
            <a:ext cx="5400000" cy="365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Textplatzhalter 10">
            <a:extLst>
              <a:ext uri="{FF2B5EF4-FFF2-40B4-BE49-F238E27FC236}">
                <a16:creationId xmlns:a16="http://schemas.microsoft.com/office/drawing/2014/main" id="{050EAC65-74E0-3B1A-02CD-7BE743903731}"/>
              </a:ext>
            </a:extLst>
          </p:cNvPr>
          <p:cNvSpPr>
            <a:spLocks noGrp="1"/>
          </p:cNvSpPr>
          <p:nvPr>
            <p:ph type="body" sz="quarter" idx="18" hasCustomPrompt="1"/>
          </p:nvPr>
        </p:nvSpPr>
        <p:spPr>
          <a:xfrm>
            <a:off x="620350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35" name="Titelplatzhalter 1">
            <a:extLst>
              <a:ext uri="{FF2B5EF4-FFF2-40B4-BE49-F238E27FC236}">
                <a16:creationId xmlns:a16="http://schemas.microsoft.com/office/drawing/2014/main" id="{924F7450-1A2B-EC67-5D19-0715B054C56C}"/>
              </a:ext>
            </a:extLst>
          </p:cNvPr>
          <p:cNvSpPr>
            <a:spLocks noGrp="1"/>
          </p:cNvSpPr>
          <p:nvPr>
            <p:ph type="title" hasCustomPrompt="1"/>
          </p:nvPr>
        </p:nvSpPr>
        <p:spPr>
          <a:xfrm>
            <a:off x="600075" y="700598"/>
            <a:ext cx="10948790" cy="734781"/>
          </a:xfrm>
          <a:prstGeom prst="rect">
            <a:avLst/>
          </a:prstGeom>
        </p:spPr>
        <p:txBody>
          <a:bodyPr vert="horz" lIns="91440" tIns="45720" rIns="91440" bIns="45720" rtlCol="0" anchor="ctr">
            <a:noAutofit/>
          </a:bodyPr>
          <a:lstStyle>
            <a:lvl1pPr>
              <a:defRPr sz="2400"/>
            </a:lvl1pPr>
          </a:lstStyle>
          <a:p>
            <a:r>
              <a:rPr lang="de-DE" dirty="0"/>
              <a:t>[Action Title]</a:t>
            </a:r>
            <a:br>
              <a:rPr lang="de-DE" dirty="0"/>
            </a:br>
            <a:r>
              <a:rPr lang="de-DE" dirty="0"/>
              <a:t>[Action Title]</a:t>
            </a:r>
          </a:p>
        </p:txBody>
      </p:sp>
      <p:sp>
        <p:nvSpPr>
          <p:cNvPr id="3" name="Rechteck: eine Ecke abgerundet 2">
            <a:extLst>
              <a:ext uri="{FF2B5EF4-FFF2-40B4-BE49-F238E27FC236}">
                <a16:creationId xmlns:a16="http://schemas.microsoft.com/office/drawing/2014/main" id="{ED38B081-AD68-8032-C59F-F3B3C96AE0F7}"/>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6" name="Foliennummernplatzhalter 15">
            <a:extLst>
              <a:ext uri="{FF2B5EF4-FFF2-40B4-BE49-F238E27FC236}">
                <a16:creationId xmlns:a16="http://schemas.microsoft.com/office/drawing/2014/main" id="{5BB64A40-658D-3093-0E32-4E1A8498A696}"/>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7" name="Foliennummernplatzhalter 15">
            <a:extLst>
              <a:ext uri="{FF2B5EF4-FFF2-40B4-BE49-F238E27FC236}">
                <a16:creationId xmlns:a16="http://schemas.microsoft.com/office/drawing/2014/main" id="{18AB5581-7214-9A2C-6A60-34D8E71B399D}"/>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8" name="Textplatzhalter 16">
            <a:extLst>
              <a:ext uri="{FF2B5EF4-FFF2-40B4-BE49-F238E27FC236}">
                <a16:creationId xmlns:a16="http://schemas.microsoft.com/office/drawing/2014/main" id="{B7FBA310-FD56-DCD5-80EB-C15A1FF52E24}"/>
              </a:ext>
            </a:extLst>
          </p:cNvPr>
          <p:cNvSpPr>
            <a:spLocks noGrp="1"/>
          </p:cNvSpPr>
          <p:nvPr>
            <p:ph type="body" sz="quarter" idx="19"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1352086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aten-3">
    <p:spTree>
      <p:nvGrpSpPr>
        <p:cNvPr id="1" name=""/>
        <p:cNvGrpSpPr/>
        <p:nvPr/>
      </p:nvGrpSpPr>
      <p:grpSpPr>
        <a:xfrm>
          <a:off x="0" y="0"/>
          <a:ext cx="0" cy="0"/>
          <a:chOff x="0" y="0"/>
          <a:chExt cx="0" cy="0"/>
        </a:xfrm>
      </p:grpSpPr>
      <p:sp>
        <p:nvSpPr>
          <p:cNvPr id="2" name="Gleichschenkliges Dreieck 1">
            <a:extLst>
              <a:ext uri="{FF2B5EF4-FFF2-40B4-BE49-F238E27FC236}">
                <a16:creationId xmlns:a16="http://schemas.microsoft.com/office/drawing/2014/main" id="{74A4CAB5-9919-DAFB-D720-43B46AACBC39}"/>
              </a:ext>
            </a:extLst>
          </p:cNvPr>
          <p:cNvSpPr/>
          <p:nvPr userDrawn="1"/>
        </p:nvSpPr>
        <p:spPr>
          <a:xfrm rot="10800000">
            <a:off x="3501132" y="4467141"/>
            <a:ext cx="5146676" cy="365125"/>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Fußzeilenplatzhalter 4">
            <a:extLst>
              <a:ext uri="{FF2B5EF4-FFF2-40B4-BE49-F238E27FC236}">
                <a16:creationId xmlns:a16="http://schemas.microsoft.com/office/drawing/2014/main" id="{7DCC3930-B7C1-6613-24A0-D61B0EBACDE3}"/>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9" name="Grafik 18" descr="Ein Bild, das Grafiken, Schrift, Text, Grafikdesign enthält.&#10;&#10;Automatisch generierte Beschreibung">
            <a:extLst>
              <a:ext uri="{FF2B5EF4-FFF2-40B4-BE49-F238E27FC236}">
                <a16:creationId xmlns:a16="http://schemas.microsoft.com/office/drawing/2014/main" id="{1038FE6A-C9F4-C651-6584-B0B0AD802B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29" name="Textplatzhalter 2">
            <a:extLst>
              <a:ext uri="{FF2B5EF4-FFF2-40B4-BE49-F238E27FC236}">
                <a16:creationId xmlns:a16="http://schemas.microsoft.com/office/drawing/2014/main" id="{7E7D7335-C457-6565-CCDB-DB94BFA37B95}"/>
              </a:ext>
            </a:extLst>
          </p:cNvPr>
          <p:cNvSpPr>
            <a:spLocks noGrp="1"/>
          </p:cNvSpPr>
          <p:nvPr>
            <p:ph idx="1" hasCustomPrompt="1"/>
          </p:nvPr>
        </p:nvSpPr>
        <p:spPr>
          <a:xfrm>
            <a:off x="600075" y="2166943"/>
            <a:ext cx="5400000" cy="2114799"/>
          </a:xfrm>
          <a:prstGeom prst="roundRect">
            <a:avLst>
              <a:gd name="adj" fmla="val 1624"/>
            </a:avLst>
          </a:prstGeom>
          <a:ln w="12700">
            <a:solidFill>
              <a:schemeClr val="tx2"/>
            </a:solidFill>
          </a:ln>
        </p:spPr>
        <p:txBody>
          <a:bodyPr vert="horz" lIns="91440" tIns="45720" rIns="91440" bIns="45720" rtlCol="0">
            <a:normAutofit/>
          </a:bodyPr>
          <a:lstStyle>
            <a:lvl1pPr marL="457200" indent="-457200">
              <a:lnSpc>
                <a:spcPct val="150000"/>
              </a:lnSpc>
              <a:buClr>
                <a:schemeClr val="tx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30" name="Textplatzhalter 2">
            <a:extLst>
              <a:ext uri="{FF2B5EF4-FFF2-40B4-BE49-F238E27FC236}">
                <a16:creationId xmlns:a16="http://schemas.microsoft.com/office/drawing/2014/main" id="{4A35351F-E0E9-88C8-F1B6-4BD2FAD20E33}"/>
              </a:ext>
            </a:extLst>
          </p:cNvPr>
          <p:cNvSpPr>
            <a:spLocks noGrp="1"/>
          </p:cNvSpPr>
          <p:nvPr>
            <p:ph idx="12" hasCustomPrompt="1"/>
          </p:nvPr>
        </p:nvSpPr>
        <p:spPr>
          <a:xfrm>
            <a:off x="6148865" y="2166943"/>
            <a:ext cx="5400000" cy="2114799"/>
          </a:xfrm>
          <a:prstGeom prst="roundRect">
            <a:avLst>
              <a:gd name="adj" fmla="val 1624"/>
            </a:avLst>
          </a:prstGeom>
          <a:ln w="12700">
            <a:solidFill>
              <a:schemeClr val="tx2"/>
            </a:solidFill>
          </a:ln>
        </p:spPr>
        <p:txBody>
          <a:bodyPr vert="horz" lIns="91440" tIns="45720" rIns="91440" bIns="45720" rtlCol="0">
            <a:normAutofit/>
          </a:bodyPr>
          <a:lstStyle>
            <a:lvl1pPr marL="457200" indent="-457200">
              <a:lnSpc>
                <a:spcPct val="150000"/>
              </a:lnSpc>
              <a:buClr>
                <a:schemeClr val="tx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31" name="Rechteck: abgerundete Ecken 30">
            <a:extLst>
              <a:ext uri="{FF2B5EF4-FFF2-40B4-BE49-F238E27FC236}">
                <a16:creationId xmlns:a16="http://schemas.microsoft.com/office/drawing/2014/main" id="{2A03A335-1A1D-1C8F-3130-B13A1B4F2FB1}"/>
              </a:ext>
            </a:extLst>
          </p:cNvPr>
          <p:cNvSpPr/>
          <p:nvPr userDrawn="1"/>
        </p:nvSpPr>
        <p:spPr>
          <a:xfrm>
            <a:off x="600075" y="1618599"/>
            <a:ext cx="5400000" cy="365122"/>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2" name="Textplatzhalter 10">
            <a:extLst>
              <a:ext uri="{FF2B5EF4-FFF2-40B4-BE49-F238E27FC236}">
                <a16:creationId xmlns:a16="http://schemas.microsoft.com/office/drawing/2014/main" id="{54AD5386-4096-798C-3902-3CB7609F0B08}"/>
              </a:ext>
            </a:extLst>
          </p:cNvPr>
          <p:cNvSpPr>
            <a:spLocks noGrp="1"/>
          </p:cNvSpPr>
          <p:nvPr>
            <p:ph type="body" sz="quarter" idx="17" hasCustomPrompt="1"/>
          </p:nvPr>
        </p:nvSpPr>
        <p:spPr>
          <a:xfrm>
            <a:off x="65471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33" name="Rechteck: abgerundete Ecken 32">
            <a:extLst>
              <a:ext uri="{FF2B5EF4-FFF2-40B4-BE49-F238E27FC236}">
                <a16:creationId xmlns:a16="http://schemas.microsoft.com/office/drawing/2014/main" id="{8D24E60F-F2FF-2DC4-BB84-D29CA1A3EC76}"/>
              </a:ext>
            </a:extLst>
          </p:cNvPr>
          <p:cNvSpPr/>
          <p:nvPr userDrawn="1"/>
        </p:nvSpPr>
        <p:spPr>
          <a:xfrm>
            <a:off x="6148865" y="1618599"/>
            <a:ext cx="5400000" cy="365122"/>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Textplatzhalter 10">
            <a:extLst>
              <a:ext uri="{FF2B5EF4-FFF2-40B4-BE49-F238E27FC236}">
                <a16:creationId xmlns:a16="http://schemas.microsoft.com/office/drawing/2014/main" id="{050EAC65-74E0-3B1A-02CD-7BE743903731}"/>
              </a:ext>
            </a:extLst>
          </p:cNvPr>
          <p:cNvSpPr>
            <a:spLocks noGrp="1"/>
          </p:cNvSpPr>
          <p:nvPr>
            <p:ph type="body" sz="quarter" idx="18" hasCustomPrompt="1"/>
          </p:nvPr>
        </p:nvSpPr>
        <p:spPr>
          <a:xfrm>
            <a:off x="620350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10" name="Rechteck: abgerundete Ecken 9">
            <a:extLst>
              <a:ext uri="{FF2B5EF4-FFF2-40B4-BE49-F238E27FC236}">
                <a16:creationId xmlns:a16="http://schemas.microsoft.com/office/drawing/2014/main" id="{6FAD2FFE-B37B-FC34-61DA-72154EF331C1}"/>
              </a:ext>
            </a:extLst>
          </p:cNvPr>
          <p:cNvSpPr/>
          <p:nvPr userDrawn="1"/>
        </p:nvSpPr>
        <p:spPr>
          <a:xfrm>
            <a:off x="600075" y="5012215"/>
            <a:ext cx="10948790" cy="92778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1" name="Textplatzhalter 10">
            <a:extLst>
              <a:ext uri="{FF2B5EF4-FFF2-40B4-BE49-F238E27FC236}">
                <a16:creationId xmlns:a16="http://schemas.microsoft.com/office/drawing/2014/main" id="{CE0B3DF0-17E2-032D-2A18-BB8971453B47}"/>
              </a:ext>
            </a:extLst>
          </p:cNvPr>
          <p:cNvSpPr>
            <a:spLocks noGrp="1"/>
          </p:cNvSpPr>
          <p:nvPr>
            <p:ph type="body" sz="quarter" idx="19" hasCustomPrompt="1"/>
          </p:nvPr>
        </p:nvSpPr>
        <p:spPr>
          <a:xfrm>
            <a:off x="709913" y="5149049"/>
            <a:ext cx="10772176" cy="654116"/>
          </a:xfrm>
          <a:ln>
            <a:noFill/>
          </a:ln>
        </p:spPr>
        <p:txBody>
          <a:bodyPr anchor="ctr">
            <a:normAutofit/>
          </a:bodyPr>
          <a:lstStyle>
            <a:lvl1pPr marL="0" indent="0" algn="ctr">
              <a:buNone/>
              <a:defRPr sz="1800" b="1">
                <a:solidFill>
                  <a:schemeClr val="bg1"/>
                </a:solidFill>
                <a:latin typeface="+mn-lt"/>
              </a:defRPr>
            </a:lvl1pPr>
          </a:lstStyle>
          <a:p>
            <a:pPr lvl="0"/>
            <a:r>
              <a:rPr lang="de-DE" dirty="0"/>
              <a:t>[Fazit]</a:t>
            </a:r>
          </a:p>
        </p:txBody>
      </p:sp>
      <p:sp>
        <p:nvSpPr>
          <p:cNvPr id="12" name="Titelplatzhalter 1">
            <a:extLst>
              <a:ext uri="{FF2B5EF4-FFF2-40B4-BE49-F238E27FC236}">
                <a16:creationId xmlns:a16="http://schemas.microsoft.com/office/drawing/2014/main" id="{A6D70858-BCFA-C75F-26E1-29E2E590E39A}"/>
              </a:ext>
            </a:extLst>
          </p:cNvPr>
          <p:cNvSpPr>
            <a:spLocks noGrp="1"/>
          </p:cNvSpPr>
          <p:nvPr>
            <p:ph type="title" hasCustomPrompt="1"/>
          </p:nvPr>
        </p:nvSpPr>
        <p:spPr>
          <a:xfrm>
            <a:off x="600075" y="700598"/>
            <a:ext cx="10948790" cy="734781"/>
          </a:xfrm>
          <a:prstGeom prst="rect">
            <a:avLst/>
          </a:prstGeom>
        </p:spPr>
        <p:txBody>
          <a:bodyPr vert="horz" lIns="91440" tIns="45720" rIns="91440" bIns="45720" rtlCol="0" anchor="ctr">
            <a:noAutofit/>
          </a:bodyPr>
          <a:lstStyle>
            <a:lvl1pPr>
              <a:defRPr sz="2400"/>
            </a:lvl1pPr>
          </a:lstStyle>
          <a:p>
            <a:r>
              <a:rPr lang="de-DE" dirty="0"/>
              <a:t>[Action Title]</a:t>
            </a:r>
            <a:br>
              <a:rPr lang="de-DE" dirty="0"/>
            </a:br>
            <a:r>
              <a:rPr lang="de-DE" dirty="0"/>
              <a:t>[Action Title]</a:t>
            </a:r>
          </a:p>
        </p:txBody>
      </p:sp>
      <p:sp>
        <p:nvSpPr>
          <p:cNvPr id="3" name="Rechteck: eine Ecke abgerundet 2">
            <a:extLst>
              <a:ext uri="{FF2B5EF4-FFF2-40B4-BE49-F238E27FC236}">
                <a16:creationId xmlns:a16="http://schemas.microsoft.com/office/drawing/2014/main" id="{610BA431-6756-8496-9992-0DAA1491B0C7}"/>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5" name="Foliennummernplatzhalter 15">
            <a:extLst>
              <a:ext uri="{FF2B5EF4-FFF2-40B4-BE49-F238E27FC236}">
                <a16:creationId xmlns:a16="http://schemas.microsoft.com/office/drawing/2014/main" id="{F16C3F51-9019-E616-A9FB-BCE7FE11BD13}"/>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6" name="Foliennummernplatzhalter 15">
            <a:extLst>
              <a:ext uri="{FF2B5EF4-FFF2-40B4-BE49-F238E27FC236}">
                <a16:creationId xmlns:a16="http://schemas.microsoft.com/office/drawing/2014/main" id="{3D3E75E8-1CE2-4868-73A0-F87DFB181172}"/>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7" name="Textplatzhalter 16">
            <a:extLst>
              <a:ext uri="{FF2B5EF4-FFF2-40B4-BE49-F238E27FC236}">
                <a16:creationId xmlns:a16="http://schemas.microsoft.com/office/drawing/2014/main" id="{6DB3E076-69A3-F3C9-57BA-44E35E999803}"/>
              </a:ext>
            </a:extLst>
          </p:cNvPr>
          <p:cNvSpPr>
            <a:spLocks noGrp="1"/>
          </p:cNvSpPr>
          <p:nvPr>
            <p:ph type="body" sz="quarter" idx="20"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35317124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aten-4">
    <p:spTree>
      <p:nvGrpSpPr>
        <p:cNvPr id="1" name=""/>
        <p:cNvGrpSpPr/>
        <p:nvPr/>
      </p:nvGrpSpPr>
      <p:grpSpPr>
        <a:xfrm>
          <a:off x="0" y="0"/>
          <a:ext cx="0" cy="0"/>
          <a:chOff x="0" y="0"/>
          <a:chExt cx="0" cy="0"/>
        </a:xfrm>
      </p:grpSpPr>
      <p:sp>
        <p:nvSpPr>
          <p:cNvPr id="22" name="Textplatzhalter 2">
            <a:extLst>
              <a:ext uri="{FF2B5EF4-FFF2-40B4-BE49-F238E27FC236}">
                <a16:creationId xmlns:a16="http://schemas.microsoft.com/office/drawing/2014/main" id="{1FBA69DC-331E-1C79-5A23-95B757FB94DD}"/>
              </a:ext>
            </a:extLst>
          </p:cNvPr>
          <p:cNvSpPr>
            <a:spLocks noGrp="1"/>
          </p:cNvSpPr>
          <p:nvPr>
            <p:ph idx="12" hasCustomPrompt="1"/>
          </p:nvPr>
        </p:nvSpPr>
        <p:spPr>
          <a:xfrm>
            <a:off x="8020865" y="2163672"/>
            <a:ext cx="3528000" cy="2123521"/>
          </a:xfrm>
          <a:prstGeom prst="roundRect">
            <a:avLst>
              <a:gd name="adj" fmla="val 1624"/>
            </a:avLst>
          </a:prstGeom>
          <a:ln w="12700">
            <a:solidFill>
              <a:schemeClr val="tx1"/>
            </a:solidFill>
            <a:extLst>
              <a:ext uri="{C807C97D-BFC1-408E-A445-0C87EB9F89A2}">
                <ask:lineSketchStyleProps xmlns:ask="http://schemas.microsoft.com/office/drawing/2018/sketchyshapes" sd="1219033472">
                  <a:custGeom>
                    <a:avLst/>
                    <a:gdLst>
                      <a:gd name="connsiteX0" fmla="*/ 0 w 4860000"/>
                      <a:gd name="connsiteY0" fmla="*/ 35348 h 2176611"/>
                      <a:gd name="connsiteX1" fmla="*/ 35348 w 4860000"/>
                      <a:gd name="connsiteY1" fmla="*/ 0 h 2176611"/>
                      <a:gd name="connsiteX2" fmla="*/ 634011 w 4860000"/>
                      <a:gd name="connsiteY2" fmla="*/ 0 h 2176611"/>
                      <a:gd name="connsiteX3" fmla="*/ 1136888 w 4860000"/>
                      <a:gd name="connsiteY3" fmla="*/ 0 h 2176611"/>
                      <a:gd name="connsiteX4" fmla="*/ 1591872 w 4860000"/>
                      <a:gd name="connsiteY4" fmla="*/ 0 h 2176611"/>
                      <a:gd name="connsiteX5" fmla="*/ 2094749 w 4860000"/>
                      <a:gd name="connsiteY5" fmla="*/ 0 h 2176611"/>
                      <a:gd name="connsiteX6" fmla="*/ 2741305 w 4860000"/>
                      <a:gd name="connsiteY6" fmla="*/ 0 h 2176611"/>
                      <a:gd name="connsiteX7" fmla="*/ 3244182 w 4860000"/>
                      <a:gd name="connsiteY7" fmla="*/ 0 h 2176611"/>
                      <a:gd name="connsiteX8" fmla="*/ 3699166 w 4860000"/>
                      <a:gd name="connsiteY8" fmla="*/ 0 h 2176611"/>
                      <a:gd name="connsiteX9" fmla="*/ 4202042 w 4860000"/>
                      <a:gd name="connsiteY9" fmla="*/ 0 h 2176611"/>
                      <a:gd name="connsiteX10" fmla="*/ 4824652 w 4860000"/>
                      <a:gd name="connsiteY10" fmla="*/ 0 h 2176611"/>
                      <a:gd name="connsiteX11" fmla="*/ 4860000 w 4860000"/>
                      <a:gd name="connsiteY11" fmla="*/ 35348 h 2176611"/>
                      <a:gd name="connsiteX12" fmla="*/ 4860000 w 4860000"/>
                      <a:gd name="connsiteY12" fmla="*/ 498649 h 2176611"/>
                      <a:gd name="connsiteX13" fmla="*/ 4860000 w 4860000"/>
                      <a:gd name="connsiteY13" fmla="*/ 1025128 h 2176611"/>
                      <a:gd name="connsiteX14" fmla="*/ 4860000 w 4860000"/>
                      <a:gd name="connsiteY14" fmla="*/ 1593725 h 2176611"/>
                      <a:gd name="connsiteX15" fmla="*/ 4860000 w 4860000"/>
                      <a:gd name="connsiteY15" fmla="*/ 2141263 h 2176611"/>
                      <a:gd name="connsiteX16" fmla="*/ 4824652 w 4860000"/>
                      <a:gd name="connsiteY16" fmla="*/ 2176611 h 2176611"/>
                      <a:gd name="connsiteX17" fmla="*/ 4273882 w 4860000"/>
                      <a:gd name="connsiteY17" fmla="*/ 2176611 h 2176611"/>
                      <a:gd name="connsiteX18" fmla="*/ 3675219 w 4860000"/>
                      <a:gd name="connsiteY18" fmla="*/ 2176611 h 2176611"/>
                      <a:gd name="connsiteX19" fmla="*/ 3220235 w 4860000"/>
                      <a:gd name="connsiteY19" fmla="*/ 2176611 h 2176611"/>
                      <a:gd name="connsiteX20" fmla="*/ 2525786 w 4860000"/>
                      <a:gd name="connsiteY20" fmla="*/ 2176611 h 2176611"/>
                      <a:gd name="connsiteX21" fmla="*/ 1927123 w 4860000"/>
                      <a:gd name="connsiteY21" fmla="*/ 2176611 h 2176611"/>
                      <a:gd name="connsiteX22" fmla="*/ 1232674 w 4860000"/>
                      <a:gd name="connsiteY22" fmla="*/ 2176611 h 2176611"/>
                      <a:gd name="connsiteX23" fmla="*/ 681904 w 4860000"/>
                      <a:gd name="connsiteY23" fmla="*/ 2176611 h 2176611"/>
                      <a:gd name="connsiteX24" fmla="*/ 35348 w 4860000"/>
                      <a:gd name="connsiteY24" fmla="*/ 2176611 h 2176611"/>
                      <a:gd name="connsiteX25" fmla="*/ 0 w 4860000"/>
                      <a:gd name="connsiteY25" fmla="*/ 2141263 h 2176611"/>
                      <a:gd name="connsiteX26" fmla="*/ 0 w 4860000"/>
                      <a:gd name="connsiteY26" fmla="*/ 1614784 h 2176611"/>
                      <a:gd name="connsiteX27" fmla="*/ 0 w 4860000"/>
                      <a:gd name="connsiteY27" fmla="*/ 1067246 h 2176611"/>
                      <a:gd name="connsiteX28" fmla="*/ 0 w 4860000"/>
                      <a:gd name="connsiteY28" fmla="*/ 498649 h 2176611"/>
                      <a:gd name="connsiteX29" fmla="*/ 0 w 4860000"/>
                      <a:gd name="connsiteY29" fmla="*/ 35348 h 2176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860000" h="2176611" fill="none" extrusionOk="0">
                        <a:moveTo>
                          <a:pt x="0" y="35348"/>
                        </a:moveTo>
                        <a:cubicBezTo>
                          <a:pt x="-692" y="17983"/>
                          <a:pt x="14591" y="-3890"/>
                          <a:pt x="35348" y="0"/>
                        </a:cubicBezTo>
                        <a:cubicBezTo>
                          <a:pt x="305960" y="-44497"/>
                          <a:pt x="338662" y="46840"/>
                          <a:pt x="634011" y="0"/>
                        </a:cubicBezTo>
                        <a:cubicBezTo>
                          <a:pt x="929360" y="-46840"/>
                          <a:pt x="922256" y="40136"/>
                          <a:pt x="1136888" y="0"/>
                        </a:cubicBezTo>
                        <a:cubicBezTo>
                          <a:pt x="1351520" y="-40136"/>
                          <a:pt x="1433993" y="32934"/>
                          <a:pt x="1591872" y="0"/>
                        </a:cubicBezTo>
                        <a:cubicBezTo>
                          <a:pt x="1749751" y="-32934"/>
                          <a:pt x="1967979" y="40493"/>
                          <a:pt x="2094749" y="0"/>
                        </a:cubicBezTo>
                        <a:cubicBezTo>
                          <a:pt x="2221519" y="-40493"/>
                          <a:pt x="2547148" y="12737"/>
                          <a:pt x="2741305" y="0"/>
                        </a:cubicBezTo>
                        <a:cubicBezTo>
                          <a:pt x="2935462" y="-12737"/>
                          <a:pt x="3001051" y="12453"/>
                          <a:pt x="3244182" y="0"/>
                        </a:cubicBezTo>
                        <a:cubicBezTo>
                          <a:pt x="3487313" y="-12453"/>
                          <a:pt x="3530597" y="53629"/>
                          <a:pt x="3699166" y="0"/>
                        </a:cubicBezTo>
                        <a:cubicBezTo>
                          <a:pt x="3867735" y="-53629"/>
                          <a:pt x="3951437" y="27572"/>
                          <a:pt x="4202042" y="0"/>
                        </a:cubicBezTo>
                        <a:cubicBezTo>
                          <a:pt x="4452647" y="-27572"/>
                          <a:pt x="4656119" y="65621"/>
                          <a:pt x="4824652" y="0"/>
                        </a:cubicBezTo>
                        <a:cubicBezTo>
                          <a:pt x="4841639" y="304"/>
                          <a:pt x="4863920" y="19944"/>
                          <a:pt x="4860000" y="35348"/>
                        </a:cubicBezTo>
                        <a:cubicBezTo>
                          <a:pt x="4904396" y="259763"/>
                          <a:pt x="4842591" y="350900"/>
                          <a:pt x="4860000" y="498649"/>
                        </a:cubicBezTo>
                        <a:cubicBezTo>
                          <a:pt x="4877409" y="646398"/>
                          <a:pt x="4850902" y="824458"/>
                          <a:pt x="4860000" y="1025128"/>
                        </a:cubicBezTo>
                        <a:cubicBezTo>
                          <a:pt x="4869098" y="1225798"/>
                          <a:pt x="4798252" y="1473592"/>
                          <a:pt x="4860000" y="1593725"/>
                        </a:cubicBezTo>
                        <a:cubicBezTo>
                          <a:pt x="4921748" y="1713858"/>
                          <a:pt x="4840475" y="2019537"/>
                          <a:pt x="4860000" y="2141263"/>
                        </a:cubicBezTo>
                        <a:cubicBezTo>
                          <a:pt x="4859293" y="2163375"/>
                          <a:pt x="4847078" y="2171720"/>
                          <a:pt x="4824652" y="2176611"/>
                        </a:cubicBezTo>
                        <a:cubicBezTo>
                          <a:pt x="4694586" y="2226213"/>
                          <a:pt x="4479575" y="2169709"/>
                          <a:pt x="4273882" y="2176611"/>
                        </a:cubicBezTo>
                        <a:cubicBezTo>
                          <a:pt x="4068189" y="2183513"/>
                          <a:pt x="3795887" y="2131686"/>
                          <a:pt x="3675219" y="2176611"/>
                        </a:cubicBezTo>
                        <a:cubicBezTo>
                          <a:pt x="3554551" y="2221536"/>
                          <a:pt x="3433683" y="2148276"/>
                          <a:pt x="3220235" y="2176611"/>
                        </a:cubicBezTo>
                        <a:cubicBezTo>
                          <a:pt x="3006787" y="2204946"/>
                          <a:pt x="2863939" y="2159612"/>
                          <a:pt x="2525786" y="2176611"/>
                        </a:cubicBezTo>
                        <a:cubicBezTo>
                          <a:pt x="2187633" y="2193610"/>
                          <a:pt x="2147408" y="2140402"/>
                          <a:pt x="1927123" y="2176611"/>
                        </a:cubicBezTo>
                        <a:cubicBezTo>
                          <a:pt x="1706838" y="2212820"/>
                          <a:pt x="1415913" y="2140451"/>
                          <a:pt x="1232674" y="2176611"/>
                        </a:cubicBezTo>
                        <a:cubicBezTo>
                          <a:pt x="1049435" y="2212771"/>
                          <a:pt x="901046" y="2116355"/>
                          <a:pt x="681904" y="2176611"/>
                        </a:cubicBezTo>
                        <a:cubicBezTo>
                          <a:pt x="462762" y="2236867"/>
                          <a:pt x="251995" y="2130044"/>
                          <a:pt x="35348" y="2176611"/>
                        </a:cubicBezTo>
                        <a:cubicBezTo>
                          <a:pt x="14156" y="2181656"/>
                          <a:pt x="1958" y="2164234"/>
                          <a:pt x="0" y="2141263"/>
                        </a:cubicBezTo>
                        <a:cubicBezTo>
                          <a:pt x="-17322" y="1897626"/>
                          <a:pt x="43978" y="1878012"/>
                          <a:pt x="0" y="1614784"/>
                        </a:cubicBezTo>
                        <a:cubicBezTo>
                          <a:pt x="-43978" y="1351556"/>
                          <a:pt x="44253" y="1181574"/>
                          <a:pt x="0" y="1067246"/>
                        </a:cubicBezTo>
                        <a:cubicBezTo>
                          <a:pt x="-44253" y="952918"/>
                          <a:pt x="43823" y="684278"/>
                          <a:pt x="0" y="498649"/>
                        </a:cubicBezTo>
                        <a:cubicBezTo>
                          <a:pt x="-43823" y="313020"/>
                          <a:pt x="3613" y="140499"/>
                          <a:pt x="0" y="35348"/>
                        </a:cubicBezTo>
                        <a:close/>
                      </a:path>
                      <a:path w="4860000" h="2176611" stroke="0" extrusionOk="0">
                        <a:moveTo>
                          <a:pt x="0" y="35348"/>
                        </a:moveTo>
                        <a:cubicBezTo>
                          <a:pt x="-4182" y="13247"/>
                          <a:pt x="13982" y="692"/>
                          <a:pt x="35348" y="0"/>
                        </a:cubicBezTo>
                        <a:cubicBezTo>
                          <a:pt x="324454" y="-74122"/>
                          <a:pt x="581278" y="35531"/>
                          <a:pt x="729797" y="0"/>
                        </a:cubicBezTo>
                        <a:cubicBezTo>
                          <a:pt x="878316" y="-35531"/>
                          <a:pt x="1108931" y="31658"/>
                          <a:pt x="1280567" y="0"/>
                        </a:cubicBezTo>
                        <a:cubicBezTo>
                          <a:pt x="1452203" y="-31658"/>
                          <a:pt x="1661332" y="10040"/>
                          <a:pt x="1783444" y="0"/>
                        </a:cubicBezTo>
                        <a:cubicBezTo>
                          <a:pt x="1905556" y="-10040"/>
                          <a:pt x="2141664" y="9767"/>
                          <a:pt x="2430000" y="0"/>
                        </a:cubicBezTo>
                        <a:cubicBezTo>
                          <a:pt x="2718336" y="-9767"/>
                          <a:pt x="2845232" y="31003"/>
                          <a:pt x="2980770" y="0"/>
                        </a:cubicBezTo>
                        <a:cubicBezTo>
                          <a:pt x="3116308" y="-31003"/>
                          <a:pt x="3462310" y="53302"/>
                          <a:pt x="3675219" y="0"/>
                        </a:cubicBezTo>
                        <a:cubicBezTo>
                          <a:pt x="3888128" y="-53302"/>
                          <a:pt x="3941456" y="45273"/>
                          <a:pt x="4178096" y="0"/>
                        </a:cubicBezTo>
                        <a:cubicBezTo>
                          <a:pt x="4414736" y="-45273"/>
                          <a:pt x="4620244" y="58037"/>
                          <a:pt x="4824652" y="0"/>
                        </a:cubicBezTo>
                        <a:cubicBezTo>
                          <a:pt x="4847072" y="697"/>
                          <a:pt x="4854657" y="14962"/>
                          <a:pt x="4860000" y="35348"/>
                        </a:cubicBezTo>
                        <a:cubicBezTo>
                          <a:pt x="4922089" y="164527"/>
                          <a:pt x="4830209" y="432852"/>
                          <a:pt x="4860000" y="561827"/>
                        </a:cubicBezTo>
                        <a:cubicBezTo>
                          <a:pt x="4889791" y="690802"/>
                          <a:pt x="4831472" y="897347"/>
                          <a:pt x="4860000" y="1067246"/>
                        </a:cubicBezTo>
                        <a:cubicBezTo>
                          <a:pt x="4888528" y="1237145"/>
                          <a:pt x="4824631" y="1355105"/>
                          <a:pt x="4860000" y="1635843"/>
                        </a:cubicBezTo>
                        <a:cubicBezTo>
                          <a:pt x="4895369" y="1916581"/>
                          <a:pt x="4833053" y="1917600"/>
                          <a:pt x="4860000" y="2141263"/>
                        </a:cubicBezTo>
                        <a:cubicBezTo>
                          <a:pt x="4856849" y="2161302"/>
                          <a:pt x="4839914" y="2173672"/>
                          <a:pt x="4824652" y="2176611"/>
                        </a:cubicBezTo>
                        <a:cubicBezTo>
                          <a:pt x="4513962" y="2181808"/>
                          <a:pt x="4312908" y="2108055"/>
                          <a:pt x="4178096" y="2176611"/>
                        </a:cubicBezTo>
                        <a:cubicBezTo>
                          <a:pt x="4043284" y="2245167"/>
                          <a:pt x="3875867" y="2134995"/>
                          <a:pt x="3579433" y="2176611"/>
                        </a:cubicBezTo>
                        <a:cubicBezTo>
                          <a:pt x="3282999" y="2218227"/>
                          <a:pt x="3259968" y="2169574"/>
                          <a:pt x="3124449" y="2176611"/>
                        </a:cubicBezTo>
                        <a:cubicBezTo>
                          <a:pt x="2988930" y="2183648"/>
                          <a:pt x="2853079" y="2150349"/>
                          <a:pt x="2621572" y="2176611"/>
                        </a:cubicBezTo>
                        <a:cubicBezTo>
                          <a:pt x="2390065" y="2202873"/>
                          <a:pt x="2145516" y="2153911"/>
                          <a:pt x="1927123" y="2176611"/>
                        </a:cubicBezTo>
                        <a:cubicBezTo>
                          <a:pt x="1708730" y="2199311"/>
                          <a:pt x="1504388" y="2112605"/>
                          <a:pt x="1328460" y="2176611"/>
                        </a:cubicBezTo>
                        <a:cubicBezTo>
                          <a:pt x="1152532" y="2240617"/>
                          <a:pt x="942118" y="2154576"/>
                          <a:pt x="825583" y="2176611"/>
                        </a:cubicBezTo>
                        <a:cubicBezTo>
                          <a:pt x="709048" y="2198646"/>
                          <a:pt x="234460" y="2170550"/>
                          <a:pt x="35348" y="2176611"/>
                        </a:cubicBezTo>
                        <a:cubicBezTo>
                          <a:pt x="13673" y="2176489"/>
                          <a:pt x="4064" y="2164284"/>
                          <a:pt x="0" y="2141263"/>
                        </a:cubicBezTo>
                        <a:cubicBezTo>
                          <a:pt x="-29592" y="2006599"/>
                          <a:pt x="31384" y="1854110"/>
                          <a:pt x="0" y="1614784"/>
                        </a:cubicBezTo>
                        <a:cubicBezTo>
                          <a:pt x="-31384" y="1375458"/>
                          <a:pt x="5283" y="1268875"/>
                          <a:pt x="0" y="1130424"/>
                        </a:cubicBezTo>
                        <a:cubicBezTo>
                          <a:pt x="-5283" y="991973"/>
                          <a:pt x="39851" y="713584"/>
                          <a:pt x="0" y="582886"/>
                        </a:cubicBezTo>
                        <a:cubicBezTo>
                          <a:pt x="-39851" y="452188"/>
                          <a:pt x="21549" y="306876"/>
                          <a:pt x="0" y="35348"/>
                        </a:cubicBezTo>
                        <a:close/>
                      </a:path>
                    </a:pathLst>
                  </a:custGeom>
                  <ask:type>
                    <ask:lineSketchNone/>
                  </ask:type>
                </ask:lineSketchStyleProps>
              </a:ext>
            </a:extLst>
          </a:ln>
        </p:spPr>
        <p:txBody>
          <a:bodyPr vert="horz" lIns="91440" tIns="45720" rIns="91440" bIns="45720" rtlCol="0">
            <a:normAutofit/>
          </a:bodyPr>
          <a:lstStyle>
            <a:lvl1pPr marL="457200" indent="-457200">
              <a:lnSpc>
                <a:spcPct val="100000"/>
              </a:lnSpc>
              <a:buClr>
                <a:schemeClr val="tx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24" name="Textplatzhalter 2">
            <a:extLst>
              <a:ext uri="{FF2B5EF4-FFF2-40B4-BE49-F238E27FC236}">
                <a16:creationId xmlns:a16="http://schemas.microsoft.com/office/drawing/2014/main" id="{16DD97F1-EF2B-CCBB-4927-400C81FDF5EF}"/>
              </a:ext>
            </a:extLst>
          </p:cNvPr>
          <p:cNvSpPr>
            <a:spLocks noGrp="1"/>
          </p:cNvSpPr>
          <p:nvPr>
            <p:ph idx="13" hasCustomPrompt="1"/>
          </p:nvPr>
        </p:nvSpPr>
        <p:spPr>
          <a:xfrm>
            <a:off x="4310468" y="2163672"/>
            <a:ext cx="3528000" cy="2123521"/>
          </a:xfrm>
          <a:prstGeom prst="roundRect">
            <a:avLst>
              <a:gd name="adj" fmla="val 1624"/>
            </a:avLst>
          </a:prstGeom>
          <a:ln w="12700">
            <a:solidFill>
              <a:schemeClr val="tx1"/>
            </a:solidFill>
            <a:extLst>
              <a:ext uri="{C807C97D-BFC1-408E-A445-0C87EB9F89A2}">
                <ask:lineSketchStyleProps xmlns:ask="http://schemas.microsoft.com/office/drawing/2018/sketchyshapes" sd="1219033472">
                  <a:custGeom>
                    <a:avLst/>
                    <a:gdLst>
                      <a:gd name="connsiteX0" fmla="*/ 0 w 4860000"/>
                      <a:gd name="connsiteY0" fmla="*/ 35348 h 2176611"/>
                      <a:gd name="connsiteX1" fmla="*/ 35348 w 4860000"/>
                      <a:gd name="connsiteY1" fmla="*/ 0 h 2176611"/>
                      <a:gd name="connsiteX2" fmla="*/ 634011 w 4860000"/>
                      <a:gd name="connsiteY2" fmla="*/ 0 h 2176611"/>
                      <a:gd name="connsiteX3" fmla="*/ 1136888 w 4860000"/>
                      <a:gd name="connsiteY3" fmla="*/ 0 h 2176611"/>
                      <a:gd name="connsiteX4" fmla="*/ 1591872 w 4860000"/>
                      <a:gd name="connsiteY4" fmla="*/ 0 h 2176611"/>
                      <a:gd name="connsiteX5" fmla="*/ 2094749 w 4860000"/>
                      <a:gd name="connsiteY5" fmla="*/ 0 h 2176611"/>
                      <a:gd name="connsiteX6" fmla="*/ 2741305 w 4860000"/>
                      <a:gd name="connsiteY6" fmla="*/ 0 h 2176611"/>
                      <a:gd name="connsiteX7" fmla="*/ 3244182 w 4860000"/>
                      <a:gd name="connsiteY7" fmla="*/ 0 h 2176611"/>
                      <a:gd name="connsiteX8" fmla="*/ 3699166 w 4860000"/>
                      <a:gd name="connsiteY8" fmla="*/ 0 h 2176611"/>
                      <a:gd name="connsiteX9" fmla="*/ 4202042 w 4860000"/>
                      <a:gd name="connsiteY9" fmla="*/ 0 h 2176611"/>
                      <a:gd name="connsiteX10" fmla="*/ 4824652 w 4860000"/>
                      <a:gd name="connsiteY10" fmla="*/ 0 h 2176611"/>
                      <a:gd name="connsiteX11" fmla="*/ 4860000 w 4860000"/>
                      <a:gd name="connsiteY11" fmla="*/ 35348 h 2176611"/>
                      <a:gd name="connsiteX12" fmla="*/ 4860000 w 4860000"/>
                      <a:gd name="connsiteY12" fmla="*/ 498649 h 2176611"/>
                      <a:gd name="connsiteX13" fmla="*/ 4860000 w 4860000"/>
                      <a:gd name="connsiteY13" fmla="*/ 1025128 h 2176611"/>
                      <a:gd name="connsiteX14" fmla="*/ 4860000 w 4860000"/>
                      <a:gd name="connsiteY14" fmla="*/ 1593725 h 2176611"/>
                      <a:gd name="connsiteX15" fmla="*/ 4860000 w 4860000"/>
                      <a:gd name="connsiteY15" fmla="*/ 2141263 h 2176611"/>
                      <a:gd name="connsiteX16" fmla="*/ 4824652 w 4860000"/>
                      <a:gd name="connsiteY16" fmla="*/ 2176611 h 2176611"/>
                      <a:gd name="connsiteX17" fmla="*/ 4273882 w 4860000"/>
                      <a:gd name="connsiteY17" fmla="*/ 2176611 h 2176611"/>
                      <a:gd name="connsiteX18" fmla="*/ 3675219 w 4860000"/>
                      <a:gd name="connsiteY18" fmla="*/ 2176611 h 2176611"/>
                      <a:gd name="connsiteX19" fmla="*/ 3220235 w 4860000"/>
                      <a:gd name="connsiteY19" fmla="*/ 2176611 h 2176611"/>
                      <a:gd name="connsiteX20" fmla="*/ 2525786 w 4860000"/>
                      <a:gd name="connsiteY20" fmla="*/ 2176611 h 2176611"/>
                      <a:gd name="connsiteX21" fmla="*/ 1927123 w 4860000"/>
                      <a:gd name="connsiteY21" fmla="*/ 2176611 h 2176611"/>
                      <a:gd name="connsiteX22" fmla="*/ 1232674 w 4860000"/>
                      <a:gd name="connsiteY22" fmla="*/ 2176611 h 2176611"/>
                      <a:gd name="connsiteX23" fmla="*/ 681904 w 4860000"/>
                      <a:gd name="connsiteY23" fmla="*/ 2176611 h 2176611"/>
                      <a:gd name="connsiteX24" fmla="*/ 35348 w 4860000"/>
                      <a:gd name="connsiteY24" fmla="*/ 2176611 h 2176611"/>
                      <a:gd name="connsiteX25" fmla="*/ 0 w 4860000"/>
                      <a:gd name="connsiteY25" fmla="*/ 2141263 h 2176611"/>
                      <a:gd name="connsiteX26" fmla="*/ 0 w 4860000"/>
                      <a:gd name="connsiteY26" fmla="*/ 1614784 h 2176611"/>
                      <a:gd name="connsiteX27" fmla="*/ 0 w 4860000"/>
                      <a:gd name="connsiteY27" fmla="*/ 1067246 h 2176611"/>
                      <a:gd name="connsiteX28" fmla="*/ 0 w 4860000"/>
                      <a:gd name="connsiteY28" fmla="*/ 498649 h 2176611"/>
                      <a:gd name="connsiteX29" fmla="*/ 0 w 4860000"/>
                      <a:gd name="connsiteY29" fmla="*/ 35348 h 2176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860000" h="2176611" fill="none" extrusionOk="0">
                        <a:moveTo>
                          <a:pt x="0" y="35348"/>
                        </a:moveTo>
                        <a:cubicBezTo>
                          <a:pt x="-692" y="17983"/>
                          <a:pt x="14591" y="-3890"/>
                          <a:pt x="35348" y="0"/>
                        </a:cubicBezTo>
                        <a:cubicBezTo>
                          <a:pt x="305960" y="-44497"/>
                          <a:pt x="338662" y="46840"/>
                          <a:pt x="634011" y="0"/>
                        </a:cubicBezTo>
                        <a:cubicBezTo>
                          <a:pt x="929360" y="-46840"/>
                          <a:pt x="922256" y="40136"/>
                          <a:pt x="1136888" y="0"/>
                        </a:cubicBezTo>
                        <a:cubicBezTo>
                          <a:pt x="1351520" y="-40136"/>
                          <a:pt x="1433993" y="32934"/>
                          <a:pt x="1591872" y="0"/>
                        </a:cubicBezTo>
                        <a:cubicBezTo>
                          <a:pt x="1749751" y="-32934"/>
                          <a:pt x="1967979" y="40493"/>
                          <a:pt x="2094749" y="0"/>
                        </a:cubicBezTo>
                        <a:cubicBezTo>
                          <a:pt x="2221519" y="-40493"/>
                          <a:pt x="2547148" y="12737"/>
                          <a:pt x="2741305" y="0"/>
                        </a:cubicBezTo>
                        <a:cubicBezTo>
                          <a:pt x="2935462" y="-12737"/>
                          <a:pt x="3001051" y="12453"/>
                          <a:pt x="3244182" y="0"/>
                        </a:cubicBezTo>
                        <a:cubicBezTo>
                          <a:pt x="3487313" y="-12453"/>
                          <a:pt x="3530597" y="53629"/>
                          <a:pt x="3699166" y="0"/>
                        </a:cubicBezTo>
                        <a:cubicBezTo>
                          <a:pt x="3867735" y="-53629"/>
                          <a:pt x="3951437" y="27572"/>
                          <a:pt x="4202042" y="0"/>
                        </a:cubicBezTo>
                        <a:cubicBezTo>
                          <a:pt x="4452647" y="-27572"/>
                          <a:pt x="4656119" y="65621"/>
                          <a:pt x="4824652" y="0"/>
                        </a:cubicBezTo>
                        <a:cubicBezTo>
                          <a:pt x="4841639" y="304"/>
                          <a:pt x="4863920" y="19944"/>
                          <a:pt x="4860000" y="35348"/>
                        </a:cubicBezTo>
                        <a:cubicBezTo>
                          <a:pt x="4904396" y="259763"/>
                          <a:pt x="4842591" y="350900"/>
                          <a:pt x="4860000" y="498649"/>
                        </a:cubicBezTo>
                        <a:cubicBezTo>
                          <a:pt x="4877409" y="646398"/>
                          <a:pt x="4850902" y="824458"/>
                          <a:pt x="4860000" y="1025128"/>
                        </a:cubicBezTo>
                        <a:cubicBezTo>
                          <a:pt x="4869098" y="1225798"/>
                          <a:pt x="4798252" y="1473592"/>
                          <a:pt x="4860000" y="1593725"/>
                        </a:cubicBezTo>
                        <a:cubicBezTo>
                          <a:pt x="4921748" y="1713858"/>
                          <a:pt x="4840475" y="2019537"/>
                          <a:pt x="4860000" y="2141263"/>
                        </a:cubicBezTo>
                        <a:cubicBezTo>
                          <a:pt x="4859293" y="2163375"/>
                          <a:pt x="4847078" y="2171720"/>
                          <a:pt x="4824652" y="2176611"/>
                        </a:cubicBezTo>
                        <a:cubicBezTo>
                          <a:pt x="4694586" y="2226213"/>
                          <a:pt x="4479575" y="2169709"/>
                          <a:pt x="4273882" y="2176611"/>
                        </a:cubicBezTo>
                        <a:cubicBezTo>
                          <a:pt x="4068189" y="2183513"/>
                          <a:pt x="3795887" y="2131686"/>
                          <a:pt x="3675219" y="2176611"/>
                        </a:cubicBezTo>
                        <a:cubicBezTo>
                          <a:pt x="3554551" y="2221536"/>
                          <a:pt x="3433683" y="2148276"/>
                          <a:pt x="3220235" y="2176611"/>
                        </a:cubicBezTo>
                        <a:cubicBezTo>
                          <a:pt x="3006787" y="2204946"/>
                          <a:pt x="2863939" y="2159612"/>
                          <a:pt x="2525786" y="2176611"/>
                        </a:cubicBezTo>
                        <a:cubicBezTo>
                          <a:pt x="2187633" y="2193610"/>
                          <a:pt x="2147408" y="2140402"/>
                          <a:pt x="1927123" y="2176611"/>
                        </a:cubicBezTo>
                        <a:cubicBezTo>
                          <a:pt x="1706838" y="2212820"/>
                          <a:pt x="1415913" y="2140451"/>
                          <a:pt x="1232674" y="2176611"/>
                        </a:cubicBezTo>
                        <a:cubicBezTo>
                          <a:pt x="1049435" y="2212771"/>
                          <a:pt x="901046" y="2116355"/>
                          <a:pt x="681904" y="2176611"/>
                        </a:cubicBezTo>
                        <a:cubicBezTo>
                          <a:pt x="462762" y="2236867"/>
                          <a:pt x="251995" y="2130044"/>
                          <a:pt x="35348" y="2176611"/>
                        </a:cubicBezTo>
                        <a:cubicBezTo>
                          <a:pt x="14156" y="2181656"/>
                          <a:pt x="1958" y="2164234"/>
                          <a:pt x="0" y="2141263"/>
                        </a:cubicBezTo>
                        <a:cubicBezTo>
                          <a:pt x="-17322" y="1897626"/>
                          <a:pt x="43978" y="1878012"/>
                          <a:pt x="0" y="1614784"/>
                        </a:cubicBezTo>
                        <a:cubicBezTo>
                          <a:pt x="-43978" y="1351556"/>
                          <a:pt x="44253" y="1181574"/>
                          <a:pt x="0" y="1067246"/>
                        </a:cubicBezTo>
                        <a:cubicBezTo>
                          <a:pt x="-44253" y="952918"/>
                          <a:pt x="43823" y="684278"/>
                          <a:pt x="0" y="498649"/>
                        </a:cubicBezTo>
                        <a:cubicBezTo>
                          <a:pt x="-43823" y="313020"/>
                          <a:pt x="3613" y="140499"/>
                          <a:pt x="0" y="35348"/>
                        </a:cubicBezTo>
                        <a:close/>
                      </a:path>
                      <a:path w="4860000" h="2176611" stroke="0" extrusionOk="0">
                        <a:moveTo>
                          <a:pt x="0" y="35348"/>
                        </a:moveTo>
                        <a:cubicBezTo>
                          <a:pt x="-4182" y="13247"/>
                          <a:pt x="13982" y="692"/>
                          <a:pt x="35348" y="0"/>
                        </a:cubicBezTo>
                        <a:cubicBezTo>
                          <a:pt x="324454" y="-74122"/>
                          <a:pt x="581278" y="35531"/>
                          <a:pt x="729797" y="0"/>
                        </a:cubicBezTo>
                        <a:cubicBezTo>
                          <a:pt x="878316" y="-35531"/>
                          <a:pt x="1108931" y="31658"/>
                          <a:pt x="1280567" y="0"/>
                        </a:cubicBezTo>
                        <a:cubicBezTo>
                          <a:pt x="1452203" y="-31658"/>
                          <a:pt x="1661332" y="10040"/>
                          <a:pt x="1783444" y="0"/>
                        </a:cubicBezTo>
                        <a:cubicBezTo>
                          <a:pt x="1905556" y="-10040"/>
                          <a:pt x="2141664" y="9767"/>
                          <a:pt x="2430000" y="0"/>
                        </a:cubicBezTo>
                        <a:cubicBezTo>
                          <a:pt x="2718336" y="-9767"/>
                          <a:pt x="2845232" y="31003"/>
                          <a:pt x="2980770" y="0"/>
                        </a:cubicBezTo>
                        <a:cubicBezTo>
                          <a:pt x="3116308" y="-31003"/>
                          <a:pt x="3462310" y="53302"/>
                          <a:pt x="3675219" y="0"/>
                        </a:cubicBezTo>
                        <a:cubicBezTo>
                          <a:pt x="3888128" y="-53302"/>
                          <a:pt x="3941456" y="45273"/>
                          <a:pt x="4178096" y="0"/>
                        </a:cubicBezTo>
                        <a:cubicBezTo>
                          <a:pt x="4414736" y="-45273"/>
                          <a:pt x="4620244" y="58037"/>
                          <a:pt x="4824652" y="0"/>
                        </a:cubicBezTo>
                        <a:cubicBezTo>
                          <a:pt x="4847072" y="697"/>
                          <a:pt x="4854657" y="14962"/>
                          <a:pt x="4860000" y="35348"/>
                        </a:cubicBezTo>
                        <a:cubicBezTo>
                          <a:pt x="4922089" y="164527"/>
                          <a:pt x="4830209" y="432852"/>
                          <a:pt x="4860000" y="561827"/>
                        </a:cubicBezTo>
                        <a:cubicBezTo>
                          <a:pt x="4889791" y="690802"/>
                          <a:pt x="4831472" y="897347"/>
                          <a:pt x="4860000" y="1067246"/>
                        </a:cubicBezTo>
                        <a:cubicBezTo>
                          <a:pt x="4888528" y="1237145"/>
                          <a:pt x="4824631" y="1355105"/>
                          <a:pt x="4860000" y="1635843"/>
                        </a:cubicBezTo>
                        <a:cubicBezTo>
                          <a:pt x="4895369" y="1916581"/>
                          <a:pt x="4833053" y="1917600"/>
                          <a:pt x="4860000" y="2141263"/>
                        </a:cubicBezTo>
                        <a:cubicBezTo>
                          <a:pt x="4856849" y="2161302"/>
                          <a:pt x="4839914" y="2173672"/>
                          <a:pt x="4824652" y="2176611"/>
                        </a:cubicBezTo>
                        <a:cubicBezTo>
                          <a:pt x="4513962" y="2181808"/>
                          <a:pt x="4312908" y="2108055"/>
                          <a:pt x="4178096" y="2176611"/>
                        </a:cubicBezTo>
                        <a:cubicBezTo>
                          <a:pt x="4043284" y="2245167"/>
                          <a:pt x="3875867" y="2134995"/>
                          <a:pt x="3579433" y="2176611"/>
                        </a:cubicBezTo>
                        <a:cubicBezTo>
                          <a:pt x="3282999" y="2218227"/>
                          <a:pt x="3259968" y="2169574"/>
                          <a:pt x="3124449" y="2176611"/>
                        </a:cubicBezTo>
                        <a:cubicBezTo>
                          <a:pt x="2988930" y="2183648"/>
                          <a:pt x="2853079" y="2150349"/>
                          <a:pt x="2621572" y="2176611"/>
                        </a:cubicBezTo>
                        <a:cubicBezTo>
                          <a:pt x="2390065" y="2202873"/>
                          <a:pt x="2145516" y="2153911"/>
                          <a:pt x="1927123" y="2176611"/>
                        </a:cubicBezTo>
                        <a:cubicBezTo>
                          <a:pt x="1708730" y="2199311"/>
                          <a:pt x="1504388" y="2112605"/>
                          <a:pt x="1328460" y="2176611"/>
                        </a:cubicBezTo>
                        <a:cubicBezTo>
                          <a:pt x="1152532" y="2240617"/>
                          <a:pt x="942118" y="2154576"/>
                          <a:pt x="825583" y="2176611"/>
                        </a:cubicBezTo>
                        <a:cubicBezTo>
                          <a:pt x="709048" y="2198646"/>
                          <a:pt x="234460" y="2170550"/>
                          <a:pt x="35348" y="2176611"/>
                        </a:cubicBezTo>
                        <a:cubicBezTo>
                          <a:pt x="13673" y="2176489"/>
                          <a:pt x="4064" y="2164284"/>
                          <a:pt x="0" y="2141263"/>
                        </a:cubicBezTo>
                        <a:cubicBezTo>
                          <a:pt x="-29592" y="2006599"/>
                          <a:pt x="31384" y="1854110"/>
                          <a:pt x="0" y="1614784"/>
                        </a:cubicBezTo>
                        <a:cubicBezTo>
                          <a:pt x="-31384" y="1375458"/>
                          <a:pt x="5283" y="1268875"/>
                          <a:pt x="0" y="1130424"/>
                        </a:cubicBezTo>
                        <a:cubicBezTo>
                          <a:pt x="-5283" y="991973"/>
                          <a:pt x="39851" y="713584"/>
                          <a:pt x="0" y="582886"/>
                        </a:cubicBezTo>
                        <a:cubicBezTo>
                          <a:pt x="-39851" y="452188"/>
                          <a:pt x="21549" y="306876"/>
                          <a:pt x="0" y="35348"/>
                        </a:cubicBezTo>
                        <a:close/>
                      </a:path>
                    </a:pathLst>
                  </a:custGeom>
                  <ask:type>
                    <ask:lineSketchNone/>
                  </ask:type>
                </ask:lineSketchStyleProps>
              </a:ext>
            </a:extLst>
          </a:ln>
        </p:spPr>
        <p:txBody>
          <a:bodyPr vert="horz" lIns="91440" tIns="45720" rIns="91440" bIns="45720" rtlCol="0">
            <a:normAutofit/>
          </a:bodyPr>
          <a:lstStyle>
            <a:lvl1pPr marL="457200" indent="-457200">
              <a:lnSpc>
                <a:spcPct val="100000"/>
              </a:lnSpc>
              <a:buClr>
                <a:schemeClr val="tx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26" name="Textplatzhalter 2">
            <a:extLst>
              <a:ext uri="{FF2B5EF4-FFF2-40B4-BE49-F238E27FC236}">
                <a16:creationId xmlns:a16="http://schemas.microsoft.com/office/drawing/2014/main" id="{EA2CC008-3A96-F552-5398-AB924F1F7392}"/>
              </a:ext>
            </a:extLst>
          </p:cNvPr>
          <p:cNvSpPr>
            <a:spLocks noGrp="1"/>
          </p:cNvSpPr>
          <p:nvPr>
            <p:ph idx="14" hasCustomPrompt="1"/>
          </p:nvPr>
        </p:nvSpPr>
        <p:spPr>
          <a:xfrm>
            <a:off x="600072" y="2163672"/>
            <a:ext cx="3528000" cy="2123521"/>
          </a:xfrm>
          <a:prstGeom prst="roundRect">
            <a:avLst>
              <a:gd name="adj" fmla="val 1624"/>
            </a:avLst>
          </a:prstGeom>
          <a:ln w="12700">
            <a:solidFill>
              <a:schemeClr val="tx1"/>
            </a:solidFill>
            <a:extLst>
              <a:ext uri="{C807C97D-BFC1-408E-A445-0C87EB9F89A2}">
                <ask:lineSketchStyleProps xmlns:ask="http://schemas.microsoft.com/office/drawing/2018/sketchyshapes" sd="1219033472">
                  <a:custGeom>
                    <a:avLst/>
                    <a:gdLst>
                      <a:gd name="connsiteX0" fmla="*/ 0 w 4860000"/>
                      <a:gd name="connsiteY0" fmla="*/ 35348 h 2176611"/>
                      <a:gd name="connsiteX1" fmla="*/ 35348 w 4860000"/>
                      <a:gd name="connsiteY1" fmla="*/ 0 h 2176611"/>
                      <a:gd name="connsiteX2" fmla="*/ 634011 w 4860000"/>
                      <a:gd name="connsiteY2" fmla="*/ 0 h 2176611"/>
                      <a:gd name="connsiteX3" fmla="*/ 1136888 w 4860000"/>
                      <a:gd name="connsiteY3" fmla="*/ 0 h 2176611"/>
                      <a:gd name="connsiteX4" fmla="*/ 1591872 w 4860000"/>
                      <a:gd name="connsiteY4" fmla="*/ 0 h 2176611"/>
                      <a:gd name="connsiteX5" fmla="*/ 2094749 w 4860000"/>
                      <a:gd name="connsiteY5" fmla="*/ 0 h 2176611"/>
                      <a:gd name="connsiteX6" fmla="*/ 2741305 w 4860000"/>
                      <a:gd name="connsiteY6" fmla="*/ 0 h 2176611"/>
                      <a:gd name="connsiteX7" fmla="*/ 3244182 w 4860000"/>
                      <a:gd name="connsiteY7" fmla="*/ 0 h 2176611"/>
                      <a:gd name="connsiteX8" fmla="*/ 3699166 w 4860000"/>
                      <a:gd name="connsiteY8" fmla="*/ 0 h 2176611"/>
                      <a:gd name="connsiteX9" fmla="*/ 4202042 w 4860000"/>
                      <a:gd name="connsiteY9" fmla="*/ 0 h 2176611"/>
                      <a:gd name="connsiteX10" fmla="*/ 4824652 w 4860000"/>
                      <a:gd name="connsiteY10" fmla="*/ 0 h 2176611"/>
                      <a:gd name="connsiteX11" fmla="*/ 4860000 w 4860000"/>
                      <a:gd name="connsiteY11" fmla="*/ 35348 h 2176611"/>
                      <a:gd name="connsiteX12" fmla="*/ 4860000 w 4860000"/>
                      <a:gd name="connsiteY12" fmla="*/ 498649 h 2176611"/>
                      <a:gd name="connsiteX13" fmla="*/ 4860000 w 4860000"/>
                      <a:gd name="connsiteY13" fmla="*/ 1025128 h 2176611"/>
                      <a:gd name="connsiteX14" fmla="*/ 4860000 w 4860000"/>
                      <a:gd name="connsiteY14" fmla="*/ 1593725 h 2176611"/>
                      <a:gd name="connsiteX15" fmla="*/ 4860000 w 4860000"/>
                      <a:gd name="connsiteY15" fmla="*/ 2141263 h 2176611"/>
                      <a:gd name="connsiteX16" fmla="*/ 4824652 w 4860000"/>
                      <a:gd name="connsiteY16" fmla="*/ 2176611 h 2176611"/>
                      <a:gd name="connsiteX17" fmla="*/ 4273882 w 4860000"/>
                      <a:gd name="connsiteY17" fmla="*/ 2176611 h 2176611"/>
                      <a:gd name="connsiteX18" fmla="*/ 3675219 w 4860000"/>
                      <a:gd name="connsiteY18" fmla="*/ 2176611 h 2176611"/>
                      <a:gd name="connsiteX19" fmla="*/ 3220235 w 4860000"/>
                      <a:gd name="connsiteY19" fmla="*/ 2176611 h 2176611"/>
                      <a:gd name="connsiteX20" fmla="*/ 2525786 w 4860000"/>
                      <a:gd name="connsiteY20" fmla="*/ 2176611 h 2176611"/>
                      <a:gd name="connsiteX21" fmla="*/ 1927123 w 4860000"/>
                      <a:gd name="connsiteY21" fmla="*/ 2176611 h 2176611"/>
                      <a:gd name="connsiteX22" fmla="*/ 1232674 w 4860000"/>
                      <a:gd name="connsiteY22" fmla="*/ 2176611 h 2176611"/>
                      <a:gd name="connsiteX23" fmla="*/ 681904 w 4860000"/>
                      <a:gd name="connsiteY23" fmla="*/ 2176611 h 2176611"/>
                      <a:gd name="connsiteX24" fmla="*/ 35348 w 4860000"/>
                      <a:gd name="connsiteY24" fmla="*/ 2176611 h 2176611"/>
                      <a:gd name="connsiteX25" fmla="*/ 0 w 4860000"/>
                      <a:gd name="connsiteY25" fmla="*/ 2141263 h 2176611"/>
                      <a:gd name="connsiteX26" fmla="*/ 0 w 4860000"/>
                      <a:gd name="connsiteY26" fmla="*/ 1614784 h 2176611"/>
                      <a:gd name="connsiteX27" fmla="*/ 0 w 4860000"/>
                      <a:gd name="connsiteY27" fmla="*/ 1067246 h 2176611"/>
                      <a:gd name="connsiteX28" fmla="*/ 0 w 4860000"/>
                      <a:gd name="connsiteY28" fmla="*/ 498649 h 2176611"/>
                      <a:gd name="connsiteX29" fmla="*/ 0 w 4860000"/>
                      <a:gd name="connsiteY29" fmla="*/ 35348 h 2176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860000" h="2176611" fill="none" extrusionOk="0">
                        <a:moveTo>
                          <a:pt x="0" y="35348"/>
                        </a:moveTo>
                        <a:cubicBezTo>
                          <a:pt x="-692" y="17983"/>
                          <a:pt x="14591" y="-3890"/>
                          <a:pt x="35348" y="0"/>
                        </a:cubicBezTo>
                        <a:cubicBezTo>
                          <a:pt x="305960" y="-44497"/>
                          <a:pt x="338662" y="46840"/>
                          <a:pt x="634011" y="0"/>
                        </a:cubicBezTo>
                        <a:cubicBezTo>
                          <a:pt x="929360" y="-46840"/>
                          <a:pt x="922256" y="40136"/>
                          <a:pt x="1136888" y="0"/>
                        </a:cubicBezTo>
                        <a:cubicBezTo>
                          <a:pt x="1351520" y="-40136"/>
                          <a:pt x="1433993" y="32934"/>
                          <a:pt x="1591872" y="0"/>
                        </a:cubicBezTo>
                        <a:cubicBezTo>
                          <a:pt x="1749751" y="-32934"/>
                          <a:pt x="1967979" y="40493"/>
                          <a:pt x="2094749" y="0"/>
                        </a:cubicBezTo>
                        <a:cubicBezTo>
                          <a:pt x="2221519" y="-40493"/>
                          <a:pt x="2547148" y="12737"/>
                          <a:pt x="2741305" y="0"/>
                        </a:cubicBezTo>
                        <a:cubicBezTo>
                          <a:pt x="2935462" y="-12737"/>
                          <a:pt x="3001051" y="12453"/>
                          <a:pt x="3244182" y="0"/>
                        </a:cubicBezTo>
                        <a:cubicBezTo>
                          <a:pt x="3487313" y="-12453"/>
                          <a:pt x="3530597" y="53629"/>
                          <a:pt x="3699166" y="0"/>
                        </a:cubicBezTo>
                        <a:cubicBezTo>
                          <a:pt x="3867735" y="-53629"/>
                          <a:pt x="3951437" y="27572"/>
                          <a:pt x="4202042" y="0"/>
                        </a:cubicBezTo>
                        <a:cubicBezTo>
                          <a:pt x="4452647" y="-27572"/>
                          <a:pt x="4656119" y="65621"/>
                          <a:pt x="4824652" y="0"/>
                        </a:cubicBezTo>
                        <a:cubicBezTo>
                          <a:pt x="4841639" y="304"/>
                          <a:pt x="4863920" y="19944"/>
                          <a:pt x="4860000" y="35348"/>
                        </a:cubicBezTo>
                        <a:cubicBezTo>
                          <a:pt x="4904396" y="259763"/>
                          <a:pt x="4842591" y="350900"/>
                          <a:pt x="4860000" y="498649"/>
                        </a:cubicBezTo>
                        <a:cubicBezTo>
                          <a:pt x="4877409" y="646398"/>
                          <a:pt x="4850902" y="824458"/>
                          <a:pt x="4860000" y="1025128"/>
                        </a:cubicBezTo>
                        <a:cubicBezTo>
                          <a:pt x="4869098" y="1225798"/>
                          <a:pt x="4798252" y="1473592"/>
                          <a:pt x="4860000" y="1593725"/>
                        </a:cubicBezTo>
                        <a:cubicBezTo>
                          <a:pt x="4921748" y="1713858"/>
                          <a:pt x="4840475" y="2019537"/>
                          <a:pt x="4860000" y="2141263"/>
                        </a:cubicBezTo>
                        <a:cubicBezTo>
                          <a:pt x="4859293" y="2163375"/>
                          <a:pt x="4847078" y="2171720"/>
                          <a:pt x="4824652" y="2176611"/>
                        </a:cubicBezTo>
                        <a:cubicBezTo>
                          <a:pt x="4694586" y="2226213"/>
                          <a:pt x="4479575" y="2169709"/>
                          <a:pt x="4273882" y="2176611"/>
                        </a:cubicBezTo>
                        <a:cubicBezTo>
                          <a:pt x="4068189" y="2183513"/>
                          <a:pt x="3795887" y="2131686"/>
                          <a:pt x="3675219" y="2176611"/>
                        </a:cubicBezTo>
                        <a:cubicBezTo>
                          <a:pt x="3554551" y="2221536"/>
                          <a:pt x="3433683" y="2148276"/>
                          <a:pt x="3220235" y="2176611"/>
                        </a:cubicBezTo>
                        <a:cubicBezTo>
                          <a:pt x="3006787" y="2204946"/>
                          <a:pt x="2863939" y="2159612"/>
                          <a:pt x="2525786" y="2176611"/>
                        </a:cubicBezTo>
                        <a:cubicBezTo>
                          <a:pt x="2187633" y="2193610"/>
                          <a:pt x="2147408" y="2140402"/>
                          <a:pt x="1927123" y="2176611"/>
                        </a:cubicBezTo>
                        <a:cubicBezTo>
                          <a:pt x="1706838" y="2212820"/>
                          <a:pt x="1415913" y="2140451"/>
                          <a:pt x="1232674" y="2176611"/>
                        </a:cubicBezTo>
                        <a:cubicBezTo>
                          <a:pt x="1049435" y="2212771"/>
                          <a:pt x="901046" y="2116355"/>
                          <a:pt x="681904" y="2176611"/>
                        </a:cubicBezTo>
                        <a:cubicBezTo>
                          <a:pt x="462762" y="2236867"/>
                          <a:pt x="251995" y="2130044"/>
                          <a:pt x="35348" y="2176611"/>
                        </a:cubicBezTo>
                        <a:cubicBezTo>
                          <a:pt x="14156" y="2181656"/>
                          <a:pt x="1958" y="2164234"/>
                          <a:pt x="0" y="2141263"/>
                        </a:cubicBezTo>
                        <a:cubicBezTo>
                          <a:pt x="-17322" y="1897626"/>
                          <a:pt x="43978" y="1878012"/>
                          <a:pt x="0" y="1614784"/>
                        </a:cubicBezTo>
                        <a:cubicBezTo>
                          <a:pt x="-43978" y="1351556"/>
                          <a:pt x="44253" y="1181574"/>
                          <a:pt x="0" y="1067246"/>
                        </a:cubicBezTo>
                        <a:cubicBezTo>
                          <a:pt x="-44253" y="952918"/>
                          <a:pt x="43823" y="684278"/>
                          <a:pt x="0" y="498649"/>
                        </a:cubicBezTo>
                        <a:cubicBezTo>
                          <a:pt x="-43823" y="313020"/>
                          <a:pt x="3613" y="140499"/>
                          <a:pt x="0" y="35348"/>
                        </a:cubicBezTo>
                        <a:close/>
                      </a:path>
                      <a:path w="4860000" h="2176611" stroke="0" extrusionOk="0">
                        <a:moveTo>
                          <a:pt x="0" y="35348"/>
                        </a:moveTo>
                        <a:cubicBezTo>
                          <a:pt x="-4182" y="13247"/>
                          <a:pt x="13982" y="692"/>
                          <a:pt x="35348" y="0"/>
                        </a:cubicBezTo>
                        <a:cubicBezTo>
                          <a:pt x="324454" y="-74122"/>
                          <a:pt x="581278" y="35531"/>
                          <a:pt x="729797" y="0"/>
                        </a:cubicBezTo>
                        <a:cubicBezTo>
                          <a:pt x="878316" y="-35531"/>
                          <a:pt x="1108931" y="31658"/>
                          <a:pt x="1280567" y="0"/>
                        </a:cubicBezTo>
                        <a:cubicBezTo>
                          <a:pt x="1452203" y="-31658"/>
                          <a:pt x="1661332" y="10040"/>
                          <a:pt x="1783444" y="0"/>
                        </a:cubicBezTo>
                        <a:cubicBezTo>
                          <a:pt x="1905556" y="-10040"/>
                          <a:pt x="2141664" y="9767"/>
                          <a:pt x="2430000" y="0"/>
                        </a:cubicBezTo>
                        <a:cubicBezTo>
                          <a:pt x="2718336" y="-9767"/>
                          <a:pt x="2845232" y="31003"/>
                          <a:pt x="2980770" y="0"/>
                        </a:cubicBezTo>
                        <a:cubicBezTo>
                          <a:pt x="3116308" y="-31003"/>
                          <a:pt x="3462310" y="53302"/>
                          <a:pt x="3675219" y="0"/>
                        </a:cubicBezTo>
                        <a:cubicBezTo>
                          <a:pt x="3888128" y="-53302"/>
                          <a:pt x="3941456" y="45273"/>
                          <a:pt x="4178096" y="0"/>
                        </a:cubicBezTo>
                        <a:cubicBezTo>
                          <a:pt x="4414736" y="-45273"/>
                          <a:pt x="4620244" y="58037"/>
                          <a:pt x="4824652" y="0"/>
                        </a:cubicBezTo>
                        <a:cubicBezTo>
                          <a:pt x="4847072" y="697"/>
                          <a:pt x="4854657" y="14962"/>
                          <a:pt x="4860000" y="35348"/>
                        </a:cubicBezTo>
                        <a:cubicBezTo>
                          <a:pt x="4922089" y="164527"/>
                          <a:pt x="4830209" y="432852"/>
                          <a:pt x="4860000" y="561827"/>
                        </a:cubicBezTo>
                        <a:cubicBezTo>
                          <a:pt x="4889791" y="690802"/>
                          <a:pt x="4831472" y="897347"/>
                          <a:pt x="4860000" y="1067246"/>
                        </a:cubicBezTo>
                        <a:cubicBezTo>
                          <a:pt x="4888528" y="1237145"/>
                          <a:pt x="4824631" y="1355105"/>
                          <a:pt x="4860000" y="1635843"/>
                        </a:cubicBezTo>
                        <a:cubicBezTo>
                          <a:pt x="4895369" y="1916581"/>
                          <a:pt x="4833053" y="1917600"/>
                          <a:pt x="4860000" y="2141263"/>
                        </a:cubicBezTo>
                        <a:cubicBezTo>
                          <a:pt x="4856849" y="2161302"/>
                          <a:pt x="4839914" y="2173672"/>
                          <a:pt x="4824652" y="2176611"/>
                        </a:cubicBezTo>
                        <a:cubicBezTo>
                          <a:pt x="4513962" y="2181808"/>
                          <a:pt x="4312908" y="2108055"/>
                          <a:pt x="4178096" y="2176611"/>
                        </a:cubicBezTo>
                        <a:cubicBezTo>
                          <a:pt x="4043284" y="2245167"/>
                          <a:pt x="3875867" y="2134995"/>
                          <a:pt x="3579433" y="2176611"/>
                        </a:cubicBezTo>
                        <a:cubicBezTo>
                          <a:pt x="3282999" y="2218227"/>
                          <a:pt x="3259968" y="2169574"/>
                          <a:pt x="3124449" y="2176611"/>
                        </a:cubicBezTo>
                        <a:cubicBezTo>
                          <a:pt x="2988930" y="2183648"/>
                          <a:pt x="2853079" y="2150349"/>
                          <a:pt x="2621572" y="2176611"/>
                        </a:cubicBezTo>
                        <a:cubicBezTo>
                          <a:pt x="2390065" y="2202873"/>
                          <a:pt x="2145516" y="2153911"/>
                          <a:pt x="1927123" y="2176611"/>
                        </a:cubicBezTo>
                        <a:cubicBezTo>
                          <a:pt x="1708730" y="2199311"/>
                          <a:pt x="1504388" y="2112605"/>
                          <a:pt x="1328460" y="2176611"/>
                        </a:cubicBezTo>
                        <a:cubicBezTo>
                          <a:pt x="1152532" y="2240617"/>
                          <a:pt x="942118" y="2154576"/>
                          <a:pt x="825583" y="2176611"/>
                        </a:cubicBezTo>
                        <a:cubicBezTo>
                          <a:pt x="709048" y="2198646"/>
                          <a:pt x="234460" y="2170550"/>
                          <a:pt x="35348" y="2176611"/>
                        </a:cubicBezTo>
                        <a:cubicBezTo>
                          <a:pt x="13673" y="2176489"/>
                          <a:pt x="4064" y="2164284"/>
                          <a:pt x="0" y="2141263"/>
                        </a:cubicBezTo>
                        <a:cubicBezTo>
                          <a:pt x="-29592" y="2006599"/>
                          <a:pt x="31384" y="1854110"/>
                          <a:pt x="0" y="1614784"/>
                        </a:cubicBezTo>
                        <a:cubicBezTo>
                          <a:pt x="-31384" y="1375458"/>
                          <a:pt x="5283" y="1268875"/>
                          <a:pt x="0" y="1130424"/>
                        </a:cubicBezTo>
                        <a:cubicBezTo>
                          <a:pt x="-5283" y="991973"/>
                          <a:pt x="39851" y="713584"/>
                          <a:pt x="0" y="582886"/>
                        </a:cubicBezTo>
                        <a:cubicBezTo>
                          <a:pt x="-39851" y="452188"/>
                          <a:pt x="21549" y="306876"/>
                          <a:pt x="0" y="35348"/>
                        </a:cubicBezTo>
                        <a:close/>
                      </a:path>
                    </a:pathLst>
                  </a:custGeom>
                  <ask:type>
                    <ask:lineSketchNone/>
                  </ask:type>
                </ask:lineSketchStyleProps>
              </a:ext>
            </a:extLst>
          </a:ln>
        </p:spPr>
        <p:txBody>
          <a:bodyPr vert="horz" lIns="91440" tIns="45720" rIns="91440" bIns="45720" rtlCol="0">
            <a:normAutofit/>
          </a:bodyPr>
          <a:lstStyle>
            <a:lvl1pPr marL="457200" indent="-457200">
              <a:lnSpc>
                <a:spcPct val="100000"/>
              </a:lnSpc>
              <a:buClr>
                <a:schemeClr val="tx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5" name="Gleichschenkliges Dreieck 4">
            <a:extLst>
              <a:ext uri="{FF2B5EF4-FFF2-40B4-BE49-F238E27FC236}">
                <a16:creationId xmlns:a16="http://schemas.microsoft.com/office/drawing/2014/main" id="{109E0554-EEE3-8A58-00E5-6B13462DCB6A}"/>
              </a:ext>
            </a:extLst>
          </p:cNvPr>
          <p:cNvSpPr/>
          <p:nvPr userDrawn="1"/>
        </p:nvSpPr>
        <p:spPr>
          <a:xfrm rot="10800000">
            <a:off x="3501132" y="4467141"/>
            <a:ext cx="5146676" cy="365125"/>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Fußzeilenplatzhalter 4">
            <a:extLst>
              <a:ext uri="{FF2B5EF4-FFF2-40B4-BE49-F238E27FC236}">
                <a16:creationId xmlns:a16="http://schemas.microsoft.com/office/drawing/2014/main" id="{4837F20E-21D6-D78F-6978-4BD7ACDCA030}"/>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7" name="Grafik 16" descr="Ein Bild, das Grafiken, Schrift, Text, Grafikdesign enthält.&#10;&#10;Automatisch generierte Beschreibung">
            <a:extLst>
              <a:ext uri="{FF2B5EF4-FFF2-40B4-BE49-F238E27FC236}">
                <a16:creationId xmlns:a16="http://schemas.microsoft.com/office/drawing/2014/main" id="{B872EE8E-3002-39E4-E3F6-6422694F107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18" name="Rechteck: abgerundete Ecken 17">
            <a:extLst>
              <a:ext uri="{FF2B5EF4-FFF2-40B4-BE49-F238E27FC236}">
                <a16:creationId xmlns:a16="http://schemas.microsoft.com/office/drawing/2014/main" id="{CC3C72A1-5165-BCD6-CDAF-8DD5C5A98BD3}"/>
              </a:ext>
            </a:extLst>
          </p:cNvPr>
          <p:cNvSpPr/>
          <p:nvPr userDrawn="1"/>
        </p:nvSpPr>
        <p:spPr>
          <a:xfrm>
            <a:off x="600075" y="5012215"/>
            <a:ext cx="10948790" cy="92778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9" name="Textplatzhalter 10">
            <a:extLst>
              <a:ext uri="{FF2B5EF4-FFF2-40B4-BE49-F238E27FC236}">
                <a16:creationId xmlns:a16="http://schemas.microsoft.com/office/drawing/2014/main" id="{D23EBED3-7B76-9763-8B03-D2A7AFD0FAC4}"/>
              </a:ext>
            </a:extLst>
          </p:cNvPr>
          <p:cNvSpPr>
            <a:spLocks noGrp="1"/>
          </p:cNvSpPr>
          <p:nvPr>
            <p:ph type="body" sz="quarter" idx="19" hasCustomPrompt="1"/>
          </p:nvPr>
        </p:nvSpPr>
        <p:spPr>
          <a:xfrm>
            <a:off x="709913" y="5149049"/>
            <a:ext cx="10772176" cy="654116"/>
          </a:xfrm>
          <a:ln>
            <a:noFill/>
          </a:ln>
        </p:spPr>
        <p:txBody>
          <a:bodyPr anchor="ctr">
            <a:normAutofit/>
          </a:bodyPr>
          <a:lstStyle>
            <a:lvl1pPr marL="0" indent="0" algn="ctr">
              <a:buNone/>
              <a:defRPr sz="1800" b="1">
                <a:solidFill>
                  <a:schemeClr val="bg1"/>
                </a:solidFill>
                <a:latin typeface="+mn-lt"/>
              </a:defRPr>
            </a:lvl1pPr>
          </a:lstStyle>
          <a:p>
            <a:pPr lvl="0"/>
            <a:r>
              <a:rPr lang="de-DE" dirty="0"/>
              <a:t>[Fazit]</a:t>
            </a:r>
          </a:p>
        </p:txBody>
      </p:sp>
      <p:sp>
        <p:nvSpPr>
          <p:cNvPr id="21" name="Rechteck: abgerundete Ecken 20">
            <a:extLst>
              <a:ext uri="{FF2B5EF4-FFF2-40B4-BE49-F238E27FC236}">
                <a16:creationId xmlns:a16="http://schemas.microsoft.com/office/drawing/2014/main" id="{58C0D098-C30A-B857-BAA5-0854285BE605}"/>
              </a:ext>
            </a:extLst>
          </p:cNvPr>
          <p:cNvSpPr/>
          <p:nvPr userDrawn="1"/>
        </p:nvSpPr>
        <p:spPr>
          <a:xfrm>
            <a:off x="600075" y="1618599"/>
            <a:ext cx="3527997" cy="365122"/>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8" name="Textplatzhalter 10">
            <a:extLst>
              <a:ext uri="{FF2B5EF4-FFF2-40B4-BE49-F238E27FC236}">
                <a16:creationId xmlns:a16="http://schemas.microsoft.com/office/drawing/2014/main" id="{B2A53315-396B-CBB5-ED13-234A5B017CC8}"/>
              </a:ext>
            </a:extLst>
          </p:cNvPr>
          <p:cNvSpPr>
            <a:spLocks noGrp="1"/>
          </p:cNvSpPr>
          <p:nvPr>
            <p:ph type="body" sz="quarter" idx="17" hasCustomPrompt="1"/>
          </p:nvPr>
        </p:nvSpPr>
        <p:spPr>
          <a:xfrm>
            <a:off x="679929" y="1645188"/>
            <a:ext cx="3368288"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29" name="Rechteck: abgerundete Ecken 28">
            <a:extLst>
              <a:ext uri="{FF2B5EF4-FFF2-40B4-BE49-F238E27FC236}">
                <a16:creationId xmlns:a16="http://schemas.microsoft.com/office/drawing/2014/main" id="{849AEC99-26BC-AB62-EFED-B46D890121A6}"/>
              </a:ext>
            </a:extLst>
          </p:cNvPr>
          <p:cNvSpPr/>
          <p:nvPr userDrawn="1"/>
        </p:nvSpPr>
        <p:spPr>
          <a:xfrm>
            <a:off x="4310471" y="1618599"/>
            <a:ext cx="3527997" cy="365122"/>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0" name="Textplatzhalter 10">
            <a:extLst>
              <a:ext uri="{FF2B5EF4-FFF2-40B4-BE49-F238E27FC236}">
                <a16:creationId xmlns:a16="http://schemas.microsoft.com/office/drawing/2014/main" id="{BE4B4410-3AA3-36AE-C2D4-229A7E1B7BCD}"/>
              </a:ext>
            </a:extLst>
          </p:cNvPr>
          <p:cNvSpPr>
            <a:spLocks noGrp="1"/>
          </p:cNvSpPr>
          <p:nvPr>
            <p:ph type="body" sz="quarter" idx="20" hasCustomPrompt="1"/>
          </p:nvPr>
        </p:nvSpPr>
        <p:spPr>
          <a:xfrm>
            <a:off x="4390325" y="1645188"/>
            <a:ext cx="3368288"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31" name="Rechteck: abgerundete Ecken 30">
            <a:extLst>
              <a:ext uri="{FF2B5EF4-FFF2-40B4-BE49-F238E27FC236}">
                <a16:creationId xmlns:a16="http://schemas.microsoft.com/office/drawing/2014/main" id="{50F9D7A8-0BF8-0F05-1F52-F666B1D8690F}"/>
              </a:ext>
            </a:extLst>
          </p:cNvPr>
          <p:cNvSpPr/>
          <p:nvPr userDrawn="1"/>
        </p:nvSpPr>
        <p:spPr>
          <a:xfrm>
            <a:off x="8020865" y="1618599"/>
            <a:ext cx="3527997" cy="365122"/>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2" name="Textplatzhalter 10">
            <a:extLst>
              <a:ext uri="{FF2B5EF4-FFF2-40B4-BE49-F238E27FC236}">
                <a16:creationId xmlns:a16="http://schemas.microsoft.com/office/drawing/2014/main" id="{64C6E7A4-759D-DD37-6FFE-B98D89FEABC5}"/>
              </a:ext>
            </a:extLst>
          </p:cNvPr>
          <p:cNvSpPr>
            <a:spLocks noGrp="1"/>
          </p:cNvSpPr>
          <p:nvPr>
            <p:ph type="body" sz="quarter" idx="21" hasCustomPrompt="1"/>
          </p:nvPr>
        </p:nvSpPr>
        <p:spPr>
          <a:xfrm>
            <a:off x="8100719" y="1645188"/>
            <a:ext cx="3368288"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33" name="Titelplatzhalter 1">
            <a:extLst>
              <a:ext uri="{FF2B5EF4-FFF2-40B4-BE49-F238E27FC236}">
                <a16:creationId xmlns:a16="http://schemas.microsoft.com/office/drawing/2014/main" id="{2FC76090-D612-C5BA-BD98-E80D0449AEC9}"/>
              </a:ext>
            </a:extLst>
          </p:cNvPr>
          <p:cNvSpPr>
            <a:spLocks noGrp="1"/>
          </p:cNvSpPr>
          <p:nvPr>
            <p:ph type="title" hasCustomPrompt="1"/>
          </p:nvPr>
        </p:nvSpPr>
        <p:spPr>
          <a:xfrm>
            <a:off x="600075" y="700598"/>
            <a:ext cx="10948790" cy="734781"/>
          </a:xfrm>
          <a:prstGeom prst="rect">
            <a:avLst/>
          </a:prstGeom>
        </p:spPr>
        <p:txBody>
          <a:bodyPr vert="horz" lIns="91440" tIns="45720" rIns="91440" bIns="45720" rtlCol="0" anchor="ctr">
            <a:noAutofit/>
          </a:bodyPr>
          <a:lstStyle>
            <a:lvl1pPr>
              <a:defRPr sz="2400"/>
            </a:lvl1pPr>
          </a:lstStyle>
          <a:p>
            <a:r>
              <a:rPr lang="de-DE" dirty="0"/>
              <a:t>[Action Title]</a:t>
            </a:r>
            <a:br>
              <a:rPr lang="de-DE" dirty="0"/>
            </a:br>
            <a:r>
              <a:rPr lang="de-DE" dirty="0"/>
              <a:t>[Action Title]</a:t>
            </a:r>
          </a:p>
        </p:txBody>
      </p:sp>
      <p:sp>
        <p:nvSpPr>
          <p:cNvPr id="2" name="Rechteck: eine Ecke abgerundet 1">
            <a:extLst>
              <a:ext uri="{FF2B5EF4-FFF2-40B4-BE49-F238E27FC236}">
                <a16:creationId xmlns:a16="http://schemas.microsoft.com/office/drawing/2014/main" id="{01365353-A047-DFE3-6F7B-06448AE9F267}"/>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3" name="Foliennummernplatzhalter 15">
            <a:extLst>
              <a:ext uri="{FF2B5EF4-FFF2-40B4-BE49-F238E27FC236}">
                <a16:creationId xmlns:a16="http://schemas.microsoft.com/office/drawing/2014/main" id="{7AA985F8-32D3-43DB-BC35-46077758777B}"/>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6" name="Foliennummernplatzhalter 15">
            <a:extLst>
              <a:ext uri="{FF2B5EF4-FFF2-40B4-BE49-F238E27FC236}">
                <a16:creationId xmlns:a16="http://schemas.microsoft.com/office/drawing/2014/main" id="{83D5EA46-8D43-3EAB-9825-7CD805C2B967}"/>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7" name="Textplatzhalter 16">
            <a:extLst>
              <a:ext uri="{FF2B5EF4-FFF2-40B4-BE49-F238E27FC236}">
                <a16:creationId xmlns:a16="http://schemas.microsoft.com/office/drawing/2014/main" id="{958B381A-B518-D091-9BDF-4EBAE4A2A8D8}"/>
              </a:ext>
            </a:extLst>
          </p:cNvPr>
          <p:cNvSpPr>
            <a:spLocks noGrp="1"/>
          </p:cNvSpPr>
          <p:nvPr>
            <p:ph type="body" sz="quarter" idx="2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9193677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aten-5">
    <p:spTree>
      <p:nvGrpSpPr>
        <p:cNvPr id="1" name=""/>
        <p:cNvGrpSpPr/>
        <p:nvPr/>
      </p:nvGrpSpPr>
      <p:grpSpPr>
        <a:xfrm>
          <a:off x="0" y="0"/>
          <a:ext cx="0" cy="0"/>
          <a:chOff x="0" y="0"/>
          <a:chExt cx="0" cy="0"/>
        </a:xfrm>
      </p:grpSpPr>
      <p:sp>
        <p:nvSpPr>
          <p:cNvPr id="2" name="Fußzeilenplatzhalter 4">
            <a:extLst>
              <a:ext uri="{FF2B5EF4-FFF2-40B4-BE49-F238E27FC236}">
                <a16:creationId xmlns:a16="http://schemas.microsoft.com/office/drawing/2014/main" id="{5A4F4056-2387-BBD2-1D64-FA6981273F3D}"/>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9" name="Grafik 18" descr="Ein Bild, das Grafiken, Schrift, Text, Grafikdesign enthält.&#10;&#10;Automatisch generierte Beschreibung">
            <a:extLst>
              <a:ext uri="{FF2B5EF4-FFF2-40B4-BE49-F238E27FC236}">
                <a16:creationId xmlns:a16="http://schemas.microsoft.com/office/drawing/2014/main" id="{C0BC1A8B-3867-94DD-B539-178FE18648A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22" name="Textplatzhalter 2">
            <a:extLst>
              <a:ext uri="{FF2B5EF4-FFF2-40B4-BE49-F238E27FC236}">
                <a16:creationId xmlns:a16="http://schemas.microsoft.com/office/drawing/2014/main" id="{DA884A11-F2F2-7362-DB12-CB892C7C8416}"/>
              </a:ext>
            </a:extLst>
          </p:cNvPr>
          <p:cNvSpPr>
            <a:spLocks noGrp="1"/>
          </p:cNvSpPr>
          <p:nvPr>
            <p:ph idx="1" hasCustomPrompt="1"/>
          </p:nvPr>
        </p:nvSpPr>
        <p:spPr>
          <a:xfrm>
            <a:off x="600075" y="2166943"/>
            <a:ext cx="5400000" cy="1528727"/>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23" name="Textplatzhalter 2">
            <a:extLst>
              <a:ext uri="{FF2B5EF4-FFF2-40B4-BE49-F238E27FC236}">
                <a16:creationId xmlns:a16="http://schemas.microsoft.com/office/drawing/2014/main" id="{0672AFA6-74BB-8CF3-CAAD-BF1486F02730}"/>
              </a:ext>
            </a:extLst>
          </p:cNvPr>
          <p:cNvSpPr>
            <a:spLocks noGrp="1"/>
          </p:cNvSpPr>
          <p:nvPr>
            <p:ph idx="12" hasCustomPrompt="1"/>
          </p:nvPr>
        </p:nvSpPr>
        <p:spPr>
          <a:xfrm>
            <a:off x="6148865" y="2166943"/>
            <a:ext cx="5400000" cy="1528727"/>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24" name="Rechteck: abgerundete Ecken 23">
            <a:extLst>
              <a:ext uri="{FF2B5EF4-FFF2-40B4-BE49-F238E27FC236}">
                <a16:creationId xmlns:a16="http://schemas.microsoft.com/office/drawing/2014/main" id="{11B63EA6-AA33-9DB4-C9AE-EF37BA409071}"/>
              </a:ext>
            </a:extLst>
          </p:cNvPr>
          <p:cNvSpPr/>
          <p:nvPr userDrawn="1"/>
        </p:nvSpPr>
        <p:spPr>
          <a:xfrm>
            <a:off x="600075" y="1618599"/>
            <a:ext cx="5400000" cy="365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5" name="Textplatzhalter 10">
            <a:extLst>
              <a:ext uri="{FF2B5EF4-FFF2-40B4-BE49-F238E27FC236}">
                <a16:creationId xmlns:a16="http://schemas.microsoft.com/office/drawing/2014/main" id="{0CE5EBCB-65D6-9E64-BAA4-42575A4DEA23}"/>
              </a:ext>
            </a:extLst>
          </p:cNvPr>
          <p:cNvSpPr>
            <a:spLocks noGrp="1"/>
          </p:cNvSpPr>
          <p:nvPr>
            <p:ph type="body" sz="quarter" idx="17" hasCustomPrompt="1"/>
          </p:nvPr>
        </p:nvSpPr>
        <p:spPr>
          <a:xfrm>
            <a:off x="65471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26" name="Rechteck: abgerundete Ecken 25">
            <a:extLst>
              <a:ext uri="{FF2B5EF4-FFF2-40B4-BE49-F238E27FC236}">
                <a16:creationId xmlns:a16="http://schemas.microsoft.com/office/drawing/2014/main" id="{3E4196F0-283B-D13B-4AA1-16A68B529B8F}"/>
              </a:ext>
            </a:extLst>
          </p:cNvPr>
          <p:cNvSpPr/>
          <p:nvPr userDrawn="1"/>
        </p:nvSpPr>
        <p:spPr>
          <a:xfrm>
            <a:off x="6148865" y="1618599"/>
            <a:ext cx="5400000" cy="365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7" name="Textplatzhalter 10">
            <a:extLst>
              <a:ext uri="{FF2B5EF4-FFF2-40B4-BE49-F238E27FC236}">
                <a16:creationId xmlns:a16="http://schemas.microsoft.com/office/drawing/2014/main" id="{189CCF9F-B8E8-AAE1-2F70-ED409CA3262F}"/>
              </a:ext>
            </a:extLst>
          </p:cNvPr>
          <p:cNvSpPr>
            <a:spLocks noGrp="1"/>
          </p:cNvSpPr>
          <p:nvPr>
            <p:ph type="body" sz="quarter" idx="18" hasCustomPrompt="1"/>
          </p:nvPr>
        </p:nvSpPr>
        <p:spPr>
          <a:xfrm>
            <a:off x="620350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28" name="Textplatzhalter 2">
            <a:extLst>
              <a:ext uri="{FF2B5EF4-FFF2-40B4-BE49-F238E27FC236}">
                <a16:creationId xmlns:a16="http://schemas.microsoft.com/office/drawing/2014/main" id="{6B8703EA-9240-3F08-6423-AC3CEF21E76E}"/>
              </a:ext>
            </a:extLst>
          </p:cNvPr>
          <p:cNvSpPr>
            <a:spLocks noGrp="1"/>
          </p:cNvSpPr>
          <p:nvPr>
            <p:ph idx="19" hasCustomPrompt="1"/>
          </p:nvPr>
        </p:nvSpPr>
        <p:spPr>
          <a:xfrm>
            <a:off x="600075" y="4427234"/>
            <a:ext cx="10948790" cy="1528727"/>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29" name="Rechteck: abgerundete Ecken 28">
            <a:extLst>
              <a:ext uri="{FF2B5EF4-FFF2-40B4-BE49-F238E27FC236}">
                <a16:creationId xmlns:a16="http://schemas.microsoft.com/office/drawing/2014/main" id="{0C0AECB8-7EB7-38D7-EDA2-96D6F3DDCA9F}"/>
              </a:ext>
            </a:extLst>
          </p:cNvPr>
          <p:cNvSpPr/>
          <p:nvPr userDrawn="1"/>
        </p:nvSpPr>
        <p:spPr>
          <a:xfrm>
            <a:off x="600075" y="3878890"/>
            <a:ext cx="10948790" cy="365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0" name="Textplatzhalter 10">
            <a:extLst>
              <a:ext uri="{FF2B5EF4-FFF2-40B4-BE49-F238E27FC236}">
                <a16:creationId xmlns:a16="http://schemas.microsoft.com/office/drawing/2014/main" id="{F1CAD4A7-66DD-C378-7732-B69D9F0C7A40}"/>
              </a:ext>
            </a:extLst>
          </p:cNvPr>
          <p:cNvSpPr>
            <a:spLocks noGrp="1"/>
          </p:cNvSpPr>
          <p:nvPr>
            <p:ph type="body" sz="quarter" idx="20" hasCustomPrompt="1"/>
          </p:nvPr>
        </p:nvSpPr>
        <p:spPr>
          <a:xfrm>
            <a:off x="654713" y="3905479"/>
            <a:ext cx="10839514"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31" name="Titelplatzhalter 1">
            <a:extLst>
              <a:ext uri="{FF2B5EF4-FFF2-40B4-BE49-F238E27FC236}">
                <a16:creationId xmlns:a16="http://schemas.microsoft.com/office/drawing/2014/main" id="{494AFB1F-DA76-BE0E-0DE6-AACD32A2C297}"/>
              </a:ext>
            </a:extLst>
          </p:cNvPr>
          <p:cNvSpPr>
            <a:spLocks noGrp="1"/>
          </p:cNvSpPr>
          <p:nvPr>
            <p:ph type="title" hasCustomPrompt="1"/>
          </p:nvPr>
        </p:nvSpPr>
        <p:spPr>
          <a:xfrm>
            <a:off x="600075" y="700598"/>
            <a:ext cx="10948790" cy="734781"/>
          </a:xfrm>
          <a:prstGeom prst="rect">
            <a:avLst/>
          </a:prstGeom>
        </p:spPr>
        <p:txBody>
          <a:bodyPr vert="horz" lIns="91440" tIns="45720" rIns="91440" bIns="45720" rtlCol="0" anchor="ctr">
            <a:noAutofit/>
          </a:bodyPr>
          <a:lstStyle>
            <a:lvl1pPr>
              <a:defRPr sz="2400"/>
            </a:lvl1pPr>
          </a:lstStyle>
          <a:p>
            <a:r>
              <a:rPr lang="de-DE" dirty="0"/>
              <a:t>[Action Title]</a:t>
            </a:r>
            <a:br>
              <a:rPr lang="de-DE" dirty="0"/>
            </a:br>
            <a:r>
              <a:rPr lang="de-DE" dirty="0"/>
              <a:t>[Action Title]</a:t>
            </a:r>
          </a:p>
        </p:txBody>
      </p:sp>
      <p:sp>
        <p:nvSpPr>
          <p:cNvPr id="3" name="Rechteck: eine Ecke abgerundet 2">
            <a:extLst>
              <a:ext uri="{FF2B5EF4-FFF2-40B4-BE49-F238E27FC236}">
                <a16:creationId xmlns:a16="http://schemas.microsoft.com/office/drawing/2014/main" id="{D4B1FCC3-EF15-72F1-573D-2A7F2A0D8D4D}"/>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5" name="Foliennummernplatzhalter 15">
            <a:extLst>
              <a:ext uri="{FF2B5EF4-FFF2-40B4-BE49-F238E27FC236}">
                <a16:creationId xmlns:a16="http://schemas.microsoft.com/office/drawing/2014/main" id="{4034CC9B-7A3C-0016-BBD8-54788D91B761}"/>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6" name="Foliennummernplatzhalter 15">
            <a:extLst>
              <a:ext uri="{FF2B5EF4-FFF2-40B4-BE49-F238E27FC236}">
                <a16:creationId xmlns:a16="http://schemas.microsoft.com/office/drawing/2014/main" id="{7A2B822F-60B2-0F0A-E60B-FC555AD69745}"/>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7" name="Textplatzhalter 16">
            <a:extLst>
              <a:ext uri="{FF2B5EF4-FFF2-40B4-BE49-F238E27FC236}">
                <a16:creationId xmlns:a16="http://schemas.microsoft.com/office/drawing/2014/main" id="{2CE51B9A-9DA5-14E1-55FC-858C09B59173}"/>
              </a:ext>
            </a:extLst>
          </p:cNvPr>
          <p:cNvSpPr>
            <a:spLocks noGrp="1"/>
          </p:cNvSpPr>
          <p:nvPr>
            <p:ph type="body" sz="quarter" idx="21"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11113971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aten-6">
    <p:spTree>
      <p:nvGrpSpPr>
        <p:cNvPr id="1" name=""/>
        <p:cNvGrpSpPr/>
        <p:nvPr/>
      </p:nvGrpSpPr>
      <p:grpSpPr>
        <a:xfrm>
          <a:off x="0" y="0"/>
          <a:ext cx="0" cy="0"/>
          <a:chOff x="0" y="0"/>
          <a:chExt cx="0" cy="0"/>
        </a:xfrm>
      </p:grpSpPr>
      <p:sp>
        <p:nvSpPr>
          <p:cNvPr id="21" name="Textplatzhalter 2">
            <a:extLst>
              <a:ext uri="{FF2B5EF4-FFF2-40B4-BE49-F238E27FC236}">
                <a16:creationId xmlns:a16="http://schemas.microsoft.com/office/drawing/2014/main" id="{E6E63F81-2E76-EA92-388A-A2B1AC29D597}"/>
              </a:ext>
            </a:extLst>
          </p:cNvPr>
          <p:cNvSpPr>
            <a:spLocks noGrp="1"/>
          </p:cNvSpPr>
          <p:nvPr>
            <p:ph idx="12" hasCustomPrompt="1"/>
          </p:nvPr>
        </p:nvSpPr>
        <p:spPr>
          <a:xfrm>
            <a:off x="2982249" y="1664974"/>
            <a:ext cx="8566615" cy="1287855"/>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00000"/>
              </a:lnSpc>
              <a:buClr>
                <a:schemeClr val="accent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25" name="Textplatzhalter 2">
            <a:extLst>
              <a:ext uri="{FF2B5EF4-FFF2-40B4-BE49-F238E27FC236}">
                <a16:creationId xmlns:a16="http://schemas.microsoft.com/office/drawing/2014/main" id="{7F449A20-D13C-BCE0-F35D-42C745153612}"/>
              </a:ext>
            </a:extLst>
          </p:cNvPr>
          <p:cNvSpPr>
            <a:spLocks noGrp="1"/>
          </p:cNvSpPr>
          <p:nvPr>
            <p:ph idx="13" hasCustomPrompt="1"/>
          </p:nvPr>
        </p:nvSpPr>
        <p:spPr>
          <a:xfrm>
            <a:off x="2982249" y="3068717"/>
            <a:ext cx="8566615" cy="1287855"/>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00000"/>
              </a:lnSpc>
              <a:buClr>
                <a:schemeClr val="accent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27" name="Textplatzhalter 2">
            <a:extLst>
              <a:ext uri="{FF2B5EF4-FFF2-40B4-BE49-F238E27FC236}">
                <a16:creationId xmlns:a16="http://schemas.microsoft.com/office/drawing/2014/main" id="{58D5B972-50AC-C644-AE83-22805E0AEE6A}"/>
              </a:ext>
            </a:extLst>
          </p:cNvPr>
          <p:cNvSpPr>
            <a:spLocks noGrp="1"/>
          </p:cNvSpPr>
          <p:nvPr>
            <p:ph idx="14" hasCustomPrompt="1"/>
          </p:nvPr>
        </p:nvSpPr>
        <p:spPr>
          <a:xfrm>
            <a:off x="2982249" y="4472460"/>
            <a:ext cx="8566615" cy="1287855"/>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00000"/>
              </a:lnSpc>
              <a:buClr>
                <a:schemeClr val="accent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2" name="Fußzeilenplatzhalter 4">
            <a:extLst>
              <a:ext uri="{FF2B5EF4-FFF2-40B4-BE49-F238E27FC236}">
                <a16:creationId xmlns:a16="http://schemas.microsoft.com/office/drawing/2014/main" id="{0D5312CA-E712-87B1-119D-0B02682FFDCE}"/>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3" name="Grafik 12" descr="Ein Bild, das Grafiken, Schrift, Text, Grafikdesign enthält.&#10;&#10;Automatisch generierte Beschreibung">
            <a:extLst>
              <a:ext uri="{FF2B5EF4-FFF2-40B4-BE49-F238E27FC236}">
                <a16:creationId xmlns:a16="http://schemas.microsoft.com/office/drawing/2014/main" id="{905BB316-0A28-B7DB-1A02-1544BF4CDF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16" name="Rechteck: abgerundete Ecken 15">
            <a:extLst>
              <a:ext uri="{FF2B5EF4-FFF2-40B4-BE49-F238E27FC236}">
                <a16:creationId xmlns:a16="http://schemas.microsoft.com/office/drawing/2014/main" id="{C9E6B537-ECB3-6E79-64CD-0413F59403B8}"/>
              </a:ext>
            </a:extLst>
          </p:cNvPr>
          <p:cNvSpPr/>
          <p:nvPr userDrawn="1"/>
        </p:nvSpPr>
        <p:spPr>
          <a:xfrm>
            <a:off x="600075" y="1664974"/>
            <a:ext cx="2212136" cy="1287855"/>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Textplatzhalter 10">
            <a:extLst>
              <a:ext uri="{FF2B5EF4-FFF2-40B4-BE49-F238E27FC236}">
                <a16:creationId xmlns:a16="http://schemas.microsoft.com/office/drawing/2014/main" id="{F053629B-09A5-0EFE-4D1C-966328C5CDCA}"/>
              </a:ext>
            </a:extLst>
          </p:cNvPr>
          <p:cNvSpPr>
            <a:spLocks noGrp="1"/>
          </p:cNvSpPr>
          <p:nvPr>
            <p:ph type="body" sz="quarter" idx="17" hasCustomPrompt="1"/>
          </p:nvPr>
        </p:nvSpPr>
        <p:spPr>
          <a:xfrm>
            <a:off x="669086" y="1727270"/>
            <a:ext cx="2074114" cy="116326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18" name="Rechteck: abgerundete Ecken 17">
            <a:extLst>
              <a:ext uri="{FF2B5EF4-FFF2-40B4-BE49-F238E27FC236}">
                <a16:creationId xmlns:a16="http://schemas.microsoft.com/office/drawing/2014/main" id="{2FDBBEB8-3689-9F49-1DD3-8E200FA47866}"/>
              </a:ext>
            </a:extLst>
          </p:cNvPr>
          <p:cNvSpPr/>
          <p:nvPr userDrawn="1"/>
        </p:nvSpPr>
        <p:spPr>
          <a:xfrm>
            <a:off x="600075" y="3073646"/>
            <a:ext cx="2212136" cy="1287855"/>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Textplatzhalter 10">
            <a:extLst>
              <a:ext uri="{FF2B5EF4-FFF2-40B4-BE49-F238E27FC236}">
                <a16:creationId xmlns:a16="http://schemas.microsoft.com/office/drawing/2014/main" id="{6AB9804B-1C63-87AA-E2F5-014BBFA48B4A}"/>
              </a:ext>
            </a:extLst>
          </p:cNvPr>
          <p:cNvSpPr>
            <a:spLocks noGrp="1"/>
          </p:cNvSpPr>
          <p:nvPr>
            <p:ph type="body" sz="quarter" idx="18" hasCustomPrompt="1"/>
          </p:nvPr>
        </p:nvSpPr>
        <p:spPr>
          <a:xfrm>
            <a:off x="669086" y="3135942"/>
            <a:ext cx="2074114" cy="116326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20" name="Rechteck: abgerundete Ecken 19">
            <a:extLst>
              <a:ext uri="{FF2B5EF4-FFF2-40B4-BE49-F238E27FC236}">
                <a16:creationId xmlns:a16="http://schemas.microsoft.com/office/drawing/2014/main" id="{74A36AA7-8E81-BAF5-2A4A-04B2BF111380}"/>
              </a:ext>
            </a:extLst>
          </p:cNvPr>
          <p:cNvSpPr/>
          <p:nvPr userDrawn="1"/>
        </p:nvSpPr>
        <p:spPr>
          <a:xfrm>
            <a:off x="600075" y="4472460"/>
            <a:ext cx="2212136" cy="1287855"/>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3" name="Textplatzhalter 10">
            <a:extLst>
              <a:ext uri="{FF2B5EF4-FFF2-40B4-BE49-F238E27FC236}">
                <a16:creationId xmlns:a16="http://schemas.microsoft.com/office/drawing/2014/main" id="{8CD471F3-87B1-F32D-06C4-CEAD0CF5BE6A}"/>
              </a:ext>
            </a:extLst>
          </p:cNvPr>
          <p:cNvSpPr>
            <a:spLocks noGrp="1"/>
          </p:cNvSpPr>
          <p:nvPr>
            <p:ph type="body" sz="quarter" idx="19" hasCustomPrompt="1"/>
          </p:nvPr>
        </p:nvSpPr>
        <p:spPr>
          <a:xfrm>
            <a:off x="669086" y="4534756"/>
            <a:ext cx="2074114" cy="116326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24" name="Titelplatzhalter 1">
            <a:extLst>
              <a:ext uri="{FF2B5EF4-FFF2-40B4-BE49-F238E27FC236}">
                <a16:creationId xmlns:a16="http://schemas.microsoft.com/office/drawing/2014/main" id="{9D7774AF-420C-9164-0C6E-4A1A0E9AFD88}"/>
              </a:ext>
            </a:extLst>
          </p:cNvPr>
          <p:cNvSpPr>
            <a:spLocks noGrp="1"/>
          </p:cNvSpPr>
          <p:nvPr>
            <p:ph type="title" hasCustomPrompt="1"/>
          </p:nvPr>
        </p:nvSpPr>
        <p:spPr>
          <a:xfrm>
            <a:off x="600075" y="700598"/>
            <a:ext cx="10948790" cy="734781"/>
          </a:xfrm>
          <a:prstGeom prst="rect">
            <a:avLst/>
          </a:prstGeom>
        </p:spPr>
        <p:txBody>
          <a:bodyPr vert="horz" lIns="91440" tIns="45720" rIns="91440" bIns="45720" rtlCol="0" anchor="ctr">
            <a:noAutofit/>
          </a:bodyPr>
          <a:lstStyle>
            <a:lvl1pPr>
              <a:defRPr sz="2400"/>
            </a:lvl1pPr>
          </a:lstStyle>
          <a:p>
            <a:r>
              <a:rPr lang="de-DE" dirty="0"/>
              <a:t>[Action Title]</a:t>
            </a:r>
            <a:br>
              <a:rPr lang="de-DE" dirty="0"/>
            </a:br>
            <a:r>
              <a:rPr lang="de-DE" dirty="0"/>
              <a:t>[Action Title]</a:t>
            </a:r>
          </a:p>
        </p:txBody>
      </p:sp>
      <p:sp>
        <p:nvSpPr>
          <p:cNvPr id="3" name="Rechteck: eine Ecke abgerundet 2">
            <a:extLst>
              <a:ext uri="{FF2B5EF4-FFF2-40B4-BE49-F238E27FC236}">
                <a16:creationId xmlns:a16="http://schemas.microsoft.com/office/drawing/2014/main" id="{8BA8C272-6F89-8972-2F52-A4112E77C9EC}"/>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6" name="Foliennummernplatzhalter 15">
            <a:extLst>
              <a:ext uri="{FF2B5EF4-FFF2-40B4-BE49-F238E27FC236}">
                <a16:creationId xmlns:a16="http://schemas.microsoft.com/office/drawing/2014/main" id="{A5D5C884-DA70-7C21-3831-BA8A1E525B71}"/>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7" name="Foliennummernplatzhalter 15">
            <a:extLst>
              <a:ext uri="{FF2B5EF4-FFF2-40B4-BE49-F238E27FC236}">
                <a16:creationId xmlns:a16="http://schemas.microsoft.com/office/drawing/2014/main" id="{7000386F-A59E-5E73-E9AC-E007B85D3354}"/>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8" name="Textplatzhalter 16">
            <a:extLst>
              <a:ext uri="{FF2B5EF4-FFF2-40B4-BE49-F238E27FC236}">
                <a16:creationId xmlns:a16="http://schemas.microsoft.com/office/drawing/2014/main" id="{4DC4D9AF-2D1E-36DC-8444-3FB61B851DF7}"/>
              </a:ext>
            </a:extLst>
          </p:cNvPr>
          <p:cNvSpPr>
            <a:spLocks noGrp="1"/>
          </p:cNvSpPr>
          <p:nvPr>
            <p:ph type="body" sz="quarter" idx="20"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3513872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aten-8">
    <p:spTree>
      <p:nvGrpSpPr>
        <p:cNvPr id="1" name=""/>
        <p:cNvGrpSpPr/>
        <p:nvPr/>
      </p:nvGrpSpPr>
      <p:grpSpPr>
        <a:xfrm>
          <a:off x="0" y="0"/>
          <a:ext cx="0" cy="0"/>
          <a:chOff x="0" y="0"/>
          <a:chExt cx="0" cy="0"/>
        </a:xfrm>
      </p:grpSpPr>
      <p:sp>
        <p:nvSpPr>
          <p:cNvPr id="2" name="Fußzeilenplatzhalter 4">
            <a:extLst>
              <a:ext uri="{FF2B5EF4-FFF2-40B4-BE49-F238E27FC236}">
                <a16:creationId xmlns:a16="http://schemas.microsoft.com/office/drawing/2014/main" id="{0D5312CA-E712-87B1-119D-0B02682FFDCE}"/>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3" name="Grafik 12" descr="Ein Bild, das Grafiken, Schrift, Text, Grafikdesign enthält.&#10;&#10;Automatisch generierte Beschreibung">
            <a:extLst>
              <a:ext uri="{FF2B5EF4-FFF2-40B4-BE49-F238E27FC236}">
                <a16:creationId xmlns:a16="http://schemas.microsoft.com/office/drawing/2014/main" id="{905BB316-0A28-B7DB-1A02-1544BF4CDF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4" name="Rechteck: abgerundete Ecken 33">
            <a:extLst>
              <a:ext uri="{FF2B5EF4-FFF2-40B4-BE49-F238E27FC236}">
                <a16:creationId xmlns:a16="http://schemas.microsoft.com/office/drawing/2014/main" id="{49BFD98C-DA66-7CB4-F407-FCB8865FBA3D}"/>
              </a:ext>
            </a:extLst>
          </p:cNvPr>
          <p:cNvSpPr/>
          <p:nvPr userDrawn="1"/>
        </p:nvSpPr>
        <p:spPr>
          <a:xfrm>
            <a:off x="600075" y="5010121"/>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Textplatzhalter 10">
            <a:extLst>
              <a:ext uri="{FF2B5EF4-FFF2-40B4-BE49-F238E27FC236}">
                <a16:creationId xmlns:a16="http://schemas.microsoft.com/office/drawing/2014/main" id="{2C18CB05-8C45-64B1-B750-91A013819ECC}"/>
              </a:ext>
            </a:extLst>
          </p:cNvPr>
          <p:cNvSpPr>
            <a:spLocks noGrp="1"/>
          </p:cNvSpPr>
          <p:nvPr>
            <p:ph type="body" sz="quarter" idx="23" hasCustomPrompt="1"/>
          </p:nvPr>
        </p:nvSpPr>
        <p:spPr>
          <a:xfrm>
            <a:off x="643136" y="5055987"/>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36" name="Gleichschenkliges Dreieck 35">
            <a:extLst>
              <a:ext uri="{FF2B5EF4-FFF2-40B4-BE49-F238E27FC236}">
                <a16:creationId xmlns:a16="http://schemas.microsoft.com/office/drawing/2014/main" id="{1EA0278B-EB30-4339-2635-D98663624756}"/>
              </a:ext>
            </a:extLst>
          </p:cNvPr>
          <p:cNvSpPr/>
          <p:nvPr userDrawn="1"/>
        </p:nvSpPr>
        <p:spPr>
          <a:xfrm rot="5400000">
            <a:off x="2174737" y="5542355"/>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Textplatzhalter 10">
            <a:extLst>
              <a:ext uri="{FF2B5EF4-FFF2-40B4-BE49-F238E27FC236}">
                <a16:creationId xmlns:a16="http://schemas.microsoft.com/office/drawing/2014/main" id="{97002C89-C7C9-D148-1B6E-A040D280DC93}"/>
              </a:ext>
            </a:extLst>
          </p:cNvPr>
          <p:cNvSpPr>
            <a:spLocks noGrp="1"/>
          </p:cNvSpPr>
          <p:nvPr>
            <p:ph type="body" sz="quarter" idx="24" hasCustomPrompt="1"/>
          </p:nvPr>
        </p:nvSpPr>
        <p:spPr>
          <a:xfrm>
            <a:off x="2982249" y="5055987"/>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38" name="Rechteck: abgerundete Ecken 37">
            <a:extLst>
              <a:ext uri="{FF2B5EF4-FFF2-40B4-BE49-F238E27FC236}">
                <a16:creationId xmlns:a16="http://schemas.microsoft.com/office/drawing/2014/main" id="{050A4FAB-832D-3035-99BC-280F5D0B1136}"/>
              </a:ext>
            </a:extLst>
          </p:cNvPr>
          <p:cNvSpPr/>
          <p:nvPr userDrawn="1"/>
        </p:nvSpPr>
        <p:spPr>
          <a:xfrm>
            <a:off x="2855535" y="5009670"/>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abgerundete Ecken 38">
            <a:extLst>
              <a:ext uri="{FF2B5EF4-FFF2-40B4-BE49-F238E27FC236}">
                <a16:creationId xmlns:a16="http://schemas.microsoft.com/office/drawing/2014/main" id="{F9256752-D593-5125-6FDA-8CB7ED541772}"/>
              </a:ext>
            </a:extLst>
          </p:cNvPr>
          <p:cNvSpPr/>
          <p:nvPr userDrawn="1"/>
        </p:nvSpPr>
        <p:spPr>
          <a:xfrm>
            <a:off x="600075" y="3787598"/>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Textplatzhalter 10">
            <a:extLst>
              <a:ext uri="{FF2B5EF4-FFF2-40B4-BE49-F238E27FC236}">
                <a16:creationId xmlns:a16="http://schemas.microsoft.com/office/drawing/2014/main" id="{04CA38DE-7708-2208-398D-1F776C1DFA96}"/>
              </a:ext>
            </a:extLst>
          </p:cNvPr>
          <p:cNvSpPr>
            <a:spLocks noGrp="1"/>
          </p:cNvSpPr>
          <p:nvPr>
            <p:ph type="body" sz="quarter" idx="25" hasCustomPrompt="1"/>
          </p:nvPr>
        </p:nvSpPr>
        <p:spPr>
          <a:xfrm>
            <a:off x="643136" y="3833464"/>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41" name="Gleichschenkliges Dreieck 40">
            <a:extLst>
              <a:ext uri="{FF2B5EF4-FFF2-40B4-BE49-F238E27FC236}">
                <a16:creationId xmlns:a16="http://schemas.microsoft.com/office/drawing/2014/main" id="{37FBE385-3250-A8EB-C637-CFD89876E0FC}"/>
              </a:ext>
            </a:extLst>
          </p:cNvPr>
          <p:cNvSpPr/>
          <p:nvPr userDrawn="1"/>
        </p:nvSpPr>
        <p:spPr>
          <a:xfrm rot="5400000">
            <a:off x="2174737" y="4319832"/>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2" name="Textplatzhalter 10">
            <a:extLst>
              <a:ext uri="{FF2B5EF4-FFF2-40B4-BE49-F238E27FC236}">
                <a16:creationId xmlns:a16="http://schemas.microsoft.com/office/drawing/2014/main" id="{0835F496-1024-3455-FAC1-5CED27F24615}"/>
              </a:ext>
            </a:extLst>
          </p:cNvPr>
          <p:cNvSpPr>
            <a:spLocks noGrp="1"/>
          </p:cNvSpPr>
          <p:nvPr>
            <p:ph type="body" sz="quarter" idx="26" hasCustomPrompt="1"/>
          </p:nvPr>
        </p:nvSpPr>
        <p:spPr>
          <a:xfrm>
            <a:off x="2982249" y="3833464"/>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43" name="Rechteck: abgerundete Ecken 42">
            <a:extLst>
              <a:ext uri="{FF2B5EF4-FFF2-40B4-BE49-F238E27FC236}">
                <a16:creationId xmlns:a16="http://schemas.microsoft.com/office/drawing/2014/main" id="{531CC70C-FBCA-2838-A341-735C1D8DEDD0}"/>
              </a:ext>
            </a:extLst>
          </p:cNvPr>
          <p:cNvSpPr/>
          <p:nvPr userDrawn="1"/>
        </p:nvSpPr>
        <p:spPr>
          <a:xfrm>
            <a:off x="2855535" y="3787147"/>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Rechteck: abgerundete Ecken 43">
            <a:extLst>
              <a:ext uri="{FF2B5EF4-FFF2-40B4-BE49-F238E27FC236}">
                <a16:creationId xmlns:a16="http://schemas.microsoft.com/office/drawing/2014/main" id="{51424993-33A8-F214-822C-71FDC299835C}"/>
              </a:ext>
            </a:extLst>
          </p:cNvPr>
          <p:cNvSpPr/>
          <p:nvPr userDrawn="1"/>
        </p:nvSpPr>
        <p:spPr>
          <a:xfrm>
            <a:off x="600075" y="2565076"/>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Textplatzhalter 10">
            <a:extLst>
              <a:ext uri="{FF2B5EF4-FFF2-40B4-BE49-F238E27FC236}">
                <a16:creationId xmlns:a16="http://schemas.microsoft.com/office/drawing/2014/main" id="{D19594B9-C362-87D8-0CE8-D347D86CF355}"/>
              </a:ext>
            </a:extLst>
          </p:cNvPr>
          <p:cNvSpPr>
            <a:spLocks noGrp="1"/>
          </p:cNvSpPr>
          <p:nvPr>
            <p:ph type="body" sz="quarter" idx="27" hasCustomPrompt="1"/>
          </p:nvPr>
        </p:nvSpPr>
        <p:spPr>
          <a:xfrm>
            <a:off x="643136" y="2610942"/>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46" name="Gleichschenkliges Dreieck 45">
            <a:extLst>
              <a:ext uri="{FF2B5EF4-FFF2-40B4-BE49-F238E27FC236}">
                <a16:creationId xmlns:a16="http://schemas.microsoft.com/office/drawing/2014/main" id="{AD01DA2A-FA83-0765-5965-055D1359D2B2}"/>
              </a:ext>
            </a:extLst>
          </p:cNvPr>
          <p:cNvSpPr/>
          <p:nvPr userDrawn="1"/>
        </p:nvSpPr>
        <p:spPr>
          <a:xfrm rot="5400000">
            <a:off x="2174737" y="3097310"/>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7" name="Textplatzhalter 10">
            <a:extLst>
              <a:ext uri="{FF2B5EF4-FFF2-40B4-BE49-F238E27FC236}">
                <a16:creationId xmlns:a16="http://schemas.microsoft.com/office/drawing/2014/main" id="{0F88021B-8097-BDF1-C263-70041CBFCAF8}"/>
              </a:ext>
            </a:extLst>
          </p:cNvPr>
          <p:cNvSpPr>
            <a:spLocks noGrp="1"/>
          </p:cNvSpPr>
          <p:nvPr>
            <p:ph type="body" sz="quarter" idx="28" hasCustomPrompt="1"/>
          </p:nvPr>
        </p:nvSpPr>
        <p:spPr>
          <a:xfrm>
            <a:off x="2982249" y="2610942"/>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48" name="Rechteck: abgerundete Ecken 47">
            <a:extLst>
              <a:ext uri="{FF2B5EF4-FFF2-40B4-BE49-F238E27FC236}">
                <a16:creationId xmlns:a16="http://schemas.microsoft.com/office/drawing/2014/main" id="{0E893A3F-E880-B269-14EA-340252BD5068}"/>
              </a:ext>
            </a:extLst>
          </p:cNvPr>
          <p:cNvSpPr/>
          <p:nvPr userDrawn="1"/>
        </p:nvSpPr>
        <p:spPr>
          <a:xfrm>
            <a:off x="2855535" y="2564625"/>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9" name="Rechteck: abgerundete Ecken 48">
            <a:extLst>
              <a:ext uri="{FF2B5EF4-FFF2-40B4-BE49-F238E27FC236}">
                <a16:creationId xmlns:a16="http://schemas.microsoft.com/office/drawing/2014/main" id="{946A9131-631F-9F77-64E1-E0CC09DE450B}"/>
              </a:ext>
            </a:extLst>
          </p:cNvPr>
          <p:cNvSpPr/>
          <p:nvPr userDrawn="1"/>
        </p:nvSpPr>
        <p:spPr>
          <a:xfrm>
            <a:off x="600075" y="1342554"/>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0" name="Textplatzhalter 10">
            <a:extLst>
              <a:ext uri="{FF2B5EF4-FFF2-40B4-BE49-F238E27FC236}">
                <a16:creationId xmlns:a16="http://schemas.microsoft.com/office/drawing/2014/main" id="{C417A2F7-F253-4CAB-CA39-5D57E5DEDE3B}"/>
              </a:ext>
            </a:extLst>
          </p:cNvPr>
          <p:cNvSpPr>
            <a:spLocks noGrp="1"/>
          </p:cNvSpPr>
          <p:nvPr>
            <p:ph type="body" sz="quarter" idx="29" hasCustomPrompt="1"/>
          </p:nvPr>
        </p:nvSpPr>
        <p:spPr>
          <a:xfrm>
            <a:off x="643136" y="1388420"/>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51" name="Gleichschenkliges Dreieck 50">
            <a:extLst>
              <a:ext uri="{FF2B5EF4-FFF2-40B4-BE49-F238E27FC236}">
                <a16:creationId xmlns:a16="http://schemas.microsoft.com/office/drawing/2014/main" id="{8E613897-3604-A8FA-EAF7-1C4044809785}"/>
              </a:ext>
            </a:extLst>
          </p:cNvPr>
          <p:cNvSpPr/>
          <p:nvPr userDrawn="1"/>
        </p:nvSpPr>
        <p:spPr>
          <a:xfrm rot="5400000">
            <a:off x="2174737" y="1874788"/>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2" name="Textplatzhalter 10">
            <a:extLst>
              <a:ext uri="{FF2B5EF4-FFF2-40B4-BE49-F238E27FC236}">
                <a16:creationId xmlns:a16="http://schemas.microsoft.com/office/drawing/2014/main" id="{751FFF3F-7B0C-D49B-E993-25E7B8821C9C}"/>
              </a:ext>
            </a:extLst>
          </p:cNvPr>
          <p:cNvSpPr>
            <a:spLocks noGrp="1"/>
          </p:cNvSpPr>
          <p:nvPr>
            <p:ph type="body" sz="quarter" idx="30" hasCustomPrompt="1"/>
          </p:nvPr>
        </p:nvSpPr>
        <p:spPr>
          <a:xfrm>
            <a:off x="2982249" y="1388420"/>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53" name="Rechteck: abgerundete Ecken 52">
            <a:extLst>
              <a:ext uri="{FF2B5EF4-FFF2-40B4-BE49-F238E27FC236}">
                <a16:creationId xmlns:a16="http://schemas.microsoft.com/office/drawing/2014/main" id="{F2A98CB0-102F-DF68-26B0-008C2392EE12}"/>
              </a:ext>
            </a:extLst>
          </p:cNvPr>
          <p:cNvSpPr/>
          <p:nvPr userDrawn="1"/>
        </p:nvSpPr>
        <p:spPr>
          <a:xfrm>
            <a:off x="2855535" y="1342103"/>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4" name="Titelplatzhalter 1">
            <a:extLst>
              <a:ext uri="{FF2B5EF4-FFF2-40B4-BE49-F238E27FC236}">
                <a16:creationId xmlns:a16="http://schemas.microsoft.com/office/drawing/2014/main" id="{566BC798-3064-0635-DB3B-982F7CEF61C3}"/>
              </a:ext>
            </a:extLst>
          </p:cNvPr>
          <p:cNvSpPr>
            <a:spLocks noGrp="1"/>
          </p:cNvSpPr>
          <p:nvPr>
            <p:ph type="title" hasCustomPrompt="1"/>
          </p:nvPr>
        </p:nvSpPr>
        <p:spPr>
          <a:xfrm>
            <a:off x="600075" y="700598"/>
            <a:ext cx="10948790" cy="464101"/>
          </a:xfrm>
          <a:prstGeom prst="rect">
            <a:avLst/>
          </a:prstGeom>
        </p:spPr>
        <p:txBody>
          <a:bodyPr vert="horz" lIns="91440" tIns="45720" rIns="91440" bIns="45720" rtlCol="0" anchor="ctr">
            <a:noAutofit/>
          </a:bodyPr>
          <a:lstStyle>
            <a:lvl1pPr>
              <a:defRPr sz="2400"/>
            </a:lvl1pPr>
          </a:lstStyle>
          <a:p>
            <a:r>
              <a:rPr lang="de-DE" dirty="0"/>
              <a:t>[Action Title]</a:t>
            </a:r>
          </a:p>
        </p:txBody>
      </p:sp>
      <p:sp>
        <p:nvSpPr>
          <p:cNvPr id="3" name="Rechteck: eine Ecke abgerundet 2">
            <a:extLst>
              <a:ext uri="{FF2B5EF4-FFF2-40B4-BE49-F238E27FC236}">
                <a16:creationId xmlns:a16="http://schemas.microsoft.com/office/drawing/2014/main" id="{1CF86E75-6AFC-948E-CE74-3BAB8CF2563C}"/>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6" name="Foliennummernplatzhalter 15">
            <a:extLst>
              <a:ext uri="{FF2B5EF4-FFF2-40B4-BE49-F238E27FC236}">
                <a16:creationId xmlns:a16="http://schemas.microsoft.com/office/drawing/2014/main" id="{AA1AE38D-6E6B-A641-D36F-98997AD39FE9}"/>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7" name="Foliennummernplatzhalter 15">
            <a:extLst>
              <a:ext uri="{FF2B5EF4-FFF2-40B4-BE49-F238E27FC236}">
                <a16:creationId xmlns:a16="http://schemas.microsoft.com/office/drawing/2014/main" id="{B05CF041-0B24-1450-0EA2-AB81192962A0}"/>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8" name="Textplatzhalter 16">
            <a:extLst>
              <a:ext uri="{FF2B5EF4-FFF2-40B4-BE49-F238E27FC236}">
                <a16:creationId xmlns:a16="http://schemas.microsoft.com/office/drawing/2014/main" id="{229C9E67-FCBD-EDEE-D786-9A5A1A10982B}"/>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55066279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aten-9">
    <p:spTree>
      <p:nvGrpSpPr>
        <p:cNvPr id="1" name=""/>
        <p:cNvGrpSpPr/>
        <p:nvPr/>
      </p:nvGrpSpPr>
      <p:grpSpPr>
        <a:xfrm>
          <a:off x="0" y="0"/>
          <a:ext cx="0" cy="0"/>
          <a:chOff x="0" y="0"/>
          <a:chExt cx="0" cy="0"/>
        </a:xfrm>
      </p:grpSpPr>
      <p:sp>
        <p:nvSpPr>
          <p:cNvPr id="2" name="Fußzeilenplatzhalter 4">
            <a:extLst>
              <a:ext uri="{FF2B5EF4-FFF2-40B4-BE49-F238E27FC236}">
                <a16:creationId xmlns:a16="http://schemas.microsoft.com/office/drawing/2014/main" id="{0D5312CA-E712-87B1-119D-0B02682FFDCE}"/>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3" name="Grafik 12" descr="Ein Bild, das Grafiken, Schrift, Text, Grafikdesign enthält.&#10;&#10;Automatisch generierte Beschreibung">
            <a:extLst>
              <a:ext uri="{FF2B5EF4-FFF2-40B4-BE49-F238E27FC236}">
                <a16:creationId xmlns:a16="http://schemas.microsoft.com/office/drawing/2014/main" id="{905BB316-0A28-B7DB-1A02-1544BF4CDF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4" name="Rechteck: abgerundete Ecken 33">
            <a:extLst>
              <a:ext uri="{FF2B5EF4-FFF2-40B4-BE49-F238E27FC236}">
                <a16:creationId xmlns:a16="http://schemas.microsoft.com/office/drawing/2014/main" id="{49BFD98C-DA66-7CB4-F407-FCB8865FBA3D}"/>
              </a:ext>
            </a:extLst>
          </p:cNvPr>
          <p:cNvSpPr/>
          <p:nvPr userDrawn="1"/>
        </p:nvSpPr>
        <p:spPr>
          <a:xfrm>
            <a:off x="600075" y="5010121"/>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Textplatzhalter 10">
            <a:extLst>
              <a:ext uri="{FF2B5EF4-FFF2-40B4-BE49-F238E27FC236}">
                <a16:creationId xmlns:a16="http://schemas.microsoft.com/office/drawing/2014/main" id="{2C18CB05-8C45-64B1-B750-91A013819ECC}"/>
              </a:ext>
            </a:extLst>
          </p:cNvPr>
          <p:cNvSpPr>
            <a:spLocks noGrp="1"/>
          </p:cNvSpPr>
          <p:nvPr>
            <p:ph type="body" sz="quarter" idx="23" hasCustomPrompt="1"/>
          </p:nvPr>
        </p:nvSpPr>
        <p:spPr>
          <a:xfrm>
            <a:off x="643136" y="5055987"/>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36" name="Gleichschenkliges Dreieck 35">
            <a:extLst>
              <a:ext uri="{FF2B5EF4-FFF2-40B4-BE49-F238E27FC236}">
                <a16:creationId xmlns:a16="http://schemas.microsoft.com/office/drawing/2014/main" id="{1EA0278B-EB30-4339-2635-D98663624756}"/>
              </a:ext>
            </a:extLst>
          </p:cNvPr>
          <p:cNvSpPr/>
          <p:nvPr userDrawn="1"/>
        </p:nvSpPr>
        <p:spPr>
          <a:xfrm rot="5400000">
            <a:off x="2174737" y="5542355"/>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Textplatzhalter 10">
            <a:extLst>
              <a:ext uri="{FF2B5EF4-FFF2-40B4-BE49-F238E27FC236}">
                <a16:creationId xmlns:a16="http://schemas.microsoft.com/office/drawing/2014/main" id="{97002C89-C7C9-D148-1B6E-A040D280DC93}"/>
              </a:ext>
            </a:extLst>
          </p:cNvPr>
          <p:cNvSpPr>
            <a:spLocks noGrp="1"/>
          </p:cNvSpPr>
          <p:nvPr>
            <p:ph type="body" sz="quarter" idx="24" hasCustomPrompt="1"/>
          </p:nvPr>
        </p:nvSpPr>
        <p:spPr>
          <a:xfrm>
            <a:off x="2982249" y="5055987"/>
            <a:ext cx="8491899" cy="1115162"/>
          </a:xfrm>
          <a:ln>
            <a:noFill/>
          </a:ln>
        </p:spPr>
        <p:txBody>
          <a:bodyPr anchor="ctr">
            <a:noAutofit/>
          </a:bodyPr>
          <a:lstStyle>
            <a:lvl1pPr marL="285750" indent="-285750" algn="l">
              <a:lnSpc>
                <a:spcPct val="100000"/>
              </a:lnSpc>
              <a:buClr>
                <a:schemeClr val="tx2"/>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38" name="Rechteck: abgerundete Ecken 37">
            <a:extLst>
              <a:ext uri="{FF2B5EF4-FFF2-40B4-BE49-F238E27FC236}">
                <a16:creationId xmlns:a16="http://schemas.microsoft.com/office/drawing/2014/main" id="{050A4FAB-832D-3035-99BC-280F5D0B1136}"/>
              </a:ext>
            </a:extLst>
          </p:cNvPr>
          <p:cNvSpPr/>
          <p:nvPr userDrawn="1"/>
        </p:nvSpPr>
        <p:spPr>
          <a:xfrm>
            <a:off x="2855535" y="5009670"/>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abgerundete Ecken 38">
            <a:extLst>
              <a:ext uri="{FF2B5EF4-FFF2-40B4-BE49-F238E27FC236}">
                <a16:creationId xmlns:a16="http://schemas.microsoft.com/office/drawing/2014/main" id="{F9256752-D593-5125-6FDA-8CB7ED541772}"/>
              </a:ext>
            </a:extLst>
          </p:cNvPr>
          <p:cNvSpPr/>
          <p:nvPr userDrawn="1"/>
        </p:nvSpPr>
        <p:spPr>
          <a:xfrm>
            <a:off x="600075" y="3787598"/>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Textplatzhalter 10">
            <a:extLst>
              <a:ext uri="{FF2B5EF4-FFF2-40B4-BE49-F238E27FC236}">
                <a16:creationId xmlns:a16="http://schemas.microsoft.com/office/drawing/2014/main" id="{04CA38DE-7708-2208-398D-1F776C1DFA96}"/>
              </a:ext>
            </a:extLst>
          </p:cNvPr>
          <p:cNvSpPr>
            <a:spLocks noGrp="1"/>
          </p:cNvSpPr>
          <p:nvPr>
            <p:ph type="body" sz="quarter" idx="25" hasCustomPrompt="1"/>
          </p:nvPr>
        </p:nvSpPr>
        <p:spPr>
          <a:xfrm>
            <a:off x="643136" y="3833464"/>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41" name="Gleichschenkliges Dreieck 40">
            <a:extLst>
              <a:ext uri="{FF2B5EF4-FFF2-40B4-BE49-F238E27FC236}">
                <a16:creationId xmlns:a16="http://schemas.microsoft.com/office/drawing/2014/main" id="{37FBE385-3250-A8EB-C637-CFD89876E0FC}"/>
              </a:ext>
            </a:extLst>
          </p:cNvPr>
          <p:cNvSpPr/>
          <p:nvPr userDrawn="1"/>
        </p:nvSpPr>
        <p:spPr>
          <a:xfrm rot="5400000">
            <a:off x="2174737" y="4319832"/>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2" name="Textplatzhalter 10">
            <a:extLst>
              <a:ext uri="{FF2B5EF4-FFF2-40B4-BE49-F238E27FC236}">
                <a16:creationId xmlns:a16="http://schemas.microsoft.com/office/drawing/2014/main" id="{0835F496-1024-3455-FAC1-5CED27F24615}"/>
              </a:ext>
            </a:extLst>
          </p:cNvPr>
          <p:cNvSpPr>
            <a:spLocks noGrp="1"/>
          </p:cNvSpPr>
          <p:nvPr>
            <p:ph type="body" sz="quarter" idx="26" hasCustomPrompt="1"/>
          </p:nvPr>
        </p:nvSpPr>
        <p:spPr>
          <a:xfrm>
            <a:off x="2982249" y="3833464"/>
            <a:ext cx="8491899" cy="1115162"/>
          </a:xfrm>
          <a:ln>
            <a:noFill/>
          </a:ln>
        </p:spPr>
        <p:txBody>
          <a:bodyPr anchor="ctr">
            <a:noAutofit/>
          </a:bodyPr>
          <a:lstStyle>
            <a:lvl1pPr marL="285750" indent="-285750" algn="l">
              <a:lnSpc>
                <a:spcPct val="100000"/>
              </a:lnSpc>
              <a:buClr>
                <a:schemeClr val="tx2"/>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43" name="Rechteck: abgerundete Ecken 42">
            <a:extLst>
              <a:ext uri="{FF2B5EF4-FFF2-40B4-BE49-F238E27FC236}">
                <a16:creationId xmlns:a16="http://schemas.microsoft.com/office/drawing/2014/main" id="{531CC70C-FBCA-2838-A341-735C1D8DEDD0}"/>
              </a:ext>
            </a:extLst>
          </p:cNvPr>
          <p:cNvSpPr/>
          <p:nvPr userDrawn="1"/>
        </p:nvSpPr>
        <p:spPr>
          <a:xfrm>
            <a:off x="2855535" y="3787147"/>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Rechteck: abgerundete Ecken 43">
            <a:extLst>
              <a:ext uri="{FF2B5EF4-FFF2-40B4-BE49-F238E27FC236}">
                <a16:creationId xmlns:a16="http://schemas.microsoft.com/office/drawing/2014/main" id="{51424993-33A8-F214-822C-71FDC299835C}"/>
              </a:ext>
            </a:extLst>
          </p:cNvPr>
          <p:cNvSpPr/>
          <p:nvPr userDrawn="1"/>
        </p:nvSpPr>
        <p:spPr>
          <a:xfrm>
            <a:off x="600075" y="2565076"/>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Textplatzhalter 10">
            <a:extLst>
              <a:ext uri="{FF2B5EF4-FFF2-40B4-BE49-F238E27FC236}">
                <a16:creationId xmlns:a16="http://schemas.microsoft.com/office/drawing/2014/main" id="{D19594B9-C362-87D8-0CE8-D347D86CF355}"/>
              </a:ext>
            </a:extLst>
          </p:cNvPr>
          <p:cNvSpPr>
            <a:spLocks noGrp="1"/>
          </p:cNvSpPr>
          <p:nvPr>
            <p:ph type="body" sz="quarter" idx="27" hasCustomPrompt="1"/>
          </p:nvPr>
        </p:nvSpPr>
        <p:spPr>
          <a:xfrm>
            <a:off x="643136" y="2610942"/>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46" name="Gleichschenkliges Dreieck 45">
            <a:extLst>
              <a:ext uri="{FF2B5EF4-FFF2-40B4-BE49-F238E27FC236}">
                <a16:creationId xmlns:a16="http://schemas.microsoft.com/office/drawing/2014/main" id="{AD01DA2A-FA83-0765-5965-055D1359D2B2}"/>
              </a:ext>
            </a:extLst>
          </p:cNvPr>
          <p:cNvSpPr/>
          <p:nvPr userDrawn="1"/>
        </p:nvSpPr>
        <p:spPr>
          <a:xfrm rot="5400000">
            <a:off x="2174737" y="3097310"/>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7" name="Textplatzhalter 10">
            <a:extLst>
              <a:ext uri="{FF2B5EF4-FFF2-40B4-BE49-F238E27FC236}">
                <a16:creationId xmlns:a16="http://schemas.microsoft.com/office/drawing/2014/main" id="{0F88021B-8097-BDF1-C263-70041CBFCAF8}"/>
              </a:ext>
            </a:extLst>
          </p:cNvPr>
          <p:cNvSpPr>
            <a:spLocks noGrp="1"/>
          </p:cNvSpPr>
          <p:nvPr>
            <p:ph type="body" sz="quarter" idx="28" hasCustomPrompt="1"/>
          </p:nvPr>
        </p:nvSpPr>
        <p:spPr>
          <a:xfrm>
            <a:off x="2982249" y="2610942"/>
            <a:ext cx="8491899" cy="1115162"/>
          </a:xfrm>
          <a:ln>
            <a:noFill/>
          </a:ln>
        </p:spPr>
        <p:txBody>
          <a:bodyPr anchor="ctr">
            <a:noAutofit/>
          </a:bodyPr>
          <a:lstStyle>
            <a:lvl1pPr marL="285750" indent="-285750" algn="l">
              <a:lnSpc>
                <a:spcPct val="100000"/>
              </a:lnSpc>
              <a:buClr>
                <a:schemeClr val="tx2"/>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48" name="Rechteck: abgerundete Ecken 47">
            <a:extLst>
              <a:ext uri="{FF2B5EF4-FFF2-40B4-BE49-F238E27FC236}">
                <a16:creationId xmlns:a16="http://schemas.microsoft.com/office/drawing/2014/main" id="{0E893A3F-E880-B269-14EA-340252BD5068}"/>
              </a:ext>
            </a:extLst>
          </p:cNvPr>
          <p:cNvSpPr/>
          <p:nvPr userDrawn="1"/>
        </p:nvSpPr>
        <p:spPr>
          <a:xfrm>
            <a:off x="2855535" y="2564625"/>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9" name="Rechteck: abgerundete Ecken 48">
            <a:extLst>
              <a:ext uri="{FF2B5EF4-FFF2-40B4-BE49-F238E27FC236}">
                <a16:creationId xmlns:a16="http://schemas.microsoft.com/office/drawing/2014/main" id="{946A9131-631F-9F77-64E1-E0CC09DE450B}"/>
              </a:ext>
            </a:extLst>
          </p:cNvPr>
          <p:cNvSpPr/>
          <p:nvPr userDrawn="1"/>
        </p:nvSpPr>
        <p:spPr>
          <a:xfrm>
            <a:off x="600075" y="1342554"/>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0" name="Textplatzhalter 10">
            <a:extLst>
              <a:ext uri="{FF2B5EF4-FFF2-40B4-BE49-F238E27FC236}">
                <a16:creationId xmlns:a16="http://schemas.microsoft.com/office/drawing/2014/main" id="{C417A2F7-F253-4CAB-CA39-5D57E5DEDE3B}"/>
              </a:ext>
            </a:extLst>
          </p:cNvPr>
          <p:cNvSpPr>
            <a:spLocks noGrp="1"/>
          </p:cNvSpPr>
          <p:nvPr>
            <p:ph type="body" sz="quarter" idx="29" hasCustomPrompt="1"/>
          </p:nvPr>
        </p:nvSpPr>
        <p:spPr>
          <a:xfrm>
            <a:off x="643136" y="1388420"/>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51" name="Gleichschenkliges Dreieck 50">
            <a:extLst>
              <a:ext uri="{FF2B5EF4-FFF2-40B4-BE49-F238E27FC236}">
                <a16:creationId xmlns:a16="http://schemas.microsoft.com/office/drawing/2014/main" id="{8E613897-3604-A8FA-EAF7-1C4044809785}"/>
              </a:ext>
            </a:extLst>
          </p:cNvPr>
          <p:cNvSpPr/>
          <p:nvPr userDrawn="1"/>
        </p:nvSpPr>
        <p:spPr>
          <a:xfrm rot="5400000">
            <a:off x="2174737" y="1874788"/>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2" name="Textplatzhalter 10">
            <a:extLst>
              <a:ext uri="{FF2B5EF4-FFF2-40B4-BE49-F238E27FC236}">
                <a16:creationId xmlns:a16="http://schemas.microsoft.com/office/drawing/2014/main" id="{751FFF3F-7B0C-D49B-E993-25E7B8821C9C}"/>
              </a:ext>
            </a:extLst>
          </p:cNvPr>
          <p:cNvSpPr>
            <a:spLocks noGrp="1"/>
          </p:cNvSpPr>
          <p:nvPr>
            <p:ph type="body" sz="quarter" idx="30" hasCustomPrompt="1"/>
          </p:nvPr>
        </p:nvSpPr>
        <p:spPr>
          <a:xfrm>
            <a:off x="2982249" y="1388420"/>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53" name="Rechteck: abgerundete Ecken 52">
            <a:extLst>
              <a:ext uri="{FF2B5EF4-FFF2-40B4-BE49-F238E27FC236}">
                <a16:creationId xmlns:a16="http://schemas.microsoft.com/office/drawing/2014/main" id="{F2A98CB0-102F-DF68-26B0-008C2392EE12}"/>
              </a:ext>
            </a:extLst>
          </p:cNvPr>
          <p:cNvSpPr/>
          <p:nvPr userDrawn="1"/>
        </p:nvSpPr>
        <p:spPr>
          <a:xfrm>
            <a:off x="2855535" y="1342103"/>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itelplatzhalter 1">
            <a:extLst>
              <a:ext uri="{FF2B5EF4-FFF2-40B4-BE49-F238E27FC236}">
                <a16:creationId xmlns:a16="http://schemas.microsoft.com/office/drawing/2014/main" id="{9B61D6EB-B334-122B-5499-262A36E14665}"/>
              </a:ext>
            </a:extLst>
          </p:cNvPr>
          <p:cNvSpPr>
            <a:spLocks noGrp="1"/>
          </p:cNvSpPr>
          <p:nvPr>
            <p:ph type="title" hasCustomPrompt="1"/>
          </p:nvPr>
        </p:nvSpPr>
        <p:spPr>
          <a:xfrm>
            <a:off x="600075" y="700598"/>
            <a:ext cx="10948790" cy="464101"/>
          </a:xfrm>
          <a:prstGeom prst="rect">
            <a:avLst/>
          </a:prstGeom>
        </p:spPr>
        <p:txBody>
          <a:bodyPr vert="horz" lIns="91440" tIns="45720" rIns="91440" bIns="45720" rtlCol="0" anchor="ctr">
            <a:noAutofit/>
          </a:bodyPr>
          <a:lstStyle>
            <a:lvl1pPr>
              <a:defRPr sz="2400"/>
            </a:lvl1pPr>
          </a:lstStyle>
          <a:p>
            <a:r>
              <a:rPr lang="de-DE" dirty="0"/>
              <a:t>[Action Title]</a:t>
            </a:r>
          </a:p>
        </p:txBody>
      </p:sp>
      <p:sp>
        <p:nvSpPr>
          <p:cNvPr id="6" name="Rechteck: eine Ecke abgerundet 5">
            <a:extLst>
              <a:ext uri="{FF2B5EF4-FFF2-40B4-BE49-F238E27FC236}">
                <a16:creationId xmlns:a16="http://schemas.microsoft.com/office/drawing/2014/main" id="{D8315774-87C9-267F-56AD-DD6F90EAFA4A}"/>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 name="Foliennummernplatzhalter 15">
            <a:extLst>
              <a:ext uri="{FF2B5EF4-FFF2-40B4-BE49-F238E27FC236}">
                <a16:creationId xmlns:a16="http://schemas.microsoft.com/office/drawing/2014/main" id="{0BFECE77-67D7-6336-7C7B-4F8D956FECFB}"/>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8" name="Foliennummernplatzhalter 15">
            <a:extLst>
              <a:ext uri="{FF2B5EF4-FFF2-40B4-BE49-F238E27FC236}">
                <a16:creationId xmlns:a16="http://schemas.microsoft.com/office/drawing/2014/main" id="{28A9D409-A5C4-21AB-ABE2-C08471DB2444}"/>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10" name="Textplatzhalter 16">
            <a:extLst>
              <a:ext uri="{FF2B5EF4-FFF2-40B4-BE49-F238E27FC236}">
                <a16:creationId xmlns:a16="http://schemas.microsoft.com/office/drawing/2014/main" id="{94D504AC-A752-A4A2-42EF-2DC48DB99E0A}"/>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31881571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aten-10">
    <p:spTree>
      <p:nvGrpSpPr>
        <p:cNvPr id="1" name=""/>
        <p:cNvGrpSpPr/>
        <p:nvPr/>
      </p:nvGrpSpPr>
      <p:grpSpPr>
        <a:xfrm>
          <a:off x="0" y="0"/>
          <a:ext cx="0" cy="0"/>
          <a:chOff x="0" y="0"/>
          <a:chExt cx="0" cy="0"/>
        </a:xfrm>
      </p:grpSpPr>
      <p:sp>
        <p:nvSpPr>
          <p:cNvPr id="2" name="Fußzeilenplatzhalter 4">
            <a:extLst>
              <a:ext uri="{FF2B5EF4-FFF2-40B4-BE49-F238E27FC236}">
                <a16:creationId xmlns:a16="http://schemas.microsoft.com/office/drawing/2014/main" id="{0D5312CA-E712-87B1-119D-0B02682FFDCE}"/>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3" name="Grafik 12" descr="Ein Bild, das Grafiken, Schrift, Text, Grafikdesign enthält.&#10;&#10;Automatisch generierte Beschreibung">
            <a:extLst>
              <a:ext uri="{FF2B5EF4-FFF2-40B4-BE49-F238E27FC236}">
                <a16:creationId xmlns:a16="http://schemas.microsoft.com/office/drawing/2014/main" id="{905BB316-0A28-B7DB-1A02-1544BF4CDF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4" name="Rechteck: abgerundete Ecken 33">
            <a:extLst>
              <a:ext uri="{FF2B5EF4-FFF2-40B4-BE49-F238E27FC236}">
                <a16:creationId xmlns:a16="http://schemas.microsoft.com/office/drawing/2014/main" id="{49BFD98C-DA66-7CB4-F407-FCB8865FBA3D}"/>
              </a:ext>
            </a:extLst>
          </p:cNvPr>
          <p:cNvSpPr/>
          <p:nvPr userDrawn="1"/>
        </p:nvSpPr>
        <p:spPr>
          <a:xfrm>
            <a:off x="600075" y="5010121"/>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Textplatzhalter 10">
            <a:extLst>
              <a:ext uri="{FF2B5EF4-FFF2-40B4-BE49-F238E27FC236}">
                <a16:creationId xmlns:a16="http://schemas.microsoft.com/office/drawing/2014/main" id="{2C18CB05-8C45-64B1-B750-91A013819ECC}"/>
              </a:ext>
            </a:extLst>
          </p:cNvPr>
          <p:cNvSpPr>
            <a:spLocks noGrp="1"/>
          </p:cNvSpPr>
          <p:nvPr>
            <p:ph type="body" sz="quarter" idx="23" hasCustomPrompt="1"/>
          </p:nvPr>
        </p:nvSpPr>
        <p:spPr>
          <a:xfrm>
            <a:off x="643136" y="5055987"/>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36" name="Gleichschenkliges Dreieck 35">
            <a:extLst>
              <a:ext uri="{FF2B5EF4-FFF2-40B4-BE49-F238E27FC236}">
                <a16:creationId xmlns:a16="http://schemas.microsoft.com/office/drawing/2014/main" id="{1EA0278B-EB30-4339-2635-D98663624756}"/>
              </a:ext>
            </a:extLst>
          </p:cNvPr>
          <p:cNvSpPr/>
          <p:nvPr userDrawn="1"/>
        </p:nvSpPr>
        <p:spPr>
          <a:xfrm rot="5400000">
            <a:off x="2174737" y="5542355"/>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Textplatzhalter 10">
            <a:extLst>
              <a:ext uri="{FF2B5EF4-FFF2-40B4-BE49-F238E27FC236}">
                <a16:creationId xmlns:a16="http://schemas.microsoft.com/office/drawing/2014/main" id="{97002C89-C7C9-D148-1B6E-A040D280DC93}"/>
              </a:ext>
            </a:extLst>
          </p:cNvPr>
          <p:cNvSpPr>
            <a:spLocks noGrp="1"/>
          </p:cNvSpPr>
          <p:nvPr>
            <p:ph type="body" sz="quarter" idx="24" hasCustomPrompt="1"/>
          </p:nvPr>
        </p:nvSpPr>
        <p:spPr>
          <a:xfrm>
            <a:off x="2982249" y="5055987"/>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38" name="Rechteck: abgerundete Ecken 37">
            <a:extLst>
              <a:ext uri="{FF2B5EF4-FFF2-40B4-BE49-F238E27FC236}">
                <a16:creationId xmlns:a16="http://schemas.microsoft.com/office/drawing/2014/main" id="{050A4FAB-832D-3035-99BC-280F5D0B1136}"/>
              </a:ext>
            </a:extLst>
          </p:cNvPr>
          <p:cNvSpPr/>
          <p:nvPr userDrawn="1"/>
        </p:nvSpPr>
        <p:spPr>
          <a:xfrm>
            <a:off x="2855535" y="5009670"/>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abgerundete Ecken 38">
            <a:extLst>
              <a:ext uri="{FF2B5EF4-FFF2-40B4-BE49-F238E27FC236}">
                <a16:creationId xmlns:a16="http://schemas.microsoft.com/office/drawing/2014/main" id="{F9256752-D593-5125-6FDA-8CB7ED541772}"/>
              </a:ext>
            </a:extLst>
          </p:cNvPr>
          <p:cNvSpPr/>
          <p:nvPr userDrawn="1"/>
        </p:nvSpPr>
        <p:spPr>
          <a:xfrm>
            <a:off x="600075" y="3787598"/>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Textplatzhalter 10">
            <a:extLst>
              <a:ext uri="{FF2B5EF4-FFF2-40B4-BE49-F238E27FC236}">
                <a16:creationId xmlns:a16="http://schemas.microsoft.com/office/drawing/2014/main" id="{04CA38DE-7708-2208-398D-1F776C1DFA96}"/>
              </a:ext>
            </a:extLst>
          </p:cNvPr>
          <p:cNvSpPr>
            <a:spLocks noGrp="1"/>
          </p:cNvSpPr>
          <p:nvPr>
            <p:ph type="body" sz="quarter" idx="25" hasCustomPrompt="1"/>
          </p:nvPr>
        </p:nvSpPr>
        <p:spPr>
          <a:xfrm>
            <a:off x="643136" y="3833464"/>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41" name="Gleichschenkliges Dreieck 40">
            <a:extLst>
              <a:ext uri="{FF2B5EF4-FFF2-40B4-BE49-F238E27FC236}">
                <a16:creationId xmlns:a16="http://schemas.microsoft.com/office/drawing/2014/main" id="{37FBE385-3250-A8EB-C637-CFD89876E0FC}"/>
              </a:ext>
            </a:extLst>
          </p:cNvPr>
          <p:cNvSpPr/>
          <p:nvPr userDrawn="1"/>
        </p:nvSpPr>
        <p:spPr>
          <a:xfrm rot="5400000">
            <a:off x="2174737" y="4319832"/>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2" name="Textplatzhalter 10">
            <a:extLst>
              <a:ext uri="{FF2B5EF4-FFF2-40B4-BE49-F238E27FC236}">
                <a16:creationId xmlns:a16="http://schemas.microsoft.com/office/drawing/2014/main" id="{0835F496-1024-3455-FAC1-5CED27F24615}"/>
              </a:ext>
            </a:extLst>
          </p:cNvPr>
          <p:cNvSpPr>
            <a:spLocks noGrp="1"/>
          </p:cNvSpPr>
          <p:nvPr>
            <p:ph type="body" sz="quarter" idx="26" hasCustomPrompt="1"/>
          </p:nvPr>
        </p:nvSpPr>
        <p:spPr>
          <a:xfrm>
            <a:off x="2982249" y="3833464"/>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43" name="Rechteck: abgerundete Ecken 42">
            <a:extLst>
              <a:ext uri="{FF2B5EF4-FFF2-40B4-BE49-F238E27FC236}">
                <a16:creationId xmlns:a16="http://schemas.microsoft.com/office/drawing/2014/main" id="{531CC70C-FBCA-2838-A341-735C1D8DEDD0}"/>
              </a:ext>
            </a:extLst>
          </p:cNvPr>
          <p:cNvSpPr/>
          <p:nvPr userDrawn="1"/>
        </p:nvSpPr>
        <p:spPr>
          <a:xfrm>
            <a:off x="2855535" y="3787147"/>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Rechteck: abgerundete Ecken 43">
            <a:extLst>
              <a:ext uri="{FF2B5EF4-FFF2-40B4-BE49-F238E27FC236}">
                <a16:creationId xmlns:a16="http://schemas.microsoft.com/office/drawing/2014/main" id="{51424993-33A8-F214-822C-71FDC299835C}"/>
              </a:ext>
            </a:extLst>
          </p:cNvPr>
          <p:cNvSpPr/>
          <p:nvPr userDrawn="1"/>
        </p:nvSpPr>
        <p:spPr>
          <a:xfrm>
            <a:off x="600075" y="2565076"/>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Textplatzhalter 10">
            <a:extLst>
              <a:ext uri="{FF2B5EF4-FFF2-40B4-BE49-F238E27FC236}">
                <a16:creationId xmlns:a16="http://schemas.microsoft.com/office/drawing/2014/main" id="{D19594B9-C362-87D8-0CE8-D347D86CF355}"/>
              </a:ext>
            </a:extLst>
          </p:cNvPr>
          <p:cNvSpPr>
            <a:spLocks noGrp="1"/>
          </p:cNvSpPr>
          <p:nvPr>
            <p:ph type="body" sz="quarter" idx="27" hasCustomPrompt="1"/>
          </p:nvPr>
        </p:nvSpPr>
        <p:spPr>
          <a:xfrm>
            <a:off x="643136" y="2610942"/>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46" name="Gleichschenkliges Dreieck 45">
            <a:extLst>
              <a:ext uri="{FF2B5EF4-FFF2-40B4-BE49-F238E27FC236}">
                <a16:creationId xmlns:a16="http://schemas.microsoft.com/office/drawing/2014/main" id="{AD01DA2A-FA83-0765-5965-055D1359D2B2}"/>
              </a:ext>
            </a:extLst>
          </p:cNvPr>
          <p:cNvSpPr/>
          <p:nvPr userDrawn="1"/>
        </p:nvSpPr>
        <p:spPr>
          <a:xfrm rot="5400000">
            <a:off x="2174737" y="3097310"/>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7" name="Textplatzhalter 10">
            <a:extLst>
              <a:ext uri="{FF2B5EF4-FFF2-40B4-BE49-F238E27FC236}">
                <a16:creationId xmlns:a16="http://schemas.microsoft.com/office/drawing/2014/main" id="{0F88021B-8097-BDF1-C263-70041CBFCAF8}"/>
              </a:ext>
            </a:extLst>
          </p:cNvPr>
          <p:cNvSpPr>
            <a:spLocks noGrp="1"/>
          </p:cNvSpPr>
          <p:nvPr>
            <p:ph type="body" sz="quarter" idx="28" hasCustomPrompt="1"/>
          </p:nvPr>
        </p:nvSpPr>
        <p:spPr>
          <a:xfrm>
            <a:off x="2982249" y="2610942"/>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48" name="Rechteck: abgerundete Ecken 47">
            <a:extLst>
              <a:ext uri="{FF2B5EF4-FFF2-40B4-BE49-F238E27FC236}">
                <a16:creationId xmlns:a16="http://schemas.microsoft.com/office/drawing/2014/main" id="{0E893A3F-E880-B269-14EA-340252BD5068}"/>
              </a:ext>
            </a:extLst>
          </p:cNvPr>
          <p:cNvSpPr/>
          <p:nvPr userDrawn="1"/>
        </p:nvSpPr>
        <p:spPr>
          <a:xfrm>
            <a:off x="2855535" y="2564625"/>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9" name="Rechteck: abgerundete Ecken 48">
            <a:extLst>
              <a:ext uri="{FF2B5EF4-FFF2-40B4-BE49-F238E27FC236}">
                <a16:creationId xmlns:a16="http://schemas.microsoft.com/office/drawing/2014/main" id="{946A9131-631F-9F77-64E1-E0CC09DE450B}"/>
              </a:ext>
            </a:extLst>
          </p:cNvPr>
          <p:cNvSpPr/>
          <p:nvPr userDrawn="1"/>
        </p:nvSpPr>
        <p:spPr>
          <a:xfrm>
            <a:off x="600075" y="1342554"/>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0" name="Textplatzhalter 10">
            <a:extLst>
              <a:ext uri="{FF2B5EF4-FFF2-40B4-BE49-F238E27FC236}">
                <a16:creationId xmlns:a16="http://schemas.microsoft.com/office/drawing/2014/main" id="{C417A2F7-F253-4CAB-CA39-5D57E5DEDE3B}"/>
              </a:ext>
            </a:extLst>
          </p:cNvPr>
          <p:cNvSpPr>
            <a:spLocks noGrp="1"/>
          </p:cNvSpPr>
          <p:nvPr>
            <p:ph type="body" sz="quarter" idx="29" hasCustomPrompt="1"/>
          </p:nvPr>
        </p:nvSpPr>
        <p:spPr>
          <a:xfrm>
            <a:off x="643136" y="1388420"/>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51" name="Gleichschenkliges Dreieck 50">
            <a:extLst>
              <a:ext uri="{FF2B5EF4-FFF2-40B4-BE49-F238E27FC236}">
                <a16:creationId xmlns:a16="http://schemas.microsoft.com/office/drawing/2014/main" id="{8E613897-3604-A8FA-EAF7-1C4044809785}"/>
              </a:ext>
            </a:extLst>
          </p:cNvPr>
          <p:cNvSpPr/>
          <p:nvPr userDrawn="1"/>
        </p:nvSpPr>
        <p:spPr>
          <a:xfrm rot="5400000">
            <a:off x="2174737" y="1874788"/>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2" name="Textplatzhalter 10">
            <a:extLst>
              <a:ext uri="{FF2B5EF4-FFF2-40B4-BE49-F238E27FC236}">
                <a16:creationId xmlns:a16="http://schemas.microsoft.com/office/drawing/2014/main" id="{751FFF3F-7B0C-D49B-E993-25E7B8821C9C}"/>
              </a:ext>
            </a:extLst>
          </p:cNvPr>
          <p:cNvSpPr>
            <a:spLocks noGrp="1"/>
          </p:cNvSpPr>
          <p:nvPr>
            <p:ph type="body" sz="quarter" idx="30" hasCustomPrompt="1"/>
          </p:nvPr>
        </p:nvSpPr>
        <p:spPr>
          <a:xfrm>
            <a:off x="2982249" y="1388420"/>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53" name="Rechteck: abgerundete Ecken 52">
            <a:extLst>
              <a:ext uri="{FF2B5EF4-FFF2-40B4-BE49-F238E27FC236}">
                <a16:creationId xmlns:a16="http://schemas.microsoft.com/office/drawing/2014/main" id="{F2A98CB0-102F-DF68-26B0-008C2392EE12}"/>
              </a:ext>
            </a:extLst>
          </p:cNvPr>
          <p:cNvSpPr/>
          <p:nvPr userDrawn="1"/>
        </p:nvSpPr>
        <p:spPr>
          <a:xfrm>
            <a:off x="2855535" y="1342103"/>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itelplatzhalter 1">
            <a:extLst>
              <a:ext uri="{FF2B5EF4-FFF2-40B4-BE49-F238E27FC236}">
                <a16:creationId xmlns:a16="http://schemas.microsoft.com/office/drawing/2014/main" id="{1FDA9160-104E-0392-3F93-9A0B2366CA46}"/>
              </a:ext>
            </a:extLst>
          </p:cNvPr>
          <p:cNvSpPr>
            <a:spLocks noGrp="1"/>
          </p:cNvSpPr>
          <p:nvPr>
            <p:ph type="title" hasCustomPrompt="1"/>
          </p:nvPr>
        </p:nvSpPr>
        <p:spPr>
          <a:xfrm>
            <a:off x="600075" y="700598"/>
            <a:ext cx="10948790" cy="464101"/>
          </a:xfrm>
          <a:prstGeom prst="rect">
            <a:avLst/>
          </a:prstGeom>
        </p:spPr>
        <p:txBody>
          <a:bodyPr vert="horz" lIns="91440" tIns="45720" rIns="91440" bIns="45720" rtlCol="0" anchor="ctr">
            <a:noAutofit/>
          </a:bodyPr>
          <a:lstStyle>
            <a:lvl1pPr>
              <a:defRPr sz="2400"/>
            </a:lvl1pPr>
          </a:lstStyle>
          <a:p>
            <a:r>
              <a:rPr lang="de-DE" dirty="0"/>
              <a:t>[Action Title]</a:t>
            </a:r>
          </a:p>
        </p:txBody>
      </p:sp>
      <p:sp>
        <p:nvSpPr>
          <p:cNvPr id="6" name="Rechteck: eine Ecke abgerundet 5">
            <a:extLst>
              <a:ext uri="{FF2B5EF4-FFF2-40B4-BE49-F238E27FC236}">
                <a16:creationId xmlns:a16="http://schemas.microsoft.com/office/drawing/2014/main" id="{8CAB2AEB-6012-8C19-C065-B526EB2F512F}"/>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 name="Foliennummernplatzhalter 15">
            <a:extLst>
              <a:ext uri="{FF2B5EF4-FFF2-40B4-BE49-F238E27FC236}">
                <a16:creationId xmlns:a16="http://schemas.microsoft.com/office/drawing/2014/main" id="{C466F77F-6265-DAEC-3D4F-B23A4125A5D5}"/>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8" name="Foliennummernplatzhalter 15">
            <a:extLst>
              <a:ext uri="{FF2B5EF4-FFF2-40B4-BE49-F238E27FC236}">
                <a16:creationId xmlns:a16="http://schemas.microsoft.com/office/drawing/2014/main" id="{275A6C31-48A7-4D49-7C9E-CFE79C4FD003}"/>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10" name="Textplatzhalter 16">
            <a:extLst>
              <a:ext uri="{FF2B5EF4-FFF2-40B4-BE49-F238E27FC236}">
                <a16:creationId xmlns:a16="http://schemas.microsoft.com/office/drawing/2014/main" id="{7F4B9580-191C-0B4B-E35A-D6C2401695A1}"/>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5278605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aten-11">
    <p:spTree>
      <p:nvGrpSpPr>
        <p:cNvPr id="1" name=""/>
        <p:cNvGrpSpPr/>
        <p:nvPr/>
      </p:nvGrpSpPr>
      <p:grpSpPr>
        <a:xfrm>
          <a:off x="0" y="0"/>
          <a:ext cx="0" cy="0"/>
          <a:chOff x="0" y="0"/>
          <a:chExt cx="0" cy="0"/>
        </a:xfrm>
      </p:grpSpPr>
      <p:sp>
        <p:nvSpPr>
          <p:cNvPr id="2" name="Fußzeilenplatzhalter 4">
            <a:extLst>
              <a:ext uri="{FF2B5EF4-FFF2-40B4-BE49-F238E27FC236}">
                <a16:creationId xmlns:a16="http://schemas.microsoft.com/office/drawing/2014/main" id="{0D5312CA-E712-87B1-119D-0B02682FFDCE}"/>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3" name="Grafik 12" descr="Ein Bild, das Grafiken, Schrift, Text, Grafikdesign enthält.&#10;&#10;Automatisch generierte Beschreibung">
            <a:extLst>
              <a:ext uri="{FF2B5EF4-FFF2-40B4-BE49-F238E27FC236}">
                <a16:creationId xmlns:a16="http://schemas.microsoft.com/office/drawing/2014/main" id="{905BB316-0A28-B7DB-1A02-1544BF4CDF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4" name="Rechteck: abgerundete Ecken 33">
            <a:extLst>
              <a:ext uri="{FF2B5EF4-FFF2-40B4-BE49-F238E27FC236}">
                <a16:creationId xmlns:a16="http://schemas.microsoft.com/office/drawing/2014/main" id="{49BFD98C-DA66-7CB4-F407-FCB8865FBA3D}"/>
              </a:ext>
            </a:extLst>
          </p:cNvPr>
          <p:cNvSpPr/>
          <p:nvPr userDrawn="1"/>
        </p:nvSpPr>
        <p:spPr>
          <a:xfrm>
            <a:off x="600075" y="5010121"/>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Textplatzhalter 10">
            <a:extLst>
              <a:ext uri="{FF2B5EF4-FFF2-40B4-BE49-F238E27FC236}">
                <a16:creationId xmlns:a16="http://schemas.microsoft.com/office/drawing/2014/main" id="{2C18CB05-8C45-64B1-B750-91A013819ECC}"/>
              </a:ext>
            </a:extLst>
          </p:cNvPr>
          <p:cNvSpPr>
            <a:spLocks noGrp="1"/>
          </p:cNvSpPr>
          <p:nvPr>
            <p:ph type="body" sz="quarter" idx="23" hasCustomPrompt="1"/>
          </p:nvPr>
        </p:nvSpPr>
        <p:spPr>
          <a:xfrm>
            <a:off x="643136" y="5055987"/>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36" name="Gleichschenkliges Dreieck 35">
            <a:extLst>
              <a:ext uri="{FF2B5EF4-FFF2-40B4-BE49-F238E27FC236}">
                <a16:creationId xmlns:a16="http://schemas.microsoft.com/office/drawing/2014/main" id="{1EA0278B-EB30-4339-2635-D98663624756}"/>
              </a:ext>
            </a:extLst>
          </p:cNvPr>
          <p:cNvSpPr/>
          <p:nvPr userDrawn="1"/>
        </p:nvSpPr>
        <p:spPr>
          <a:xfrm rot="5400000">
            <a:off x="2174737" y="5542355"/>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Textplatzhalter 10">
            <a:extLst>
              <a:ext uri="{FF2B5EF4-FFF2-40B4-BE49-F238E27FC236}">
                <a16:creationId xmlns:a16="http://schemas.microsoft.com/office/drawing/2014/main" id="{97002C89-C7C9-D148-1B6E-A040D280DC93}"/>
              </a:ext>
            </a:extLst>
          </p:cNvPr>
          <p:cNvSpPr>
            <a:spLocks noGrp="1"/>
          </p:cNvSpPr>
          <p:nvPr>
            <p:ph type="body" sz="quarter" idx="24" hasCustomPrompt="1"/>
          </p:nvPr>
        </p:nvSpPr>
        <p:spPr>
          <a:xfrm>
            <a:off x="2982249" y="5055987"/>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38" name="Rechteck: abgerundete Ecken 37">
            <a:extLst>
              <a:ext uri="{FF2B5EF4-FFF2-40B4-BE49-F238E27FC236}">
                <a16:creationId xmlns:a16="http://schemas.microsoft.com/office/drawing/2014/main" id="{050A4FAB-832D-3035-99BC-280F5D0B1136}"/>
              </a:ext>
            </a:extLst>
          </p:cNvPr>
          <p:cNvSpPr/>
          <p:nvPr userDrawn="1"/>
        </p:nvSpPr>
        <p:spPr>
          <a:xfrm>
            <a:off x="2855535" y="5009670"/>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abgerundete Ecken 38">
            <a:extLst>
              <a:ext uri="{FF2B5EF4-FFF2-40B4-BE49-F238E27FC236}">
                <a16:creationId xmlns:a16="http://schemas.microsoft.com/office/drawing/2014/main" id="{F9256752-D593-5125-6FDA-8CB7ED541772}"/>
              </a:ext>
            </a:extLst>
          </p:cNvPr>
          <p:cNvSpPr/>
          <p:nvPr userDrawn="1"/>
        </p:nvSpPr>
        <p:spPr>
          <a:xfrm>
            <a:off x="600075" y="3787598"/>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Textplatzhalter 10">
            <a:extLst>
              <a:ext uri="{FF2B5EF4-FFF2-40B4-BE49-F238E27FC236}">
                <a16:creationId xmlns:a16="http://schemas.microsoft.com/office/drawing/2014/main" id="{04CA38DE-7708-2208-398D-1F776C1DFA96}"/>
              </a:ext>
            </a:extLst>
          </p:cNvPr>
          <p:cNvSpPr>
            <a:spLocks noGrp="1"/>
          </p:cNvSpPr>
          <p:nvPr>
            <p:ph type="body" sz="quarter" idx="25" hasCustomPrompt="1"/>
          </p:nvPr>
        </p:nvSpPr>
        <p:spPr>
          <a:xfrm>
            <a:off x="643136" y="3833464"/>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41" name="Gleichschenkliges Dreieck 40">
            <a:extLst>
              <a:ext uri="{FF2B5EF4-FFF2-40B4-BE49-F238E27FC236}">
                <a16:creationId xmlns:a16="http://schemas.microsoft.com/office/drawing/2014/main" id="{37FBE385-3250-A8EB-C637-CFD89876E0FC}"/>
              </a:ext>
            </a:extLst>
          </p:cNvPr>
          <p:cNvSpPr/>
          <p:nvPr userDrawn="1"/>
        </p:nvSpPr>
        <p:spPr>
          <a:xfrm rot="5400000">
            <a:off x="2174737" y="4319832"/>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2" name="Textplatzhalter 10">
            <a:extLst>
              <a:ext uri="{FF2B5EF4-FFF2-40B4-BE49-F238E27FC236}">
                <a16:creationId xmlns:a16="http://schemas.microsoft.com/office/drawing/2014/main" id="{0835F496-1024-3455-FAC1-5CED27F24615}"/>
              </a:ext>
            </a:extLst>
          </p:cNvPr>
          <p:cNvSpPr>
            <a:spLocks noGrp="1"/>
          </p:cNvSpPr>
          <p:nvPr>
            <p:ph type="body" sz="quarter" idx="26" hasCustomPrompt="1"/>
          </p:nvPr>
        </p:nvSpPr>
        <p:spPr>
          <a:xfrm>
            <a:off x="2982249" y="3833464"/>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43" name="Rechteck: abgerundete Ecken 42">
            <a:extLst>
              <a:ext uri="{FF2B5EF4-FFF2-40B4-BE49-F238E27FC236}">
                <a16:creationId xmlns:a16="http://schemas.microsoft.com/office/drawing/2014/main" id="{531CC70C-FBCA-2838-A341-735C1D8DEDD0}"/>
              </a:ext>
            </a:extLst>
          </p:cNvPr>
          <p:cNvSpPr/>
          <p:nvPr userDrawn="1"/>
        </p:nvSpPr>
        <p:spPr>
          <a:xfrm>
            <a:off x="2855535" y="3787147"/>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Rechteck: abgerundete Ecken 43">
            <a:extLst>
              <a:ext uri="{FF2B5EF4-FFF2-40B4-BE49-F238E27FC236}">
                <a16:creationId xmlns:a16="http://schemas.microsoft.com/office/drawing/2014/main" id="{51424993-33A8-F214-822C-71FDC299835C}"/>
              </a:ext>
            </a:extLst>
          </p:cNvPr>
          <p:cNvSpPr/>
          <p:nvPr userDrawn="1"/>
        </p:nvSpPr>
        <p:spPr>
          <a:xfrm>
            <a:off x="600075" y="2565076"/>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Textplatzhalter 10">
            <a:extLst>
              <a:ext uri="{FF2B5EF4-FFF2-40B4-BE49-F238E27FC236}">
                <a16:creationId xmlns:a16="http://schemas.microsoft.com/office/drawing/2014/main" id="{D19594B9-C362-87D8-0CE8-D347D86CF355}"/>
              </a:ext>
            </a:extLst>
          </p:cNvPr>
          <p:cNvSpPr>
            <a:spLocks noGrp="1"/>
          </p:cNvSpPr>
          <p:nvPr>
            <p:ph type="body" sz="quarter" idx="27" hasCustomPrompt="1"/>
          </p:nvPr>
        </p:nvSpPr>
        <p:spPr>
          <a:xfrm>
            <a:off x="643136" y="2610942"/>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46" name="Gleichschenkliges Dreieck 45">
            <a:extLst>
              <a:ext uri="{FF2B5EF4-FFF2-40B4-BE49-F238E27FC236}">
                <a16:creationId xmlns:a16="http://schemas.microsoft.com/office/drawing/2014/main" id="{AD01DA2A-FA83-0765-5965-055D1359D2B2}"/>
              </a:ext>
            </a:extLst>
          </p:cNvPr>
          <p:cNvSpPr/>
          <p:nvPr userDrawn="1"/>
        </p:nvSpPr>
        <p:spPr>
          <a:xfrm rot="5400000">
            <a:off x="2174737" y="3097310"/>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7" name="Textplatzhalter 10">
            <a:extLst>
              <a:ext uri="{FF2B5EF4-FFF2-40B4-BE49-F238E27FC236}">
                <a16:creationId xmlns:a16="http://schemas.microsoft.com/office/drawing/2014/main" id="{0F88021B-8097-BDF1-C263-70041CBFCAF8}"/>
              </a:ext>
            </a:extLst>
          </p:cNvPr>
          <p:cNvSpPr>
            <a:spLocks noGrp="1"/>
          </p:cNvSpPr>
          <p:nvPr>
            <p:ph type="body" sz="quarter" idx="28" hasCustomPrompt="1"/>
          </p:nvPr>
        </p:nvSpPr>
        <p:spPr>
          <a:xfrm>
            <a:off x="2982249" y="2610942"/>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48" name="Rechteck: abgerundete Ecken 47">
            <a:extLst>
              <a:ext uri="{FF2B5EF4-FFF2-40B4-BE49-F238E27FC236}">
                <a16:creationId xmlns:a16="http://schemas.microsoft.com/office/drawing/2014/main" id="{0E893A3F-E880-B269-14EA-340252BD5068}"/>
              </a:ext>
            </a:extLst>
          </p:cNvPr>
          <p:cNvSpPr/>
          <p:nvPr userDrawn="1"/>
        </p:nvSpPr>
        <p:spPr>
          <a:xfrm>
            <a:off x="2855535" y="2564625"/>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9" name="Rechteck: abgerundete Ecken 48">
            <a:extLst>
              <a:ext uri="{FF2B5EF4-FFF2-40B4-BE49-F238E27FC236}">
                <a16:creationId xmlns:a16="http://schemas.microsoft.com/office/drawing/2014/main" id="{946A9131-631F-9F77-64E1-E0CC09DE450B}"/>
              </a:ext>
            </a:extLst>
          </p:cNvPr>
          <p:cNvSpPr/>
          <p:nvPr userDrawn="1"/>
        </p:nvSpPr>
        <p:spPr>
          <a:xfrm>
            <a:off x="600075" y="1342554"/>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0" name="Textplatzhalter 10">
            <a:extLst>
              <a:ext uri="{FF2B5EF4-FFF2-40B4-BE49-F238E27FC236}">
                <a16:creationId xmlns:a16="http://schemas.microsoft.com/office/drawing/2014/main" id="{C417A2F7-F253-4CAB-CA39-5D57E5DEDE3B}"/>
              </a:ext>
            </a:extLst>
          </p:cNvPr>
          <p:cNvSpPr>
            <a:spLocks noGrp="1"/>
          </p:cNvSpPr>
          <p:nvPr>
            <p:ph type="body" sz="quarter" idx="29" hasCustomPrompt="1"/>
          </p:nvPr>
        </p:nvSpPr>
        <p:spPr>
          <a:xfrm>
            <a:off x="643136" y="1388420"/>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51" name="Gleichschenkliges Dreieck 50">
            <a:extLst>
              <a:ext uri="{FF2B5EF4-FFF2-40B4-BE49-F238E27FC236}">
                <a16:creationId xmlns:a16="http://schemas.microsoft.com/office/drawing/2014/main" id="{8E613897-3604-A8FA-EAF7-1C4044809785}"/>
              </a:ext>
            </a:extLst>
          </p:cNvPr>
          <p:cNvSpPr/>
          <p:nvPr userDrawn="1"/>
        </p:nvSpPr>
        <p:spPr>
          <a:xfrm rot="5400000">
            <a:off x="2174737" y="1874788"/>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2" name="Textplatzhalter 10">
            <a:extLst>
              <a:ext uri="{FF2B5EF4-FFF2-40B4-BE49-F238E27FC236}">
                <a16:creationId xmlns:a16="http://schemas.microsoft.com/office/drawing/2014/main" id="{751FFF3F-7B0C-D49B-E993-25E7B8821C9C}"/>
              </a:ext>
            </a:extLst>
          </p:cNvPr>
          <p:cNvSpPr>
            <a:spLocks noGrp="1"/>
          </p:cNvSpPr>
          <p:nvPr>
            <p:ph type="body" sz="quarter" idx="30" hasCustomPrompt="1"/>
          </p:nvPr>
        </p:nvSpPr>
        <p:spPr>
          <a:xfrm>
            <a:off x="2982249" y="1388420"/>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53" name="Rechteck: abgerundete Ecken 52">
            <a:extLst>
              <a:ext uri="{FF2B5EF4-FFF2-40B4-BE49-F238E27FC236}">
                <a16:creationId xmlns:a16="http://schemas.microsoft.com/office/drawing/2014/main" id="{F2A98CB0-102F-DF68-26B0-008C2392EE12}"/>
              </a:ext>
            </a:extLst>
          </p:cNvPr>
          <p:cNvSpPr/>
          <p:nvPr userDrawn="1"/>
        </p:nvSpPr>
        <p:spPr>
          <a:xfrm>
            <a:off x="2855535" y="1342103"/>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itelplatzhalter 1">
            <a:extLst>
              <a:ext uri="{FF2B5EF4-FFF2-40B4-BE49-F238E27FC236}">
                <a16:creationId xmlns:a16="http://schemas.microsoft.com/office/drawing/2014/main" id="{C938E71F-EFAA-E7B6-EE67-D39204C0CDD6}"/>
              </a:ext>
            </a:extLst>
          </p:cNvPr>
          <p:cNvSpPr>
            <a:spLocks noGrp="1"/>
          </p:cNvSpPr>
          <p:nvPr>
            <p:ph type="title" hasCustomPrompt="1"/>
          </p:nvPr>
        </p:nvSpPr>
        <p:spPr>
          <a:xfrm>
            <a:off x="600075" y="700598"/>
            <a:ext cx="10948790" cy="464101"/>
          </a:xfrm>
          <a:prstGeom prst="rect">
            <a:avLst/>
          </a:prstGeom>
        </p:spPr>
        <p:txBody>
          <a:bodyPr vert="horz" lIns="91440" tIns="45720" rIns="91440" bIns="45720" rtlCol="0" anchor="ctr">
            <a:noAutofit/>
          </a:bodyPr>
          <a:lstStyle>
            <a:lvl1pPr>
              <a:defRPr sz="2400"/>
            </a:lvl1pPr>
          </a:lstStyle>
          <a:p>
            <a:r>
              <a:rPr lang="de-DE" dirty="0"/>
              <a:t>[Action Title]</a:t>
            </a:r>
          </a:p>
        </p:txBody>
      </p:sp>
      <p:sp>
        <p:nvSpPr>
          <p:cNvPr id="6" name="Rechteck: eine Ecke abgerundet 5">
            <a:extLst>
              <a:ext uri="{FF2B5EF4-FFF2-40B4-BE49-F238E27FC236}">
                <a16:creationId xmlns:a16="http://schemas.microsoft.com/office/drawing/2014/main" id="{FA709AD6-5414-7648-EF27-1E3936B2957C}"/>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 name="Foliennummernplatzhalter 15">
            <a:extLst>
              <a:ext uri="{FF2B5EF4-FFF2-40B4-BE49-F238E27FC236}">
                <a16:creationId xmlns:a16="http://schemas.microsoft.com/office/drawing/2014/main" id="{DB3CB7CB-3C12-50E2-AC70-A2E316783577}"/>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8" name="Foliennummernplatzhalter 15">
            <a:extLst>
              <a:ext uri="{FF2B5EF4-FFF2-40B4-BE49-F238E27FC236}">
                <a16:creationId xmlns:a16="http://schemas.microsoft.com/office/drawing/2014/main" id="{19F93351-F20B-E80C-BC0B-8B5761B0A8CE}"/>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10" name="Textplatzhalter 16">
            <a:extLst>
              <a:ext uri="{FF2B5EF4-FFF2-40B4-BE49-F238E27FC236}">
                <a16:creationId xmlns:a16="http://schemas.microsoft.com/office/drawing/2014/main" id="{3F01A6E8-4A87-4F53-2FF0-934FB2017644}"/>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13822387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aten-12">
    <p:spTree>
      <p:nvGrpSpPr>
        <p:cNvPr id="1" name=""/>
        <p:cNvGrpSpPr/>
        <p:nvPr/>
      </p:nvGrpSpPr>
      <p:grpSpPr>
        <a:xfrm>
          <a:off x="0" y="0"/>
          <a:ext cx="0" cy="0"/>
          <a:chOff x="0" y="0"/>
          <a:chExt cx="0" cy="0"/>
        </a:xfrm>
      </p:grpSpPr>
      <p:sp>
        <p:nvSpPr>
          <p:cNvPr id="2" name="Fußzeilenplatzhalter 4">
            <a:extLst>
              <a:ext uri="{FF2B5EF4-FFF2-40B4-BE49-F238E27FC236}">
                <a16:creationId xmlns:a16="http://schemas.microsoft.com/office/drawing/2014/main" id="{0D5312CA-E712-87B1-119D-0B02682FFDCE}"/>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3" name="Grafik 12" descr="Ein Bild, das Grafiken, Schrift, Text, Grafikdesign enthält.&#10;&#10;Automatisch generierte Beschreibung">
            <a:extLst>
              <a:ext uri="{FF2B5EF4-FFF2-40B4-BE49-F238E27FC236}">
                <a16:creationId xmlns:a16="http://schemas.microsoft.com/office/drawing/2014/main" id="{905BB316-0A28-B7DB-1A02-1544BF4CDF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4" name="Rechteck: abgerundete Ecken 33">
            <a:extLst>
              <a:ext uri="{FF2B5EF4-FFF2-40B4-BE49-F238E27FC236}">
                <a16:creationId xmlns:a16="http://schemas.microsoft.com/office/drawing/2014/main" id="{49BFD98C-DA66-7CB4-F407-FCB8865FBA3D}"/>
              </a:ext>
            </a:extLst>
          </p:cNvPr>
          <p:cNvSpPr/>
          <p:nvPr userDrawn="1"/>
        </p:nvSpPr>
        <p:spPr>
          <a:xfrm>
            <a:off x="600075" y="5010121"/>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Textplatzhalter 10">
            <a:extLst>
              <a:ext uri="{FF2B5EF4-FFF2-40B4-BE49-F238E27FC236}">
                <a16:creationId xmlns:a16="http://schemas.microsoft.com/office/drawing/2014/main" id="{2C18CB05-8C45-64B1-B750-91A013819ECC}"/>
              </a:ext>
            </a:extLst>
          </p:cNvPr>
          <p:cNvSpPr>
            <a:spLocks noGrp="1"/>
          </p:cNvSpPr>
          <p:nvPr>
            <p:ph type="body" sz="quarter" idx="23" hasCustomPrompt="1"/>
          </p:nvPr>
        </p:nvSpPr>
        <p:spPr>
          <a:xfrm>
            <a:off x="643136" y="5055987"/>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36" name="Gleichschenkliges Dreieck 35">
            <a:extLst>
              <a:ext uri="{FF2B5EF4-FFF2-40B4-BE49-F238E27FC236}">
                <a16:creationId xmlns:a16="http://schemas.microsoft.com/office/drawing/2014/main" id="{1EA0278B-EB30-4339-2635-D98663624756}"/>
              </a:ext>
            </a:extLst>
          </p:cNvPr>
          <p:cNvSpPr/>
          <p:nvPr userDrawn="1"/>
        </p:nvSpPr>
        <p:spPr>
          <a:xfrm rot="5400000">
            <a:off x="2174737" y="5542355"/>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Textplatzhalter 10">
            <a:extLst>
              <a:ext uri="{FF2B5EF4-FFF2-40B4-BE49-F238E27FC236}">
                <a16:creationId xmlns:a16="http://schemas.microsoft.com/office/drawing/2014/main" id="{97002C89-C7C9-D148-1B6E-A040D280DC93}"/>
              </a:ext>
            </a:extLst>
          </p:cNvPr>
          <p:cNvSpPr>
            <a:spLocks noGrp="1"/>
          </p:cNvSpPr>
          <p:nvPr>
            <p:ph type="body" sz="quarter" idx="24" hasCustomPrompt="1"/>
          </p:nvPr>
        </p:nvSpPr>
        <p:spPr>
          <a:xfrm>
            <a:off x="2982249" y="5055987"/>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38" name="Rechteck: abgerundete Ecken 37">
            <a:extLst>
              <a:ext uri="{FF2B5EF4-FFF2-40B4-BE49-F238E27FC236}">
                <a16:creationId xmlns:a16="http://schemas.microsoft.com/office/drawing/2014/main" id="{050A4FAB-832D-3035-99BC-280F5D0B1136}"/>
              </a:ext>
            </a:extLst>
          </p:cNvPr>
          <p:cNvSpPr/>
          <p:nvPr userDrawn="1"/>
        </p:nvSpPr>
        <p:spPr>
          <a:xfrm>
            <a:off x="2855535" y="5009670"/>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abgerundete Ecken 38">
            <a:extLst>
              <a:ext uri="{FF2B5EF4-FFF2-40B4-BE49-F238E27FC236}">
                <a16:creationId xmlns:a16="http://schemas.microsoft.com/office/drawing/2014/main" id="{F9256752-D593-5125-6FDA-8CB7ED541772}"/>
              </a:ext>
            </a:extLst>
          </p:cNvPr>
          <p:cNvSpPr/>
          <p:nvPr userDrawn="1"/>
        </p:nvSpPr>
        <p:spPr>
          <a:xfrm>
            <a:off x="600075" y="3787598"/>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Textplatzhalter 10">
            <a:extLst>
              <a:ext uri="{FF2B5EF4-FFF2-40B4-BE49-F238E27FC236}">
                <a16:creationId xmlns:a16="http://schemas.microsoft.com/office/drawing/2014/main" id="{04CA38DE-7708-2208-398D-1F776C1DFA96}"/>
              </a:ext>
            </a:extLst>
          </p:cNvPr>
          <p:cNvSpPr>
            <a:spLocks noGrp="1"/>
          </p:cNvSpPr>
          <p:nvPr>
            <p:ph type="body" sz="quarter" idx="25" hasCustomPrompt="1"/>
          </p:nvPr>
        </p:nvSpPr>
        <p:spPr>
          <a:xfrm>
            <a:off x="643136" y="3833464"/>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41" name="Gleichschenkliges Dreieck 40">
            <a:extLst>
              <a:ext uri="{FF2B5EF4-FFF2-40B4-BE49-F238E27FC236}">
                <a16:creationId xmlns:a16="http://schemas.microsoft.com/office/drawing/2014/main" id="{37FBE385-3250-A8EB-C637-CFD89876E0FC}"/>
              </a:ext>
            </a:extLst>
          </p:cNvPr>
          <p:cNvSpPr/>
          <p:nvPr userDrawn="1"/>
        </p:nvSpPr>
        <p:spPr>
          <a:xfrm rot="5400000">
            <a:off x="2174737" y="4319832"/>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3" name="Rechteck: abgerundete Ecken 42">
            <a:extLst>
              <a:ext uri="{FF2B5EF4-FFF2-40B4-BE49-F238E27FC236}">
                <a16:creationId xmlns:a16="http://schemas.microsoft.com/office/drawing/2014/main" id="{531CC70C-FBCA-2838-A341-735C1D8DEDD0}"/>
              </a:ext>
            </a:extLst>
          </p:cNvPr>
          <p:cNvSpPr/>
          <p:nvPr userDrawn="1"/>
        </p:nvSpPr>
        <p:spPr>
          <a:xfrm>
            <a:off x="2855535" y="3787147"/>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Rechteck: abgerundete Ecken 43">
            <a:extLst>
              <a:ext uri="{FF2B5EF4-FFF2-40B4-BE49-F238E27FC236}">
                <a16:creationId xmlns:a16="http://schemas.microsoft.com/office/drawing/2014/main" id="{51424993-33A8-F214-822C-71FDC299835C}"/>
              </a:ext>
            </a:extLst>
          </p:cNvPr>
          <p:cNvSpPr/>
          <p:nvPr userDrawn="1"/>
        </p:nvSpPr>
        <p:spPr>
          <a:xfrm>
            <a:off x="600075" y="2565076"/>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Textplatzhalter 10">
            <a:extLst>
              <a:ext uri="{FF2B5EF4-FFF2-40B4-BE49-F238E27FC236}">
                <a16:creationId xmlns:a16="http://schemas.microsoft.com/office/drawing/2014/main" id="{D19594B9-C362-87D8-0CE8-D347D86CF355}"/>
              </a:ext>
            </a:extLst>
          </p:cNvPr>
          <p:cNvSpPr>
            <a:spLocks noGrp="1"/>
          </p:cNvSpPr>
          <p:nvPr>
            <p:ph type="body" sz="quarter" idx="27" hasCustomPrompt="1"/>
          </p:nvPr>
        </p:nvSpPr>
        <p:spPr>
          <a:xfrm>
            <a:off x="643136" y="2610942"/>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46" name="Gleichschenkliges Dreieck 45">
            <a:extLst>
              <a:ext uri="{FF2B5EF4-FFF2-40B4-BE49-F238E27FC236}">
                <a16:creationId xmlns:a16="http://schemas.microsoft.com/office/drawing/2014/main" id="{AD01DA2A-FA83-0765-5965-055D1359D2B2}"/>
              </a:ext>
            </a:extLst>
          </p:cNvPr>
          <p:cNvSpPr/>
          <p:nvPr userDrawn="1"/>
        </p:nvSpPr>
        <p:spPr>
          <a:xfrm rot="5400000">
            <a:off x="2174737" y="3097310"/>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8" name="Rechteck: abgerundete Ecken 47">
            <a:extLst>
              <a:ext uri="{FF2B5EF4-FFF2-40B4-BE49-F238E27FC236}">
                <a16:creationId xmlns:a16="http://schemas.microsoft.com/office/drawing/2014/main" id="{0E893A3F-E880-B269-14EA-340252BD5068}"/>
              </a:ext>
            </a:extLst>
          </p:cNvPr>
          <p:cNvSpPr/>
          <p:nvPr userDrawn="1"/>
        </p:nvSpPr>
        <p:spPr>
          <a:xfrm>
            <a:off x="2855535" y="2564625"/>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9" name="Rechteck: abgerundete Ecken 48">
            <a:extLst>
              <a:ext uri="{FF2B5EF4-FFF2-40B4-BE49-F238E27FC236}">
                <a16:creationId xmlns:a16="http://schemas.microsoft.com/office/drawing/2014/main" id="{946A9131-631F-9F77-64E1-E0CC09DE450B}"/>
              </a:ext>
            </a:extLst>
          </p:cNvPr>
          <p:cNvSpPr/>
          <p:nvPr userDrawn="1"/>
        </p:nvSpPr>
        <p:spPr>
          <a:xfrm>
            <a:off x="600075" y="1342554"/>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0" name="Textplatzhalter 10">
            <a:extLst>
              <a:ext uri="{FF2B5EF4-FFF2-40B4-BE49-F238E27FC236}">
                <a16:creationId xmlns:a16="http://schemas.microsoft.com/office/drawing/2014/main" id="{C417A2F7-F253-4CAB-CA39-5D57E5DEDE3B}"/>
              </a:ext>
            </a:extLst>
          </p:cNvPr>
          <p:cNvSpPr>
            <a:spLocks noGrp="1"/>
          </p:cNvSpPr>
          <p:nvPr>
            <p:ph type="body" sz="quarter" idx="29" hasCustomPrompt="1"/>
          </p:nvPr>
        </p:nvSpPr>
        <p:spPr>
          <a:xfrm>
            <a:off x="643136" y="1388420"/>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51" name="Gleichschenkliges Dreieck 50">
            <a:extLst>
              <a:ext uri="{FF2B5EF4-FFF2-40B4-BE49-F238E27FC236}">
                <a16:creationId xmlns:a16="http://schemas.microsoft.com/office/drawing/2014/main" id="{8E613897-3604-A8FA-EAF7-1C4044809785}"/>
              </a:ext>
            </a:extLst>
          </p:cNvPr>
          <p:cNvSpPr/>
          <p:nvPr userDrawn="1"/>
        </p:nvSpPr>
        <p:spPr>
          <a:xfrm rot="5400000">
            <a:off x="2174737" y="1874788"/>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2" name="Textplatzhalter 10">
            <a:extLst>
              <a:ext uri="{FF2B5EF4-FFF2-40B4-BE49-F238E27FC236}">
                <a16:creationId xmlns:a16="http://schemas.microsoft.com/office/drawing/2014/main" id="{751FFF3F-7B0C-D49B-E993-25E7B8821C9C}"/>
              </a:ext>
            </a:extLst>
          </p:cNvPr>
          <p:cNvSpPr>
            <a:spLocks noGrp="1"/>
          </p:cNvSpPr>
          <p:nvPr>
            <p:ph type="body" sz="quarter" idx="30" hasCustomPrompt="1"/>
          </p:nvPr>
        </p:nvSpPr>
        <p:spPr>
          <a:xfrm>
            <a:off x="2982249" y="1388420"/>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53" name="Rechteck: abgerundete Ecken 52">
            <a:extLst>
              <a:ext uri="{FF2B5EF4-FFF2-40B4-BE49-F238E27FC236}">
                <a16:creationId xmlns:a16="http://schemas.microsoft.com/office/drawing/2014/main" id="{F2A98CB0-102F-DF68-26B0-008C2392EE12}"/>
              </a:ext>
            </a:extLst>
          </p:cNvPr>
          <p:cNvSpPr/>
          <p:nvPr userDrawn="1"/>
        </p:nvSpPr>
        <p:spPr>
          <a:xfrm>
            <a:off x="2855535" y="1342103"/>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extplatzhalter 10">
            <a:extLst>
              <a:ext uri="{FF2B5EF4-FFF2-40B4-BE49-F238E27FC236}">
                <a16:creationId xmlns:a16="http://schemas.microsoft.com/office/drawing/2014/main" id="{420F84C5-7A91-575E-79BF-CCC2B7CD15AE}"/>
              </a:ext>
            </a:extLst>
          </p:cNvPr>
          <p:cNvSpPr>
            <a:spLocks noGrp="1"/>
          </p:cNvSpPr>
          <p:nvPr>
            <p:ph type="body" sz="quarter" idx="31" hasCustomPrompt="1"/>
          </p:nvPr>
        </p:nvSpPr>
        <p:spPr>
          <a:xfrm>
            <a:off x="2982249" y="2610942"/>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6" name="Textplatzhalter 10">
            <a:extLst>
              <a:ext uri="{FF2B5EF4-FFF2-40B4-BE49-F238E27FC236}">
                <a16:creationId xmlns:a16="http://schemas.microsoft.com/office/drawing/2014/main" id="{7E9CC1D5-9478-6D0F-2076-0C12DB26CF12}"/>
              </a:ext>
            </a:extLst>
          </p:cNvPr>
          <p:cNvSpPr>
            <a:spLocks noGrp="1"/>
          </p:cNvSpPr>
          <p:nvPr>
            <p:ph type="body" sz="quarter" idx="32" hasCustomPrompt="1"/>
          </p:nvPr>
        </p:nvSpPr>
        <p:spPr>
          <a:xfrm>
            <a:off x="2982249" y="3827649"/>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7" name="Titelplatzhalter 1">
            <a:extLst>
              <a:ext uri="{FF2B5EF4-FFF2-40B4-BE49-F238E27FC236}">
                <a16:creationId xmlns:a16="http://schemas.microsoft.com/office/drawing/2014/main" id="{6EE38BEA-2F6D-4B76-E47D-650B7B53416A}"/>
              </a:ext>
            </a:extLst>
          </p:cNvPr>
          <p:cNvSpPr>
            <a:spLocks noGrp="1"/>
          </p:cNvSpPr>
          <p:nvPr>
            <p:ph type="title" hasCustomPrompt="1"/>
          </p:nvPr>
        </p:nvSpPr>
        <p:spPr>
          <a:xfrm>
            <a:off x="600075" y="700598"/>
            <a:ext cx="10948790" cy="464101"/>
          </a:xfrm>
          <a:prstGeom prst="rect">
            <a:avLst/>
          </a:prstGeom>
        </p:spPr>
        <p:txBody>
          <a:bodyPr vert="horz" lIns="91440" tIns="45720" rIns="91440" bIns="45720" rtlCol="0" anchor="ctr">
            <a:noAutofit/>
          </a:bodyPr>
          <a:lstStyle>
            <a:lvl1pPr>
              <a:defRPr sz="2400"/>
            </a:lvl1pPr>
          </a:lstStyle>
          <a:p>
            <a:r>
              <a:rPr lang="de-DE" dirty="0"/>
              <a:t>[Action Title]</a:t>
            </a:r>
          </a:p>
        </p:txBody>
      </p:sp>
      <p:sp>
        <p:nvSpPr>
          <p:cNvPr id="8" name="Rechteck: eine Ecke abgerundet 7">
            <a:extLst>
              <a:ext uri="{FF2B5EF4-FFF2-40B4-BE49-F238E27FC236}">
                <a16:creationId xmlns:a16="http://schemas.microsoft.com/office/drawing/2014/main" id="{7E170B0D-5D3D-E473-AA26-6BABA8DCA681}"/>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0" name="Foliennummernplatzhalter 15">
            <a:extLst>
              <a:ext uri="{FF2B5EF4-FFF2-40B4-BE49-F238E27FC236}">
                <a16:creationId xmlns:a16="http://schemas.microsoft.com/office/drawing/2014/main" id="{522777F1-33E3-FE82-0581-B14A23EF68C3}"/>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11" name="Foliennummernplatzhalter 15">
            <a:extLst>
              <a:ext uri="{FF2B5EF4-FFF2-40B4-BE49-F238E27FC236}">
                <a16:creationId xmlns:a16="http://schemas.microsoft.com/office/drawing/2014/main" id="{A6EAA4C1-D2A7-F288-2CB1-B88FD93979FF}"/>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14" name="Textplatzhalter 16">
            <a:extLst>
              <a:ext uri="{FF2B5EF4-FFF2-40B4-BE49-F238E27FC236}">
                <a16:creationId xmlns:a16="http://schemas.microsoft.com/office/drawing/2014/main" id="{69559DE1-AF3F-22FA-B2DF-846BD81C37D4}"/>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35502320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Zeitstrahl">
    <p:spTree>
      <p:nvGrpSpPr>
        <p:cNvPr id="1" name=""/>
        <p:cNvGrpSpPr/>
        <p:nvPr/>
      </p:nvGrpSpPr>
      <p:grpSpPr>
        <a:xfrm>
          <a:off x="0" y="0"/>
          <a:ext cx="0" cy="0"/>
          <a:chOff x="0" y="0"/>
          <a:chExt cx="0" cy="0"/>
        </a:xfrm>
      </p:grpSpPr>
      <p:sp>
        <p:nvSpPr>
          <p:cNvPr id="2" name="Fußzeilenplatzhalter 4">
            <a:extLst>
              <a:ext uri="{FF2B5EF4-FFF2-40B4-BE49-F238E27FC236}">
                <a16:creationId xmlns:a16="http://schemas.microsoft.com/office/drawing/2014/main" id="{0D5312CA-E712-87B1-119D-0B02682FFDCE}"/>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3" name="Grafik 12" descr="Ein Bild, das Grafiken, Schrift, Text, Grafikdesign enthält.&#10;&#10;Automatisch generierte Beschreibung">
            <a:extLst>
              <a:ext uri="{FF2B5EF4-FFF2-40B4-BE49-F238E27FC236}">
                <a16:creationId xmlns:a16="http://schemas.microsoft.com/office/drawing/2014/main" id="{905BB316-0A28-B7DB-1A02-1544BF4CDF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cxnSp>
        <p:nvCxnSpPr>
          <p:cNvPr id="14" name="Gerader Verbinder 13">
            <a:extLst>
              <a:ext uri="{FF2B5EF4-FFF2-40B4-BE49-F238E27FC236}">
                <a16:creationId xmlns:a16="http://schemas.microsoft.com/office/drawing/2014/main" id="{F2E607F4-631E-C454-DFA5-1F0180C70F0A}"/>
              </a:ext>
            </a:extLst>
          </p:cNvPr>
          <p:cNvCxnSpPr>
            <a:cxnSpLocks/>
          </p:cNvCxnSpPr>
          <p:nvPr userDrawn="1"/>
        </p:nvCxnSpPr>
        <p:spPr>
          <a:xfrm>
            <a:off x="711200" y="3154025"/>
            <a:ext cx="10736729" cy="0"/>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30" name="Diagramm 29">
            <a:extLst>
              <a:ext uri="{FF2B5EF4-FFF2-40B4-BE49-F238E27FC236}">
                <a16:creationId xmlns:a16="http://schemas.microsoft.com/office/drawing/2014/main" id="{65C090AA-C862-D8C5-1B37-C8BEED2B5A3C}"/>
              </a:ext>
            </a:extLst>
          </p:cNvPr>
          <p:cNvGraphicFramePr/>
          <p:nvPr userDrawn="1">
            <p:extLst>
              <p:ext uri="{D42A27DB-BD31-4B8C-83A1-F6EECF244321}">
                <p14:modId xmlns:p14="http://schemas.microsoft.com/office/powerpoint/2010/main" val="375980931"/>
              </p:ext>
            </p:extLst>
          </p:nvPr>
        </p:nvGraphicFramePr>
        <p:xfrm>
          <a:off x="2796252" y="1618596"/>
          <a:ext cx="8752611" cy="6529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5" name="Textplatzhalter 43">
            <a:extLst>
              <a:ext uri="{FF2B5EF4-FFF2-40B4-BE49-F238E27FC236}">
                <a16:creationId xmlns:a16="http://schemas.microsoft.com/office/drawing/2014/main" id="{1B576BE0-36F8-694D-29B0-6FC3091558BD}"/>
              </a:ext>
            </a:extLst>
          </p:cNvPr>
          <p:cNvSpPr>
            <a:spLocks noGrp="1"/>
          </p:cNvSpPr>
          <p:nvPr>
            <p:ph type="body" sz="quarter" idx="33" hasCustomPrompt="1"/>
          </p:nvPr>
        </p:nvSpPr>
        <p:spPr>
          <a:xfrm>
            <a:off x="2852738" y="1653838"/>
            <a:ext cx="1557337" cy="580656"/>
          </a:xfrm>
          <a:noFill/>
        </p:spPr>
        <p:txBody>
          <a:bodyPr anchor="ctr">
            <a:normAutofit/>
          </a:bodyPr>
          <a:lstStyle>
            <a:lvl1pPr marL="0" indent="0" algn="ctr">
              <a:buNone/>
              <a:defRPr sz="1400" b="1">
                <a:solidFill>
                  <a:schemeClr val="bg1"/>
                </a:solidFill>
              </a:defRPr>
            </a:lvl1pPr>
          </a:lstStyle>
          <a:p>
            <a:pPr lvl="0"/>
            <a:r>
              <a:rPr lang="de-DE" dirty="0"/>
              <a:t>[Phase 1]</a:t>
            </a:r>
          </a:p>
        </p:txBody>
      </p:sp>
      <p:sp>
        <p:nvSpPr>
          <p:cNvPr id="46" name="Textplatzhalter 43">
            <a:extLst>
              <a:ext uri="{FF2B5EF4-FFF2-40B4-BE49-F238E27FC236}">
                <a16:creationId xmlns:a16="http://schemas.microsoft.com/office/drawing/2014/main" id="{3A7489D2-97A9-5930-93BF-135B2F34BE72}"/>
              </a:ext>
            </a:extLst>
          </p:cNvPr>
          <p:cNvSpPr>
            <a:spLocks noGrp="1"/>
          </p:cNvSpPr>
          <p:nvPr>
            <p:ph type="body" sz="quarter" idx="34" hasCustomPrompt="1"/>
          </p:nvPr>
        </p:nvSpPr>
        <p:spPr>
          <a:xfrm>
            <a:off x="9991526" y="1653838"/>
            <a:ext cx="1557337" cy="580656"/>
          </a:xfrm>
          <a:noFill/>
        </p:spPr>
        <p:txBody>
          <a:bodyPr anchor="ctr">
            <a:normAutofit/>
          </a:bodyPr>
          <a:lstStyle>
            <a:lvl1pPr marL="0" indent="0" algn="ctr">
              <a:buNone/>
              <a:defRPr sz="1400" b="1">
                <a:solidFill>
                  <a:schemeClr val="bg1"/>
                </a:solidFill>
              </a:defRPr>
            </a:lvl1pPr>
          </a:lstStyle>
          <a:p>
            <a:pPr lvl="0"/>
            <a:r>
              <a:rPr lang="de-DE" dirty="0"/>
              <a:t>[Phase 5]</a:t>
            </a:r>
          </a:p>
        </p:txBody>
      </p:sp>
      <p:sp>
        <p:nvSpPr>
          <p:cNvPr id="47" name="Textplatzhalter 43">
            <a:extLst>
              <a:ext uri="{FF2B5EF4-FFF2-40B4-BE49-F238E27FC236}">
                <a16:creationId xmlns:a16="http://schemas.microsoft.com/office/drawing/2014/main" id="{770E7C48-0F73-54A3-DD1E-EB9A45E30BC5}"/>
              </a:ext>
            </a:extLst>
          </p:cNvPr>
          <p:cNvSpPr>
            <a:spLocks noGrp="1"/>
          </p:cNvSpPr>
          <p:nvPr>
            <p:ph type="body" sz="quarter" idx="35" hasCustomPrompt="1"/>
          </p:nvPr>
        </p:nvSpPr>
        <p:spPr>
          <a:xfrm>
            <a:off x="8220887" y="1653838"/>
            <a:ext cx="1557337" cy="580656"/>
          </a:xfrm>
          <a:noFill/>
        </p:spPr>
        <p:txBody>
          <a:bodyPr anchor="ctr">
            <a:normAutofit/>
          </a:bodyPr>
          <a:lstStyle>
            <a:lvl1pPr marL="0" indent="0" algn="ctr">
              <a:buNone/>
              <a:defRPr sz="1400" b="1">
                <a:solidFill>
                  <a:schemeClr val="bg1"/>
                </a:solidFill>
              </a:defRPr>
            </a:lvl1pPr>
          </a:lstStyle>
          <a:p>
            <a:pPr lvl="0"/>
            <a:r>
              <a:rPr lang="de-DE" dirty="0"/>
              <a:t>[Phase 4]</a:t>
            </a:r>
          </a:p>
        </p:txBody>
      </p:sp>
      <p:sp>
        <p:nvSpPr>
          <p:cNvPr id="48" name="Textplatzhalter 43">
            <a:extLst>
              <a:ext uri="{FF2B5EF4-FFF2-40B4-BE49-F238E27FC236}">
                <a16:creationId xmlns:a16="http://schemas.microsoft.com/office/drawing/2014/main" id="{D94E906D-7CBB-400E-5072-CC74F16B1CE2}"/>
              </a:ext>
            </a:extLst>
          </p:cNvPr>
          <p:cNvSpPr>
            <a:spLocks noGrp="1"/>
          </p:cNvSpPr>
          <p:nvPr>
            <p:ph type="body" sz="quarter" idx="36" hasCustomPrompt="1"/>
          </p:nvPr>
        </p:nvSpPr>
        <p:spPr>
          <a:xfrm>
            <a:off x="6450246" y="1653838"/>
            <a:ext cx="1557337" cy="580656"/>
          </a:xfrm>
          <a:noFill/>
        </p:spPr>
        <p:txBody>
          <a:bodyPr anchor="ctr">
            <a:normAutofit/>
          </a:bodyPr>
          <a:lstStyle>
            <a:lvl1pPr marL="0" indent="0" algn="ctr">
              <a:buNone/>
              <a:defRPr sz="1400" b="1">
                <a:solidFill>
                  <a:schemeClr val="bg1"/>
                </a:solidFill>
              </a:defRPr>
            </a:lvl1pPr>
          </a:lstStyle>
          <a:p>
            <a:pPr lvl="0"/>
            <a:r>
              <a:rPr lang="de-DE" dirty="0"/>
              <a:t>[Phase 3]</a:t>
            </a:r>
          </a:p>
        </p:txBody>
      </p:sp>
      <p:sp>
        <p:nvSpPr>
          <p:cNvPr id="49" name="Textplatzhalter 43">
            <a:extLst>
              <a:ext uri="{FF2B5EF4-FFF2-40B4-BE49-F238E27FC236}">
                <a16:creationId xmlns:a16="http://schemas.microsoft.com/office/drawing/2014/main" id="{B89FB2F2-C12F-F6B2-0828-1D75F7462E52}"/>
              </a:ext>
            </a:extLst>
          </p:cNvPr>
          <p:cNvSpPr>
            <a:spLocks noGrp="1"/>
          </p:cNvSpPr>
          <p:nvPr>
            <p:ph type="body" sz="quarter" idx="37" hasCustomPrompt="1"/>
          </p:nvPr>
        </p:nvSpPr>
        <p:spPr>
          <a:xfrm>
            <a:off x="4679605" y="1653838"/>
            <a:ext cx="1557337" cy="580656"/>
          </a:xfrm>
          <a:noFill/>
        </p:spPr>
        <p:txBody>
          <a:bodyPr anchor="ctr">
            <a:normAutofit/>
          </a:bodyPr>
          <a:lstStyle>
            <a:lvl1pPr marL="0" indent="0" algn="ctr">
              <a:buNone/>
              <a:defRPr sz="1400" b="1">
                <a:solidFill>
                  <a:schemeClr val="bg1"/>
                </a:solidFill>
              </a:defRPr>
            </a:lvl1pPr>
          </a:lstStyle>
          <a:p>
            <a:pPr lvl="0"/>
            <a:r>
              <a:rPr lang="de-DE" dirty="0"/>
              <a:t>[Phase 2]</a:t>
            </a:r>
          </a:p>
        </p:txBody>
      </p:sp>
      <p:sp>
        <p:nvSpPr>
          <p:cNvPr id="50" name="Textplatzhalter 43">
            <a:extLst>
              <a:ext uri="{FF2B5EF4-FFF2-40B4-BE49-F238E27FC236}">
                <a16:creationId xmlns:a16="http://schemas.microsoft.com/office/drawing/2014/main" id="{5E0CD138-B8A5-DD6E-E445-88626CA2CB2D}"/>
              </a:ext>
            </a:extLst>
          </p:cNvPr>
          <p:cNvSpPr>
            <a:spLocks noGrp="1"/>
          </p:cNvSpPr>
          <p:nvPr>
            <p:ph type="body" sz="quarter" idx="38" hasCustomPrompt="1"/>
          </p:nvPr>
        </p:nvSpPr>
        <p:spPr>
          <a:xfrm>
            <a:off x="600075" y="1653837"/>
            <a:ext cx="2095585" cy="1427977"/>
          </a:xfrm>
          <a:noFill/>
        </p:spPr>
        <p:txBody>
          <a:bodyPr anchor="t">
            <a:normAutofit/>
          </a:bodyPr>
          <a:lstStyle>
            <a:lvl1pPr marL="0" indent="0" algn="l">
              <a:buNone/>
              <a:defRPr sz="1400" b="1">
                <a:solidFill>
                  <a:schemeClr val="tx1"/>
                </a:solidFill>
                <a:latin typeface="+mn-lt"/>
              </a:defRPr>
            </a:lvl1pPr>
          </a:lstStyle>
          <a:p>
            <a:pPr lvl="0"/>
            <a:r>
              <a:rPr lang="de-DE" dirty="0"/>
              <a:t>[Phasen]</a:t>
            </a:r>
          </a:p>
          <a:p>
            <a:pPr lvl="0"/>
            <a:endParaRPr lang="de-DE" dirty="0"/>
          </a:p>
          <a:p>
            <a:pPr lvl="0"/>
            <a:r>
              <a:rPr lang="de-DE" dirty="0"/>
              <a:t>[Zielsetzung]</a:t>
            </a:r>
          </a:p>
        </p:txBody>
      </p:sp>
      <p:sp>
        <p:nvSpPr>
          <p:cNvPr id="53" name="Textplatzhalter 43">
            <a:extLst>
              <a:ext uri="{FF2B5EF4-FFF2-40B4-BE49-F238E27FC236}">
                <a16:creationId xmlns:a16="http://schemas.microsoft.com/office/drawing/2014/main" id="{18C6942D-FD3F-3AAC-5109-896951A943A7}"/>
              </a:ext>
            </a:extLst>
          </p:cNvPr>
          <p:cNvSpPr>
            <a:spLocks noGrp="1"/>
          </p:cNvSpPr>
          <p:nvPr>
            <p:ph type="body" sz="quarter" idx="39" hasCustomPrompt="1"/>
          </p:nvPr>
        </p:nvSpPr>
        <p:spPr>
          <a:xfrm>
            <a:off x="600075" y="3220811"/>
            <a:ext cx="2095585" cy="300765"/>
          </a:xfrm>
          <a:noFill/>
        </p:spPr>
        <p:txBody>
          <a:bodyPr anchor="t">
            <a:normAutofit/>
          </a:bodyPr>
          <a:lstStyle>
            <a:lvl1pPr marL="0" indent="0" algn="l">
              <a:buNone/>
              <a:defRPr sz="1400" b="1">
                <a:solidFill>
                  <a:schemeClr val="tx1"/>
                </a:solidFill>
                <a:latin typeface="+mn-lt"/>
              </a:defRPr>
            </a:lvl1pPr>
          </a:lstStyle>
          <a:p>
            <a:pPr lvl="0"/>
            <a:r>
              <a:rPr lang="de-DE" dirty="0"/>
              <a:t>[Schritte]</a:t>
            </a:r>
          </a:p>
        </p:txBody>
      </p:sp>
      <p:sp>
        <p:nvSpPr>
          <p:cNvPr id="54" name="Textplatzhalter 43">
            <a:extLst>
              <a:ext uri="{FF2B5EF4-FFF2-40B4-BE49-F238E27FC236}">
                <a16:creationId xmlns:a16="http://schemas.microsoft.com/office/drawing/2014/main" id="{6DA7885A-34AD-9B8C-6E96-9F3D50553D68}"/>
              </a:ext>
            </a:extLst>
          </p:cNvPr>
          <p:cNvSpPr>
            <a:spLocks noGrp="1"/>
          </p:cNvSpPr>
          <p:nvPr>
            <p:ph type="body" sz="quarter" idx="40" hasCustomPrompt="1"/>
          </p:nvPr>
        </p:nvSpPr>
        <p:spPr>
          <a:xfrm>
            <a:off x="600075" y="3588361"/>
            <a:ext cx="2095585" cy="2538391"/>
          </a:xfrm>
          <a:noFill/>
        </p:spPr>
        <p:txBody>
          <a:bodyPr anchor="t">
            <a:normAutofit/>
          </a:bodyPr>
          <a:lstStyle>
            <a:lvl1pPr marL="0" indent="0" algn="l">
              <a:buNone/>
              <a:defRPr sz="1200" b="0">
                <a:solidFill>
                  <a:schemeClr val="tx1"/>
                </a:solidFill>
                <a:latin typeface="+mn-lt"/>
              </a:defRPr>
            </a:lvl1pPr>
          </a:lstStyle>
          <a:p>
            <a:pPr lvl="0"/>
            <a:r>
              <a:rPr lang="de-DE" dirty="0"/>
              <a:t>[Beschreibungstext]</a:t>
            </a:r>
          </a:p>
        </p:txBody>
      </p:sp>
      <p:sp>
        <p:nvSpPr>
          <p:cNvPr id="55" name="Textplatzhalter 43">
            <a:extLst>
              <a:ext uri="{FF2B5EF4-FFF2-40B4-BE49-F238E27FC236}">
                <a16:creationId xmlns:a16="http://schemas.microsoft.com/office/drawing/2014/main" id="{4EC82578-D20C-CF5C-736E-2CBB6ABA4555}"/>
              </a:ext>
            </a:extLst>
          </p:cNvPr>
          <p:cNvSpPr>
            <a:spLocks noGrp="1"/>
          </p:cNvSpPr>
          <p:nvPr>
            <p:ph type="body" sz="quarter" idx="41" hasCustomPrompt="1"/>
          </p:nvPr>
        </p:nvSpPr>
        <p:spPr>
          <a:xfrm>
            <a:off x="2737572" y="3214315"/>
            <a:ext cx="1728729" cy="2912438"/>
          </a:xfrm>
          <a:noFill/>
        </p:spPr>
        <p:txBody>
          <a:bodyPr anchor="t">
            <a:normAutofit/>
          </a:bodyPr>
          <a:lstStyle>
            <a:lvl1pPr marL="0" indent="0" algn="l">
              <a:buNone/>
              <a:defRPr sz="1200" b="0">
                <a:solidFill>
                  <a:schemeClr val="tx1"/>
                </a:solidFill>
                <a:latin typeface="+mn-lt"/>
              </a:defRPr>
            </a:lvl1pPr>
          </a:lstStyle>
          <a:p>
            <a:pPr lvl="0"/>
            <a:r>
              <a:rPr lang="de-DE" dirty="0"/>
              <a:t>[Beschreibungstext]</a:t>
            </a:r>
          </a:p>
        </p:txBody>
      </p:sp>
      <p:sp>
        <p:nvSpPr>
          <p:cNvPr id="56" name="Textplatzhalter 43">
            <a:extLst>
              <a:ext uri="{FF2B5EF4-FFF2-40B4-BE49-F238E27FC236}">
                <a16:creationId xmlns:a16="http://schemas.microsoft.com/office/drawing/2014/main" id="{266E673D-407C-6063-6FB1-D4BA48FC5088}"/>
              </a:ext>
            </a:extLst>
          </p:cNvPr>
          <p:cNvSpPr>
            <a:spLocks noGrp="1"/>
          </p:cNvSpPr>
          <p:nvPr>
            <p:ph type="body" sz="quarter" idx="42" hasCustomPrompt="1"/>
          </p:nvPr>
        </p:nvSpPr>
        <p:spPr>
          <a:xfrm>
            <a:off x="2737572" y="2403109"/>
            <a:ext cx="1728729" cy="690626"/>
          </a:xfrm>
          <a:noFill/>
        </p:spPr>
        <p:txBody>
          <a:bodyPr anchor="t">
            <a:normAutofit/>
          </a:bodyPr>
          <a:lstStyle>
            <a:lvl1pPr marL="0" indent="0" algn="l">
              <a:buNone/>
              <a:defRPr sz="1200" b="0">
                <a:solidFill>
                  <a:schemeClr val="tx1"/>
                </a:solidFill>
                <a:latin typeface="+mn-lt"/>
              </a:defRPr>
            </a:lvl1pPr>
          </a:lstStyle>
          <a:p>
            <a:pPr lvl="0"/>
            <a:r>
              <a:rPr lang="de-DE" dirty="0"/>
              <a:t>[Beschreibungstext]</a:t>
            </a:r>
          </a:p>
        </p:txBody>
      </p:sp>
      <p:sp>
        <p:nvSpPr>
          <p:cNvPr id="57" name="Textplatzhalter 43">
            <a:extLst>
              <a:ext uri="{FF2B5EF4-FFF2-40B4-BE49-F238E27FC236}">
                <a16:creationId xmlns:a16="http://schemas.microsoft.com/office/drawing/2014/main" id="{43CF1066-D4C4-20F5-AC67-680EF9F010F2}"/>
              </a:ext>
            </a:extLst>
          </p:cNvPr>
          <p:cNvSpPr>
            <a:spLocks noGrp="1"/>
          </p:cNvSpPr>
          <p:nvPr>
            <p:ph type="body" sz="quarter" idx="43" hasCustomPrompt="1"/>
          </p:nvPr>
        </p:nvSpPr>
        <p:spPr>
          <a:xfrm>
            <a:off x="4508213" y="3214315"/>
            <a:ext cx="1728729" cy="2912438"/>
          </a:xfrm>
          <a:noFill/>
        </p:spPr>
        <p:txBody>
          <a:bodyPr anchor="t">
            <a:normAutofit/>
          </a:bodyPr>
          <a:lstStyle>
            <a:lvl1pPr marL="0" indent="0" algn="l">
              <a:buNone/>
              <a:defRPr sz="1200" b="0">
                <a:solidFill>
                  <a:schemeClr val="tx1"/>
                </a:solidFill>
                <a:latin typeface="+mn-lt"/>
              </a:defRPr>
            </a:lvl1pPr>
          </a:lstStyle>
          <a:p>
            <a:pPr lvl="0"/>
            <a:r>
              <a:rPr lang="de-DE" dirty="0"/>
              <a:t>[Beschreibungstext]</a:t>
            </a:r>
          </a:p>
        </p:txBody>
      </p:sp>
      <p:sp>
        <p:nvSpPr>
          <p:cNvPr id="58" name="Textplatzhalter 43">
            <a:extLst>
              <a:ext uri="{FF2B5EF4-FFF2-40B4-BE49-F238E27FC236}">
                <a16:creationId xmlns:a16="http://schemas.microsoft.com/office/drawing/2014/main" id="{FC448FBD-3FE9-5D3B-806A-86F805DD9DC7}"/>
              </a:ext>
            </a:extLst>
          </p:cNvPr>
          <p:cNvSpPr>
            <a:spLocks noGrp="1"/>
          </p:cNvSpPr>
          <p:nvPr>
            <p:ph type="body" sz="quarter" idx="44" hasCustomPrompt="1"/>
          </p:nvPr>
        </p:nvSpPr>
        <p:spPr>
          <a:xfrm>
            <a:off x="4508213" y="2403109"/>
            <a:ext cx="1728729" cy="690626"/>
          </a:xfrm>
          <a:noFill/>
        </p:spPr>
        <p:txBody>
          <a:bodyPr anchor="t">
            <a:normAutofit/>
          </a:bodyPr>
          <a:lstStyle>
            <a:lvl1pPr marL="0" indent="0" algn="l">
              <a:buNone/>
              <a:defRPr sz="1200" b="0">
                <a:solidFill>
                  <a:schemeClr val="tx1"/>
                </a:solidFill>
                <a:latin typeface="+mn-lt"/>
              </a:defRPr>
            </a:lvl1pPr>
          </a:lstStyle>
          <a:p>
            <a:pPr lvl="0"/>
            <a:r>
              <a:rPr lang="de-DE" dirty="0"/>
              <a:t>[Beschreibungstext]</a:t>
            </a:r>
          </a:p>
        </p:txBody>
      </p:sp>
      <p:sp>
        <p:nvSpPr>
          <p:cNvPr id="59" name="Textplatzhalter 43">
            <a:extLst>
              <a:ext uri="{FF2B5EF4-FFF2-40B4-BE49-F238E27FC236}">
                <a16:creationId xmlns:a16="http://schemas.microsoft.com/office/drawing/2014/main" id="{FD05AB5E-5F0D-4DAC-E78E-CC8D6BC529CB}"/>
              </a:ext>
            </a:extLst>
          </p:cNvPr>
          <p:cNvSpPr>
            <a:spLocks noGrp="1"/>
          </p:cNvSpPr>
          <p:nvPr>
            <p:ph type="body" sz="quarter" idx="45" hasCustomPrompt="1"/>
          </p:nvPr>
        </p:nvSpPr>
        <p:spPr>
          <a:xfrm>
            <a:off x="6278854" y="3214315"/>
            <a:ext cx="1728729" cy="2912438"/>
          </a:xfrm>
          <a:noFill/>
        </p:spPr>
        <p:txBody>
          <a:bodyPr anchor="t">
            <a:normAutofit/>
          </a:bodyPr>
          <a:lstStyle>
            <a:lvl1pPr marL="0" indent="0" algn="l">
              <a:buNone/>
              <a:defRPr sz="1200" b="0">
                <a:solidFill>
                  <a:schemeClr val="tx1"/>
                </a:solidFill>
                <a:latin typeface="+mn-lt"/>
              </a:defRPr>
            </a:lvl1pPr>
          </a:lstStyle>
          <a:p>
            <a:pPr lvl="0"/>
            <a:r>
              <a:rPr lang="de-DE" dirty="0"/>
              <a:t>[Beschreibungstext]</a:t>
            </a:r>
          </a:p>
        </p:txBody>
      </p:sp>
      <p:sp>
        <p:nvSpPr>
          <p:cNvPr id="60" name="Textplatzhalter 43">
            <a:extLst>
              <a:ext uri="{FF2B5EF4-FFF2-40B4-BE49-F238E27FC236}">
                <a16:creationId xmlns:a16="http://schemas.microsoft.com/office/drawing/2014/main" id="{DF3302BE-AD29-C072-74AA-B74289845987}"/>
              </a:ext>
            </a:extLst>
          </p:cNvPr>
          <p:cNvSpPr>
            <a:spLocks noGrp="1"/>
          </p:cNvSpPr>
          <p:nvPr>
            <p:ph type="body" sz="quarter" idx="46" hasCustomPrompt="1"/>
          </p:nvPr>
        </p:nvSpPr>
        <p:spPr>
          <a:xfrm>
            <a:off x="6278854" y="2403109"/>
            <a:ext cx="1728729" cy="690626"/>
          </a:xfrm>
          <a:noFill/>
        </p:spPr>
        <p:txBody>
          <a:bodyPr anchor="t">
            <a:normAutofit/>
          </a:bodyPr>
          <a:lstStyle>
            <a:lvl1pPr marL="0" indent="0" algn="l">
              <a:buNone/>
              <a:defRPr sz="1200" b="0">
                <a:solidFill>
                  <a:schemeClr val="tx1"/>
                </a:solidFill>
                <a:latin typeface="+mn-lt"/>
              </a:defRPr>
            </a:lvl1pPr>
          </a:lstStyle>
          <a:p>
            <a:pPr lvl="0"/>
            <a:r>
              <a:rPr lang="de-DE" dirty="0"/>
              <a:t>[Beschreibungstext]</a:t>
            </a:r>
          </a:p>
        </p:txBody>
      </p:sp>
      <p:sp>
        <p:nvSpPr>
          <p:cNvPr id="61" name="Textplatzhalter 43">
            <a:extLst>
              <a:ext uri="{FF2B5EF4-FFF2-40B4-BE49-F238E27FC236}">
                <a16:creationId xmlns:a16="http://schemas.microsoft.com/office/drawing/2014/main" id="{A12DB289-E3A3-689C-0930-B000F47E21FA}"/>
              </a:ext>
            </a:extLst>
          </p:cNvPr>
          <p:cNvSpPr>
            <a:spLocks noGrp="1"/>
          </p:cNvSpPr>
          <p:nvPr>
            <p:ph type="body" sz="quarter" idx="47" hasCustomPrompt="1"/>
          </p:nvPr>
        </p:nvSpPr>
        <p:spPr>
          <a:xfrm>
            <a:off x="8049495" y="3214315"/>
            <a:ext cx="1728729" cy="2912438"/>
          </a:xfrm>
          <a:noFill/>
        </p:spPr>
        <p:txBody>
          <a:bodyPr anchor="t">
            <a:normAutofit/>
          </a:bodyPr>
          <a:lstStyle>
            <a:lvl1pPr marL="0" indent="0" algn="l">
              <a:buNone/>
              <a:defRPr sz="1200" b="0">
                <a:solidFill>
                  <a:schemeClr val="tx1"/>
                </a:solidFill>
                <a:latin typeface="+mn-lt"/>
              </a:defRPr>
            </a:lvl1pPr>
          </a:lstStyle>
          <a:p>
            <a:pPr lvl="0"/>
            <a:r>
              <a:rPr lang="de-DE" dirty="0"/>
              <a:t>[Beschreibungstext]</a:t>
            </a:r>
          </a:p>
        </p:txBody>
      </p:sp>
      <p:sp>
        <p:nvSpPr>
          <p:cNvPr id="62" name="Textplatzhalter 43">
            <a:extLst>
              <a:ext uri="{FF2B5EF4-FFF2-40B4-BE49-F238E27FC236}">
                <a16:creationId xmlns:a16="http://schemas.microsoft.com/office/drawing/2014/main" id="{3233710A-5225-A842-B4D9-710BD4E5589A}"/>
              </a:ext>
            </a:extLst>
          </p:cNvPr>
          <p:cNvSpPr>
            <a:spLocks noGrp="1"/>
          </p:cNvSpPr>
          <p:nvPr>
            <p:ph type="body" sz="quarter" idx="48" hasCustomPrompt="1"/>
          </p:nvPr>
        </p:nvSpPr>
        <p:spPr>
          <a:xfrm>
            <a:off x="8049495" y="2403109"/>
            <a:ext cx="1728729" cy="690626"/>
          </a:xfrm>
          <a:noFill/>
        </p:spPr>
        <p:txBody>
          <a:bodyPr anchor="t">
            <a:normAutofit/>
          </a:bodyPr>
          <a:lstStyle>
            <a:lvl1pPr marL="0" indent="0" algn="l">
              <a:buNone/>
              <a:defRPr sz="1200" b="0">
                <a:solidFill>
                  <a:schemeClr val="tx1"/>
                </a:solidFill>
                <a:latin typeface="+mn-lt"/>
              </a:defRPr>
            </a:lvl1pPr>
          </a:lstStyle>
          <a:p>
            <a:pPr lvl="0"/>
            <a:r>
              <a:rPr lang="de-DE" dirty="0"/>
              <a:t>[Beschreibungstext]</a:t>
            </a:r>
          </a:p>
        </p:txBody>
      </p:sp>
      <p:sp>
        <p:nvSpPr>
          <p:cNvPr id="63" name="Textplatzhalter 43">
            <a:extLst>
              <a:ext uri="{FF2B5EF4-FFF2-40B4-BE49-F238E27FC236}">
                <a16:creationId xmlns:a16="http://schemas.microsoft.com/office/drawing/2014/main" id="{324C071F-BB93-1C35-F0F9-CAC517EAFB87}"/>
              </a:ext>
            </a:extLst>
          </p:cNvPr>
          <p:cNvSpPr>
            <a:spLocks noGrp="1"/>
          </p:cNvSpPr>
          <p:nvPr>
            <p:ph type="body" sz="quarter" idx="49" hasCustomPrompt="1"/>
          </p:nvPr>
        </p:nvSpPr>
        <p:spPr>
          <a:xfrm>
            <a:off x="9820136" y="3214315"/>
            <a:ext cx="1728729" cy="2912438"/>
          </a:xfrm>
          <a:noFill/>
        </p:spPr>
        <p:txBody>
          <a:bodyPr anchor="t">
            <a:normAutofit/>
          </a:bodyPr>
          <a:lstStyle>
            <a:lvl1pPr marL="0" indent="0" algn="l">
              <a:buNone/>
              <a:defRPr sz="1200" b="0">
                <a:solidFill>
                  <a:schemeClr val="tx1"/>
                </a:solidFill>
                <a:latin typeface="+mn-lt"/>
              </a:defRPr>
            </a:lvl1pPr>
          </a:lstStyle>
          <a:p>
            <a:pPr lvl="0"/>
            <a:r>
              <a:rPr lang="de-DE" dirty="0"/>
              <a:t>[Beschreibungstext]</a:t>
            </a:r>
          </a:p>
        </p:txBody>
      </p:sp>
      <p:sp>
        <p:nvSpPr>
          <p:cNvPr id="64" name="Textplatzhalter 43">
            <a:extLst>
              <a:ext uri="{FF2B5EF4-FFF2-40B4-BE49-F238E27FC236}">
                <a16:creationId xmlns:a16="http://schemas.microsoft.com/office/drawing/2014/main" id="{99F5D337-B91E-597F-865C-B60FE020B952}"/>
              </a:ext>
            </a:extLst>
          </p:cNvPr>
          <p:cNvSpPr>
            <a:spLocks noGrp="1"/>
          </p:cNvSpPr>
          <p:nvPr>
            <p:ph type="body" sz="quarter" idx="50" hasCustomPrompt="1"/>
          </p:nvPr>
        </p:nvSpPr>
        <p:spPr>
          <a:xfrm>
            <a:off x="9820136" y="2403109"/>
            <a:ext cx="1728729" cy="690626"/>
          </a:xfrm>
          <a:noFill/>
        </p:spPr>
        <p:txBody>
          <a:bodyPr anchor="t">
            <a:normAutofit/>
          </a:bodyPr>
          <a:lstStyle>
            <a:lvl1pPr marL="0" indent="0" algn="l">
              <a:buNone/>
              <a:defRPr sz="1200" b="0">
                <a:solidFill>
                  <a:schemeClr val="tx1"/>
                </a:solidFill>
                <a:latin typeface="+mn-lt"/>
              </a:defRPr>
            </a:lvl1pPr>
          </a:lstStyle>
          <a:p>
            <a:pPr lvl="0"/>
            <a:r>
              <a:rPr lang="de-DE" dirty="0"/>
              <a:t>[Beschreibungstext]</a:t>
            </a:r>
          </a:p>
        </p:txBody>
      </p:sp>
      <p:sp>
        <p:nvSpPr>
          <p:cNvPr id="65" name="Titelplatzhalter 1">
            <a:extLst>
              <a:ext uri="{FF2B5EF4-FFF2-40B4-BE49-F238E27FC236}">
                <a16:creationId xmlns:a16="http://schemas.microsoft.com/office/drawing/2014/main" id="{77F92C48-29E8-2F4C-8A33-C0FBB12A01B2}"/>
              </a:ext>
            </a:extLst>
          </p:cNvPr>
          <p:cNvSpPr>
            <a:spLocks noGrp="1"/>
          </p:cNvSpPr>
          <p:nvPr>
            <p:ph type="title" hasCustomPrompt="1"/>
          </p:nvPr>
        </p:nvSpPr>
        <p:spPr>
          <a:xfrm>
            <a:off x="600075" y="700598"/>
            <a:ext cx="10948790" cy="734781"/>
          </a:xfrm>
          <a:prstGeom prst="rect">
            <a:avLst/>
          </a:prstGeom>
        </p:spPr>
        <p:txBody>
          <a:bodyPr vert="horz" lIns="91440" tIns="45720" rIns="91440" bIns="45720" rtlCol="0" anchor="ctr">
            <a:noAutofit/>
          </a:bodyPr>
          <a:lstStyle>
            <a:lvl1pPr>
              <a:defRPr sz="2400"/>
            </a:lvl1pPr>
          </a:lstStyle>
          <a:p>
            <a:r>
              <a:rPr lang="de-DE" dirty="0"/>
              <a:t>[Action Title]</a:t>
            </a:r>
            <a:br>
              <a:rPr lang="de-DE" dirty="0"/>
            </a:br>
            <a:r>
              <a:rPr lang="de-DE" dirty="0"/>
              <a:t>[Action Title]</a:t>
            </a:r>
          </a:p>
        </p:txBody>
      </p:sp>
      <p:sp>
        <p:nvSpPr>
          <p:cNvPr id="3" name="Rechteck: eine Ecke abgerundet 2">
            <a:extLst>
              <a:ext uri="{FF2B5EF4-FFF2-40B4-BE49-F238E27FC236}">
                <a16:creationId xmlns:a16="http://schemas.microsoft.com/office/drawing/2014/main" id="{16EB8F24-31C3-2CC5-F45D-182A3844BF95}"/>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6" name="Foliennummernplatzhalter 15">
            <a:extLst>
              <a:ext uri="{FF2B5EF4-FFF2-40B4-BE49-F238E27FC236}">
                <a16:creationId xmlns:a16="http://schemas.microsoft.com/office/drawing/2014/main" id="{A99529CB-EE89-1F5C-7BDC-1AEA893EE8EA}"/>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7" name="Foliennummernplatzhalter 15">
            <a:extLst>
              <a:ext uri="{FF2B5EF4-FFF2-40B4-BE49-F238E27FC236}">
                <a16:creationId xmlns:a16="http://schemas.microsoft.com/office/drawing/2014/main" id="{526B0A5A-F64C-83F9-85E4-06397704DECF}"/>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8" name="Textplatzhalter 16">
            <a:extLst>
              <a:ext uri="{FF2B5EF4-FFF2-40B4-BE49-F238E27FC236}">
                <a16:creationId xmlns:a16="http://schemas.microsoft.com/office/drawing/2014/main" id="{38B55593-FC7B-9B9E-9145-DA2E25D2E1FA}"/>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26017655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ack-Up">
    <p:spTree>
      <p:nvGrpSpPr>
        <p:cNvPr id="1" name=""/>
        <p:cNvGrpSpPr/>
        <p:nvPr/>
      </p:nvGrpSpPr>
      <p:grpSpPr>
        <a:xfrm>
          <a:off x="0" y="0"/>
          <a:ext cx="0" cy="0"/>
          <a:chOff x="0" y="0"/>
          <a:chExt cx="0" cy="0"/>
        </a:xfrm>
      </p:grpSpPr>
      <p:sp>
        <p:nvSpPr>
          <p:cNvPr id="11" name="Titelplatzhalter 1">
            <a:extLst>
              <a:ext uri="{FF2B5EF4-FFF2-40B4-BE49-F238E27FC236}">
                <a16:creationId xmlns:a16="http://schemas.microsoft.com/office/drawing/2014/main" id="{593938B1-FED3-BB37-8315-0E0FE93BA86B}"/>
              </a:ext>
            </a:extLst>
          </p:cNvPr>
          <p:cNvSpPr>
            <a:spLocks noGrp="1"/>
          </p:cNvSpPr>
          <p:nvPr>
            <p:ph type="title" hasCustomPrompt="1"/>
          </p:nvPr>
        </p:nvSpPr>
        <p:spPr>
          <a:xfrm>
            <a:off x="600075" y="2975189"/>
            <a:ext cx="10948790" cy="907622"/>
          </a:xfrm>
          <a:prstGeom prst="rect">
            <a:avLst/>
          </a:prstGeom>
        </p:spPr>
        <p:txBody>
          <a:bodyPr vert="horz" lIns="91440" tIns="45720" rIns="91440" bIns="45720" rtlCol="0" anchor="ctr">
            <a:noAutofit/>
          </a:bodyPr>
          <a:lstStyle>
            <a:lvl1pPr algn="ctr">
              <a:defRPr sz="3200"/>
            </a:lvl1pPr>
          </a:lstStyle>
          <a:p>
            <a:r>
              <a:rPr lang="de-DE" dirty="0"/>
              <a:t>[Back-Up]</a:t>
            </a:r>
          </a:p>
        </p:txBody>
      </p:sp>
      <p:sp>
        <p:nvSpPr>
          <p:cNvPr id="2" name="Fußzeilenplatzhalter 4">
            <a:extLst>
              <a:ext uri="{FF2B5EF4-FFF2-40B4-BE49-F238E27FC236}">
                <a16:creationId xmlns:a16="http://schemas.microsoft.com/office/drawing/2014/main" id="{EBA8BEEA-A8A5-9351-04F1-3997D355DBDA}"/>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3" name="Grafik 12" descr="Ein Bild, das Grafiken, Schrift, Text, Grafikdesign enthält.&#10;&#10;Automatisch generierte Beschreibung">
            <a:extLst>
              <a:ext uri="{FF2B5EF4-FFF2-40B4-BE49-F238E27FC236}">
                <a16:creationId xmlns:a16="http://schemas.microsoft.com/office/drawing/2014/main" id="{B9B46FDB-2031-F9A2-80ED-2EA7F5D5545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 name="Rechteck: eine Ecke abgerundet 2">
            <a:extLst>
              <a:ext uri="{FF2B5EF4-FFF2-40B4-BE49-F238E27FC236}">
                <a16:creationId xmlns:a16="http://schemas.microsoft.com/office/drawing/2014/main" id="{D5464AD2-E4A8-0CED-F57D-89A3C24F6966}"/>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6" name="Foliennummernplatzhalter 15">
            <a:extLst>
              <a:ext uri="{FF2B5EF4-FFF2-40B4-BE49-F238E27FC236}">
                <a16:creationId xmlns:a16="http://schemas.microsoft.com/office/drawing/2014/main" id="{D937E185-112E-2F52-D676-8034F6B33ECF}"/>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7" name="Foliennummernplatzhalter 15">
            <a:extLst>
              <a:ext uri="{FF2B5EF4-FFF2-40B4-BE49-F238E27FC236}">
                <a16:creationId xmlns:a16="http://schemas.microsoft.com/office/drawing/2014/main" id="{7B25E95D-1355-FB4E-1468-1F64EC76993B}"/>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04.08.2026</a:t>
            </a:fld>
            <a:endParaRPr lang="de-DE" b="0" dirty="0">
              <a:solidFill>
                <a:schemeClr val="bg1"/>
              </a:solidFill>
            </a:endParaRPr>
          </a:p>
        </p:txBody>
      </p:sp>
      <p:sp>
        <p:nvSpPr>
          <p:cNvPr id="8" name="Textplatzhalter 16">
            <a:extLst>
              <a:ext uri="{FF2B5EF4-FFF2-40B4-BE49-F238E27FC236}">
                <a16:creationId xmlns:a16="http://schemas.microsoft.com/office/drawing/2014/main" id="{C89B1B4B-2FEE-F328-971B-C3014F5BD5AA}"/>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25386987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ndfolie">
    <p:spTree>
      <p:nvGrpSpPr>
        <p:cNvPr id="1" name=""/>
        <p:cNvGrpSpPr/>
        <p:nvPr/>
      </p:nvGrpSpPr>
      <p:grpSpPr>
        <a:xfrm>
          <a:off x="0" y="0"/>
          <a:ext cx="0" cy="0"/>
          <a:chOff x="0" y="0"/>
          <a:chExt cx="0" cy="0"/>
        </a:xfrm>
      </p:grpSpPr>
      <p:pic>
        <p:nvPicPr>
          <p:cNvPr id="5" name="Grafik 4" descr="Ein Bild, das Farbigkeit, Grafiken, Grün, Screenshot enthält.&#10;&#10;Automatisch generierte Beschreibung">
            <a:extLst>
              <a:ext uri="{FF2B5EF4-FFF2-40B4-BE49-F238E27FC236}">
                <a16:creationId xmlns:a16="http://schemas.microsoft.com/office/drawing/2014/main" id="{A8A1C50E-8883-82E5-75D2-3B6BB2CC6C84}"/>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4" name="Titelplatzhalter 1">
            <a:extLst>
              <a:ext uri="{FF2B5EF4-FFF2-40B4-BE49-F238E27FC236}">
                <a16:creationId xmlns:a16="http://schemas.microsoft.com/office/drawing/2014/main" id="{1F549EB2-8D6E-C2E3-F2E0-F248DB901039}"/>
              </a:ext>
            </a:extLst>
          </p:cNvPr>
          <p:cNvSpPr>
            <a:spLocks noGrp="1"/>
          </p:cNvSpPr>
          <p:nvPr>
            <p:ph type="title" hasCustomPrompt="1"/>
          </p:nvPr>
        </p:nvSpPr>
        <p:spPr>
          <a:xfrm>
            <a:off x="640080" y="568961"/>
            <a:ext cx="10759440" cy="5720078"/>
          </a:xfrm>
          <a:prstGeom prst="rect">
            <a:avLst/>
          </a:prstGeom>
        </p:spPr>
        <p:txBody>
          <a:bodyPr vert="horz" lIns="91440" tIns="45720" rIns="91440" bIns="45720" rtlCol="0" anchor="ctr">
            <a:normAutofit/>
          </a:bodyPr>
          <a:lstStyle>
            <a:lvl1pPr algn="ctr">
              <a:defRPr>
                <a:solidFill>
                  <a:schemeClr val="bg1"/>
                </a:solidFill>
              </a:defRPr>
            </a:lvl1pPr>
          </a:lstStyle>
          <a:p>
            <a:r>
              <a:rPr lang="de-DE" dirty="0"/>
              <a:t>[Verabschiedungstext]</a:t>
            </a:r>
          </a:p>
        </p:txBody>
      </p:sp>
    </p:spTree>
    <p:extLst>
      <p:ext uri="{BB962C8B-B14F-4D97-AF65-F5344CB8AC3E}">
        <p14:creationId xmlns:p14="http://schemas.microsoft.com/office/powerpoint/2010/main" val="5903303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Endfolie-Logo">
    <p:spTree>
      <p:nvGrpSpPr>
        <p:cNvPr id="1" name=""/>
        <p:cNvGrpSpPr/>
        <p:nvPr/>
      </p:nvGrpSpPr>
      <p:grpSpPr>
        <a:xfrm>
          <a:off x="0" y="0"/>
          <a:ext cx="0" cy="0"/>
          <a:chOff x="0" y="0"/>
          <a:chExt cx="0" cy="0"/>
        </a:xfrm>
      </p:grpSpPr>
      <p:pic>
        <p:nvPicPr>
          <p:cNvPr id="5" name="Grafik 4" descr="Ein Bild, das Farbigkeit, Grafiken, Grün, Screenshot enthält.&#10;&#10;Automatisch generierte Beschreibung">
            <a:extLst>
              <a:ext uri="{FF2B5EF4-FFF2-40B4-BE49-F238E27FC236}">
                <a16:creationId xmlns:a16="http://schemas.microsoft.com/office/drawing/2014/main" id="{A8A1C50E-8883-82E5-75D2-3B6BB2CC6C84}"/>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4" name="Titelplatzhalter 1">
            <a:extLst>
              <a:ext uri="{FF2B5EF4-FFF2-40B4-BE49-F238E27FC236}">
                <a16:creationId xmlns:a16="http://schemas.microsoft.com/office/drawing/2014/main" id="{1F549EB2-8D6E-C2E3-F2E0-F248DB901039}"/>
              </a:ext>
            </a:extLst>
          </p:cNvPr>
          <p:cNvSpPr>
            <a:spLocks noGrp="1"/>
          </p:cNvSpPr>
          <p:nvPr>
            <p:ph type="title" hasCustomPrompt="1"/>
          </p:nvPr>
        </p:nvSpPr>
        <p:spPr>
          <a:xfrm>
            <a:off x="640080" y="568961"/>
            <a:ext cx="10759440" cy="5720078"/>
          </a:xfrm>
          <a:prstGeom prst="rect">
            <a:avLst/>
          </a:prstGeom>
        </p:spPr>
        <p:txBody>
          <a:bodyPr vert="horz" lIns="91440" tIns="45720" rIns="91440" bIns="45720" rtlCol="0" anchor="ctr">
            <a:normAutofit/>
          </a:bodyPr>
          <a:lstStyle>
            <a:lvl1pPr algn="ctr">
              <a:defRPr>
                <a:solidFill>
                  <a:schemeClr val="bg1"/>
                </a:solidFill>
              </a:defRPr>
            </a:lvl1pPr>
          </a:lstStyle>
          <a:p>
            <a:r>
              <a:rPr lang="de-DE" dirty="0"/>
              <a:t>[Verabschiedungstext]</a:t>
            </a:r>
          </a:p>
        </p:txBody>
      </p:sp>
      <p:pic>
        <p:nvPicPr>
          <p:cNvPr id="2" name="Grafik 1">
            <a:extLst>
              <a:ext uri="{FF2B5EF4-FFF2-40B4-BE49-F238E27FC236}">
                <a16:creationId xmlns:a16="http://schemas.microsoft.com/office/drawing/2014/main" id="{A2095471-BB94-B5F3-2DDD-B47867B8F28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85472" y="5391405"/>
            <a:ext cx="3021056" cy="3505200"/>
          </a:xfrm>
          <a:prstGeom prst="rect">
            <a:avLst/>
          </a:prstGeom>
        </p:spPr>
      </p:pic>
    </p:spTree>
    <p:extLst>
      <p:ext uri="{BB962C8B-B14F-4D97-AF65-F5344CB8AC3E}">
        <p14:creationId xmlns:p14="http://schemas.microsoft.com/office/powerpoint/2010/main" val="347585562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el1">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F72EBA43-3A24-9757-5715-DF02524D8697}"/>
              </a:ext>
            </a:extLst>
          </p:cNvPr>
          <p:cNvSpPr>
            <a:spLocks noGrp="1" noRot="1" noMove="1" noResize="1" noEditPoints="1" noAdjustHandles="1" noChangeArrowheads="1" noChangeShapeType="1"/>
          </p:cNvSpPr>
          <p:nvPr userDrawn="1"/>
        </p:nvSpPr>
        <p:spPr>
          <a:xfrm>
            <a:off x="804245" y="1674000"/>
            <a:ext cx="36000" cy="5184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Datumsplatzhalter 3">
            <a:extLst>
              <a:ext uri="{FF2B5EF4-FFF2-40B4-BE49-F238E27FC236}">
                <a16:creationId xmlns:a16="http://schemas.microsoft.com/office/drawing/2014/main" id="{529EEB0C-F403-047F-DE7F-C1A9DBFE2A54}"/>
              </a:ext>
            </a:extLst>
          </p:cNvPr>
          <p:cNvSpPr>
            <a:spLocks noGrp="1"/>
          </p:cNvSpPr>
          <p:nvPr>
            <p:ph type="dt" sz="half" idx="10"/>
          </p:nvPr>
        </p:nvSpPr>
        <p:spPr>
          <a:xfrm>
            <a:off x="1422400" y="6356350"/>
            <a:ext cx="2159000" cy="365125"/>
          </a:xfrm>
        </p:spPr>
        <p:txBody>
          <a:bodyPr/>
          <a:lstStyle/>
          <a:p>
            <a:fld id="{DA785675-98A3-49C6-BA91-C79EADFDA74D}" type="datetime1">
              <a:rPr lang="de-DE" smtClean="0"/>
              <a:t>04.08.2026</a:t>
            </a:fld>
            <a:endParaRPr lang="de-DE" dirty="0"/>
          </a:p>
        </p:txBody>
      </p:sp>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3881887" y="6356350"/>
            <a:ext cx="6735313" cy="365125"/>
          </a:xfrm>
        </p:spPr>
        <p:txBody>
          <a:bodyPr/>
          <a:lstStyle>
            <a:lvl1pPr algn="r">
              <a:defRPr/>
            </a:lvl1pPr>
          </a:lstStyle>
          <a:p>
            <a:endParaRPr lang="de-DE" dirty="0"/>
          </a:p>
        </p:txBody>
      </p:sp>
      <p:sp>
        <p:nvSpPr>
          <p:cNvPr id="12" name="Titelplatzhalter 1">
            <a:extLst>
              <a:ext uri="{FF2B5EF4-FFF2-40B4-BE49-F238E27FC236}">
                <a16:creationId xmlns:a16="http://schemas.microsoft.com/office/drawing/2014/main" id="{593938B1-FED3-BB37-8315-0E0FE93BA86B}"/>
              </a:ext>
            </a:extLst>
          </p:cNvPr>
          <p:cNvSpPr>
            <a:spLocks noGrp="1"/>
          </p:cNvSpPr>
          <p:nvPr>
            <p:ph type="title" hasCustomPrompt="1"/>
          </p:nvPr>
        </p:nvSpPr>
        <p:spPr>
          <a:xfrm>
            <a:off x="1422400" y="918307"/>
            <a:ext cx="9194800" cy="644880"/>
          </a:xfrm>
          <a:prstGeom prst="rect">
            <a:avLst/>
          </a:prstGeom>
        </p:spPr>
        <p:txBody>
          <a:bodyPr vert="horz" lIns="91440" tIns="45720" rIns="91440" bIns="45720" rtlCol="0" anchor="ctr">
            <a:normAutofit/>
          </a:bodyPr>
          <a:lstStyle>
            <a:lvl1pPr>
              <a:defRPr/>
            </a:lvl1pPr>
          </a:lstStyle>
          <a:p>
            <a:r>
              <a:rPr lang="de-DE" dirty="0"/>
              <a:t>[Titel]</a:t>
            </a:r>
          </a:p>
        </p:txBody>
      </p:sp>
      <p:sp>
        <p:nvSpPr>
          <p:cNvPr id="13" name="Textplatzhalter 2">
            <a:extLst>
              <a:ext uri="{FF2B5EF4-FFF2-40B4-BE49-F238E27FC236}">
                <a16:creationId xmlns:a16="http://schemas.microsoft.com/office/drawing/2014/main" id="{4250A0D3-EECA-C1B5-3111-FC2295A51C34}"/>
              </a:ext>
            </a:extLst>
          </p:cNvPr>
          <p:cNvSpPr>
            <a:spLocks noGrp="1"/>
          </p:cNvSpPr>
          <p:nvPr>
            <p:ph idx="1"/>
          </p:nvPr>
        </p:nvSpPr>
        <p:spPr>
          <a:xfrm>
            <a:off x="1422399" y="1825625"/>
            <a:ext cx="9194801" cy="4351338"/>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4" name="Foliennummernplatzhalter 15">
            <a:extLst>
              <a:ext uri="{FF2B5EF4-FFF2-40B4-BE49-F238E27FC236}">
                <a16:creationId xmlns:a16="http://schemas.microsoft.com/office/drawing/2014/main" id="{E217E237-7961-A404-3D71-14206D030905}"/>
              </a:ext>
            </a:extLst>
          </p:cNvPr>
          <p:cNvSpPr txBox="1">
            <a:spLocks/>
          </p:cNvSpPr>
          <p:nvPr userDrawn="1"/>
        </p:nvSpPr>
        <p:spPr>
          <a:xfrm>
            <a:off x="514172" y="1045808"/>
            <a:ext cx="652145" cy="517379"/>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600" b="1" smtClean="0"/>
              <a:pPr algn="ctr"/>
              <a:t>‹Nr.›</a:t>
            </a:fld>
            <a:endParaRPr lang="de-DE" b="1" dirty="0"/>
          </a:p>
        </p:txBody>
      </p:sp>
    </p:spTree>
    <p:extLst>
      <p:ext uri="{BB962C8B-B14F-4D97-AF65-F5344CB8AC3E}">
        <p14:creationId xmlns:p14="http://schemas.microsoft.com/office/powerpoint/2010/main" val="19444357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el1-mit-Logo">
    <p:spTree>
      <p:nvGrpSpPr>
        <p:cNvPr id="1" name=""/>
        <p:cNvGrpSpPr/>
        <p:nvPr/>
      </p:nvGrpSpPr>
      <p:grpSpPr>
        <a:xfrm>
          <a:off x="0" y="0"/>
          <a:ext cx="0" cy="0"/>
          <a:chOff x="0" y="0"/>
          <a:chExt cx="0" cy="0"/>
        </a:xfrm>
      </p:grpSpPr>
      <p:pic>
        <p:nvPicPr>
          <p:cNvPr id="10" name="Grafik 9" descr="Ein Bild, das Grafiken, Schrift, Text, Grafikdesign enthält.&#10;&#10;Automatisch generierte Beschreibung">
            <a:extLst>
              <a:ext uri="{FF2B5EF4-FFF2-40B4-BE49-F238E27FC236}">
                <a16:creationId xmlns:a16="http://schemas.microsoft.com/office/drawing/2014/main" id="{08BC684E-6BDB-EDF2-F072-D5B8A1AE6C9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10575" y="698906"/>
            <a:ext cx="2476146" cy="1083682"/>
          </a:xfrm>
          <a:prstGeom prst="rect">
            <a:avLst/>
          </a:prstGeom>
        </p:spPr>
      </p:pic>
      <p:sp>
        <p:nvSpPr>
          <p:cNvPr id="2" name="Foliennummernplatzhalter 15">
            <a:extLst>
              <a:ext uri="{FF2B5EF4-FFF2-40B4-BE49-F238E27FC236}">
                <a16:creationId xmlns:a16="http://schemas.microsoft.com/office/drawing/2014/main" id="{B14982A9-9209-517E-9508-EB4771784B5E}"/>
              </a:ext>
            </a:extLst>
          </p:cNvPr>
          <p:cNvSpPr txBox="1">
            <a:spLocks/>
          </p:cNvSpPr>
          <p:nvPr userDrawn="1"/>
        </p:nvSpPr>
        <p:spPr>
          <a:xfrm>
            <a:off x="514172" y="1045808"/>
            <a:ext cx="652145" cy="517379"/>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600" b="1" smtClean="0"/>
              <a:pPr algn="ctr"/>
              <a:t>‹Nr.›</a:t>
            </a:fld>
            <a:endParaRPr lang="de-DE" b="1" dirty="0"/>
          </a:p>
        </p:txBody>
      </p:sp>
      <p:sp>
        <p:nvSpPr>
          <p:cNvPr id="3" name="Rechteck 2">
            <a:extLst>
              <a:ext uri="{FF2B5EF4-FFF2-40B4-BE49-F238E27FC236}">
                <a16:creationId xmlns:a16="http://schemas.microsoft.com/office/drawing/2014/main" id="{D2C06E50-940B-0383-5C04-20E93F26494D}"/>
              </a:ext>
            </a:extLst>
          </p:cNvPr>
          <p:cNvSpPr>
            <a:spLocks noGrp="1" noRot="1" noMove="1" noResize="1" noEditPoints="1" noAdjustHandles="1" noChangeArrowheads="1" noChangeShapeType="1"/>
          </p:cNvSpPr>
          <p:nvPr userDrawn="1"/>
        </p:nvSpPr>
        <p:spPr>
          <a:xfrm>
            <a:off x="804245" y="1674000"/>
            <a:ext cx="36000" cy="5184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 name="Datumsplatzhalter 3">
            <a:extLst>
              <a:ext uri="{FF2B5EF4-FFF2-40B4-BE49-F238E27FC236}">
                <a16:creationId xmlns:a16="http://schemas.microsoft.com/office/drawing/2014/main" id="{6E78DCA9-5CCC-06F6-9D7F-944DB9FA0068}"/>
              </a:ext>
            </a:extLst>
          </p:cNvPr>
          <p:cNvSpPr>
            <a:spLocks noGrp="1"/>
          </p:cNvSpPr>
          <p:nvPr>
            <p:ph type="dt" sz="half" idx="10"/>
          </p:nvPr>
        </p:nvSpPr>
        <p:spPr>
          <a:xfrm>
            <a:off x="1422400" y="6356350"/>
            <a:ext cx="2159000" cy="365125"/>
          </a:xfrm>
        </p:spPr>
        <p:txBody>
          <a:bodyPr/>
          <a:lstStyle/>
          <a:p>
            <a:fld id="{DA785675-98A3-49C6-BA91-C79EADFDA74D}" type="datetime1">
              <a:rPr lang="de-DE" smtClean="0"/>
              <a:t>04.08.2026</a:t>
            </a:fld>
            <a:endParaRPr lang="de-DE" dirty="0"/>
          </a:p>
        </p:txBody>
      </p:sp>
      <p:sp>
        <p:nvSpPr>
          <p:cNvPr id="7" name="Fußzeilenplatzhalter 4">
            <a:extLst>
              <a:ext uri="{FF2B5EF4-FFF2-40B4-BE49-F238E27FC236}">
                <a16:creationId xmlns:a16="http://schemas.microsoft.com/office/drawing/2014/main" id="{8B56C45A-9A76-1A8D-5F3A-2293BEB4797D}"/>
              </a:ext>
            </a:extLst>
          </p:cNvPr>
          <p:cNvSpPr>
            <a:spLocks noGrp="1"/>
          </p:cNvSpPr>
          <p:nvPr>
            <p:ph type="ftr" sz="quarter" idx="11"/>
          </p:nvPr>
        </p:nvSpPr>
        <p:spPr>
          <a:xfrm>
            <a:off x="3881887" y="6356350"/>
            <a:ext cx="6735313" cy="365125"/>
          </a:xfrm>
        </p:spPr>
        <p:txBody>
          <a:bodyPr/>
          <a:lstStyle>
            <a:lvl1pPr algn="r">
              <a:defRPr/>
            </a:lvl1pPr>
          </a:lstStyle>
          <a:p>
            <a:endParaRPr lang="de-DE" dirty="0"/>
          </a:p>
        </p:txBody>
      </p:sp>
      <p:sp>
        <p:nvSpPr>
          <p:cNvPr id="11" name="Textplatzhalter 2">
            <a:extLst>
              <a:ext uri="{FF2B5EF4-FFF2-40B4-BE49-F238E27FC236}">
                <a16:creationId xmlns:a16="http://schemas.microsoft.com/office/drawing/2014/main" id="{BD7159DC-4703-871C-2893-2C4D4841714D}"/>
              </a:ext>
            </a:extLst>
          </p:cNvPr>
          <p:cNvSpPr>
            <a:spLocks noGrp="1"/>
          </p:cNvSpPr>
          <p:nvPr>
            <p:ph idx="1"/>
          </p:nvPr>
        </p:nvSpPr>
        <p:spPr>
          <a:xfrm>
            <a:off x="1422400" y="1825625"/>
            <a:ext cx="9194800" cy="4351338"/>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5" name="Titelplatzhalter 1">
            <a:extLst>
              <a:ext uri="{FF2B5EF4-FFF2-40B4-BE49-F238E27FC236}">
                <a16:creationId xmlns:a16="http://schemas.microsoft.com/office/drawing/2014/main" id="{FA456F69-E90D-EB8B-447A-BAC422B0BD2E}"/>
              </a:ext>
            </a:extLst>
          </p:cNvPr>
          <p:cNvSpPr>
            <a:spLocks noGrp="1"/>
          </p:cNvSpPr>
          <p:nvPr>
            <p:ph type="title" hasCustomPrompt="1"/>
          </p:nvPr>
        </p:nvSpPr>
        <p:spPr>
          <a:xfrm>
            <a:off x="1422400" y="918307"/>
            <a:ext cx="6988175" cy="644880"/>
          </a:xfrm>
          <a:prstGeom prst="rect">
            <a:avLst/>
          </a:prstGeom>
        </p:spPr>
        <p:txBody>
          <a:bodyPr vert="horz" lIns="91440" tIns="45720" rIns="91440" bIns="45720" rtlCol="0" anchor="ctr">
            <a:normAutofit/>
          </a:bodyPr>
          <a:lstStyle>
            <a:lvl1pPr>
              <a:defRPr/>
            </a:lvl1pPr>
          </a:lstStyle>
          <a:p>
            <a:r>
              <a:rPr lang="de-DE" dirty="0"/>
              <a:t>[Titel]</a:t>
            </a:r>
          </a:p>
        </p:txBody>
      </p:sp>
    </p:spTree>
    <p:extLst>
      <p:ext uri="{BB962C8B-B14F-4D97-AF65-F5344CB8AC3E}">
        <p14:creationId xmlns:p14="http://schemas.microsoft.com/office/powerpoint/2010/main" val="222234740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el2">
    <p:spTree>
      <p:nvGrpSpPr>
        <p:cNvPr id="1" name=""/>
        <p:cNvGrpSpPr/>
        <p:nvPr/>
      </p:nvGrpSpPr>
      <p:grpSpPr>
        <a:xfrm>
          <a:off x="0" y="0"/>
          <a:ext cx="0" cy="0"/>
          <a:chOff x="0" y="0"/>
          <a:chExt cx="0" cy="0"/>
        </a:xfrm>
      </p:grpSpPr>
      <p:pic>
        <p:nvPicPr>
          <p:cNvPr id="13" name="Grafik 12" descr="Ein Bild, das Grün, Farbigkeit, Verschwommen enthält.&#10;&#10;KI-generierte Inhalte können fehlerhaft sein.">
            <a:extLst>
              <a:ext uri="{FF2B5EF4-FFF2-40B4-BE49-F238E27FC236}">
                <a16:creationId xmlns:a16="http://schemas.microsoft.com/office/drawing/2014/main" id="{FD63543E-4B32-FF9B-FD7E-BFEDD2605A60}"/>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rot="10800000">
            <a:off x="-1" y="-1015"/>
            <a:ext cx="12192000" cy="6860030"/>
          </a:xfrm>
          <a:prstGeom prst="rect">
            <a:avLst/>
          </a:prstGeom>
        </p:spPr>
      </p:pic>
      <p:sp>
        <p:nvSpPr>
          <p:cNvPr id="2" name="Titel 1">
            <a:extLst>
              <a:ext uri="{FF2B5EF4-FFF2-40B4-BE49-F238E27FC236}">
                <a16:creationId xmlns:a16="http://schemas.microsoft.com/office/drawing/2014/main" id="{4B7B9A02-A4F1-E62A-A7C2-1B2F73D04823}"/>
              </a:ext>
            </a:extLst>
          </p:cNvPr>
          <p:cNvSpPr>
            <a:spLocks noGrp="1"/>
          </p:cNvSpPr>
          <p:nvPr>
            <p:ph type="ctrTitle" hasCustomPrompt="1"/>
          </p:nvPr>
        </p:nvSpPr>
        <p:spPr>
          <a:xfrm>
            <a:off x="1524000" y="721360"/>
            <a:ext cx="9144000" cy="1642277"/>
          </a:xfrm>
        </p:spPr>
        <p:txBody>
          <a:bodyPr anchor="t">
            <a:normAutofit/>
          </a:bodyPr>
          <a:lstStyle>
            <a:lvl1pPr algn="l">
              <a:defRPr sz="4400">
                <a:solidFill>
                  <a:schemeClr val="bg1"/>
                </a:solidFill>
              </a:defRPr>
            </a:lvl1pPr>
          </a:lstStyle>
          <a:p>
            <a:r>
              <a:rPr lang="de-DE" dirty="0"/>
              <a:t>[Titel]</a:t>
            </a:r>
          </a:p>
        </p:txBody>
      </p:sp>
      <p:sp>
        <p:nvSpPr>
          <p:cNvPr id="4" name="Datumsplatzhalter 3">
            <a:extLst>
              <a:ext uri="{FF2B5EF4-FFF2-40B4-BE49-F238E27FC236}">
                <a16:creationId xmlns:a16="http://schemas.microsoft.com/office/drawing/2014/main" id="{529EEB0C-F403-047F-DE7F-C1A9DBFE2A54}"/>
              </a:ext>
            </a:extLst>
          </p:cNvPr>
          <p:cNvSpPr>
            <a:spLocks noGrp="1"/>
          </p:cNvSpPr>
          <p:nvPr>
            <p:ph type="dt" sz="half" idx="10"/>
          </p:nvPr>
        </p:nvSpPr>
        <p:spPr>
          <a:xfrm>
            <a:off x="1523998" y="6356350"/>
            <a:ext cx="2057402" cy="365125"/>
          </a:xfrm>
        </p:spPr>
        <p:txBody>
          <a:bodyPr/>
          <a:lstStyle>
            <a:lvl1pPr>
              <a:defRPr>
                <a:solidFill>
                  <a:schemeClr val="bg1"/>
                </a:solidFill>
              </a:defRPr>
            </a:lvl1pPr>
          </a:lstStyle>
          <a:p>
            <a:fld id="{61338EB4-2361-4D3E-9AD5-1D5E05C68683}" type="datetime1">
              <a:rPr lang="de-DE" smtClean="0"/>
              <a:t>04.08.2026</a:t>
            </a:fld>
            <a:endParaRPr lang="de-DE" dirty="0"/>
          </a:p>
        </p:txBody>
      </p:sp>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3881887" y="6356350"/>
            <a:ext cx="6786115" cy="365125"/>
          </a:xfrm>
        </p:spPr>
        <p:txBody>
          <a:bodyPr/>
          <a:lstStyle>
            <a:lvl1pPr algn="r">
              <a:defRPr>
                <a:solidFill>
                  <a:schemeClr val="bg1"/>
                </a:solidFill>
              </a:defRPr>
            </a:lvl1pPr>
          </a:lstStyle>
          <a:p>
            <a:endParaRPr lang="de-DE" dirty="0"/>
          </a:p>
        </p:txBody>
      </p:sp>
      <p:sp>
        <p:nvSpPr>
          <p:cNvPr id="11" name="Textplatzhalter 2">
            <a:extLst>
              <a:ext uri="{FF2B5EF4-FFF2-40B4-BE49-F238E27FC236}">
                <a16:creationId xmlns:a16="http://schemas.microsoft.com/office/drawing/2014/main" id="{21F5EE23-848F-B96E-3B25-1885686C6201}"/>
              </a:ext>
            </a:extLst>
          </p:cNvPr>
          <p:cNvSpPr>
            <a:spLocks noGrp="1"/>
          </p:cNvSpPr>
          <p:nvPr>
            <p:ph idx="12" hasCustomPrompt="1"/>
          </p:nvPr>
        </p:nvSpPr>
        <p:spPr>
          <a:xfrm>
            <a:off x="1523998" y="2363637"/>
            <a:ext cx="9144000" cy="3773003"/>
          </a:xfrm>
          <a:prstGeom prst="rect">
            <a:avLst/>
          </a:prstGeom>
        </p:spPr>
        <p:txBody>
          <a:bodyPr vert="horz" lIns="91440" tIns="45720" rIns="91440" bIns="45720" rtlCol="0">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Mastertextformat bearbeiten</a:t>
            </a:r>
          </a:p>
        </p:txBody>
      </p:sp>
      <p:sp>
        <p:nvSpPr>
          <p:cNvPr id="6" name="Foliennummernplatzhalter 15">
            <a:extLst>
              <a:ext uri="{FF2B5EF4-FFF2-40B4-BE49-F238E27FC236}">
                <a16:creationId xmlns:a16="http://schemas.microsoft.com/office/drawing/2014/main" id="{C1218B6B-AEA1-728A-B293-0AAF7F56205C}"/>
              </a:ext>
            </a:extLst>
          </p:cNvPr>
          <p:cNvSpPr txBox="1">
            <a:spLocks/>
          </p:cNvSpPr>
          <p:nvPr userDrawn="1"/>
        </p:nvSpPr>
        <p:spPr>
          <a:xfrm>
            <a:off x="514172" y="1045808"/>
            <a:ext cx="652145" cy="517379"/>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600" b="1" smtClean="0">
                <a:solidFill>
                  <a:schemeClr val="bg2"/>
                </a:solidFill>
              </a:rPr>
              <a:pPr algn="ctr"/>
              <a:t>‹Nr.›</a:t>
            </a:fld>
            <a:endParaRPr lang="de-DE" b="1" dirty="0">
              <a:solidFill>
                <a:schemeClr val="bg2"/>
              </a:solidFill>
            </a:endParaRPr>
          </a:p>
        </p:txBody>
      </p:sp>
      <p:sp>
        <p:nvSpPr>
          <p:cNvPr id="7" name="Rechteck 6">
            <a:extLst>
              <a:ext uri="{FF2B5EF4-FFF2-40B4-BE49-F238E27FC236}">
                <a16:creationId xmlns:a16="http://schemas.microsoft.com/office/drawing/2014/main" id="{30F6109E-2530-DA94-838C-D80BB7511B9A}"/>
              </a:ext>
            </a:extLst>
          </p:cNvPr>
          <p:cNvSpPr/>
          <p:nvPr userDrawn="1"/>
        </p:nvSpPr>
        <p:spPr>
          <a:xfrm>
            <a:off x="804245" y="1674000"/>
            <a:ext cx="36000" cy="5184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21251692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el2-mit-Logo">
    <p:spTree>
      <p:nvGrpSpPr>
        <p:cNvPr id="1" name=""/>
        <p:cNvGrpSpPr/>
        <p:nvPr/>
      </p:nvGrpSpPr>
      <p:grpSpPr>
        <a:xfrm>
          <a:off x="0" y="0"/>
          <a:ext cx="0" cy="0"/>
          <a:chOff x="0" y="0"/>
          <a:chExt cx="0" cy="0"/>
        </a:xfrm>
      </p:grpSpPr>
      <p:pic>
        <p:nvPicPr>
          <p:cNvPr id="3" name="Grafik 2" descr="Ein Bild, das Grün, Farbigkeit, Verschwommen enthält.&#10;&#10;KI-generierte Inhalte können fehlerhaft sein.">
            <a:extLst>
              <a:ext uri="{FF2B5EF4-FFF2-40B4-BE49-F238E27FC236}">
                <a16:creationId xmlns:a16="http://schemas.microsoft.com/office/drawing/2014/main" id="{10B10353-1ED3-10A1-BA8A-3BACE4A0494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 y="-1015"/>
            <a:ext cx="12192000" cy="6860030"/>
          </a:xfrm>
          <a:prstGeom prst="rect">
            <a:avLst/>
          </a:prstGeom>
        </p:spPr>
      </p:pic>
      <p:pic>
        <p:nvPicPr>
          <p:cNvPr id="18" name="Grafik 17">
            <a:extLst>
              <a:ext uri="{FF2B5EF4-FFF2-40B4-BE49-F238E27FC236}">
                <a16:creationId xmlns:a16="http://schemas.microsoft.com/office/drawing/2014/main" id="{F74DCB7D-6B5C-D338-0176-FC94C5F11FE4}"/>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9272232" y="630862"/>
            <a:ext cx="5839536" cy="1068292"/>
          </a:xfrm>
          <a:prstGeom prst="rect">
            <a:avLst/>
          </a:prstGeom>
        </p:spPr>
      </p:pic>
      <p:sp>
        <p:nvSpPr>
          <p:cNvPr id="6" name="Rechteck 5">
            <a:extLst>
              <a:ext uri="{FF2B5EF4-FFF2-40B4-BE49-F238E27FC236}">
                <a16:creationId xmlns:a16="http://schemas.microsoft.com/office/drawing/2014/main" id="{CBE4E60C-195F-C901-FBBC-4927D4DE84A8}"/>
              </a:ext>
            </a:extLst>
          </p:cNvPr>
          <p:cNvSpPr/>
          <p:nvPr userDrawn="1"/>
        </p:nvSpPr>
        <p:spPr>
          <a:xfrm>
            <a:off x="804245" y="1674000"/>
            <a:ext cx="36000" cy="5184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8" name="Foliennummernplatzhalter 15">
            <a:extLst>
              <a:ext uri="{FF2B5EF4-FFF2-40B4-BE49-F238E27FC236}">
                <a16:creationId xmlns:a16="http://schemas.microsoft.com/office/drawing/2014/main" id="{D521087D-3F69-035F-F8E2-F39994E065A5}"/>
              </a:ext>
            </a:extLst>
          </p:cNvPr>
          <p:cNvSpPr txBox="1">
            <a:spLocks/>
          </p:cNvSpPr>
          <p:nvPr userDrawn="1"/>
        </p:nvSpPr>
        <p:spPr>
          <a:xfrm>
            <a:off x="514172" y="1045808"/>
            <a:ext cx="652145" cy="517379"/>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600" b="1" smtClean="0">
                <a:solidFill>
                  <a:schemeClr val="bg2"/>
                </a:solidFill>
              </a:rPr>
              <a:pPr algn="ctr"/>
              <a:t>‹Nr.›</a:t>
            </a:fld>
            <a:endParaRPr lang="de-DE" b="1" dirty="0">
              <a:solidFill>
                <a:schemeClr val="bg2"/>
              </a:solidFill>
            </a:endParaRPr>
          </a:p>
        </p:txBody>
      </p:sp>
      <p:sp>
        <p:nvSpPr>
          <p:cNvPr id="9" name="Titel 1">
            <a:extLst>
              <a:ext uri="{FF2B5EF4-FFF2-40B4-BE49-F238E27FC236}">
                <a16:creationId xmlns:a16="http://schemas.microsoft.com/office/drawing/2014/main" id="{BD030D54-26CD-DA59-6DBE-02C936E745CD}"/>
              </a:ext>
            </a:extLst>
          </p:cNvPr>
          <p:cNvSpPr>
            <a:spLocks noGrp="1"/>
          </p:cNvSpPr>
          <p:nvPr>
            <p:ph type="ctrTitle" hasCustomPrompt="1"/>
          </p:nvPr>
        </p:nvSpPr>
        <p:spPr>
          <a:xfrm>
            <a:off x="1524000" y="721360"/>
            <a:ext cx="9144000" cy="1642277"/>
          </a:xfrm>
        </p:spPr>
        <p:txBody>
          <a:bodyPr anchor="t">
            <a:normAutofit/>
          </a:bodyPr>
          <a:lstStyle>
            <a:lvl1pPr algn="l">
              <a:defRPr sz="4400">
                <a:solidFill>
                  <a:schemeClr val="bg1"/>
                </a:solidFill>
              </a:defRPr>
            </a:lvl1pPr>
          </a:lstStyle>
          <a:p>
            <a:r>
              <a:rPr lang="de-DE" dirty="0"/>
              <a:t>[Titel]</a:t>
            </a:r>
          </a:p>
        </p:txBody>
      </p:sp>
      <p:sp>
        <p:nvSpPr>
          <p:cNvPr id="13" name="Datumsplatzhalter 3">
            <a:extLst>
              <a:ext uri="{FF2B5EF4-FFF2-40B4-BE49-F238E27FC236}">
                <a16:creationId xmlns:a16="http://schemas.microsoft.com/office/drawing/2014/main" id="{0ADBCECE-FC5E-5A5A-D481-67A741559962}"/>
              </a:ext>
            </a:extLst>
          </p:cNvPr>
          <p:cNvSpPr>
            <a:spLocks noGrp="1"/>
          </p:cNvSpPr>
          <p:nvPr>
            <p:ph type="dt" sz="half" idx="10"/>
          </p:nvPr>
        </p:nvSpPr>
        <p:spPr>
          <a:xfrm>
            <a:off x="1523998" y="6356350"/>
            <a:ext cx="2057402" cy="365125"/>
          </a:xfrm>
        </p:spPr>
        <p:txBody>
          <a:bodyPr/>
          <a:lstStyle>
            <a:lvl1pPr>
              <a:defRPr>
                <a:solidFill>
                  <a:schemeClr val="bg1"/>
                </a:solidFill>
              </a:defRPr>
            </a:lvl1pPr>
          </a:lstStyle>
          <a:p>
            <a:fld id="{61338EB4-2361-4D3E-9AD5-1D5E05C68683}" type="datetime1">
              <a:rPr lang="de-DE" smtClean="0"/>
              <a:t>04.08.2026</a:t>
            </a:fld>
            <a:endParaRPr lang="de-DE" dirty="0"/>
          </a:p>
        </p:txBody>
      </p:sp>
      <p:sp>
        <p:nvSpPr>
          <p:cNvPr id="14" name="Fußzeilenplatzhalter 4">
            <a:extLst>
              <a:ext uri="{FF2B5EF4-FFF2-40B4-BE49-F238E27FC236}">
                <a16:creationId xmlns:a16="http://schemas.microsoft.com/office/drawing/2014/main" id="{32BD4A16-F98A-0F58-F282-98CBC4AAB545}"/>
              </a:ext>
            </a:extLst>
          </p:cNvPr>
          <p:cNvSpPr>
            <a:spLocks noGrp="1"/>
          </p:cNvSpPr>
          <p:nvPr>
            <p:ph type="ftr" sz="quarter" idx="11"/>
          </p:nvPr>
        </p:nvSpPr>
        <p:spPr>
          <a:xfrm>
            <a:off x="3881887" y="6356350"/>
            <a:ext cx="6786115" cy="365125"/>
          </a:xfrm>
        </p:spPr>
        <p:txBody>
          <a:bodyPr/>
          <a:lstStyle>
            <a:lvl1pPr algn="r">
              <a:defRPr>
                <a:solidFill>
                  <a:schemeClr val="bg1"/>
                </a:solidFill>
              </a:defRPr>
            </a:lvl1pPr>
          </a:lstStyle>
          <a:p>
            <a:endParaRPr lang="de-DE" dirty="0"/>
          </a:p>
        </p:txBody>
      </p:sp>
      <p:sp>
        <p:nvSpPr>
          <p:cNvPr id="15" name="Textplatzhalter 2">
            <a:extLst>
              <a:ext uri="{FF2B5EF4-FFF2-40B4-BE49-F238E27FC236}">
                <a16:creationId xmlns:a16="http://schemas.microsoft.com/office/drawing/2014/main" id="{B4EBD0CD-658E-1129-39B3-98D846F680AE}"/>
              </a:ext>
            </a:extLst>
          </p:cNvPr>
          <p:cNvSpPr>
            <a:spLocks noGrp="1"/>
          </p:cNvSpPr>
          <p:nvPr>
            <p:ph idx="12" hasCustomPrompt="1"/>
          </p:nvPr>
        </p:nvSpPr>
        <p:spPr>
          <a:xfrm>
            <a:off x="1523998" y="2363637"/>
            <a:ext cx="9144000" cy="3773003"/>
          </a:xfrm>
          <a:prstGeom prst="rect">
            <a:avLst/>
          </a:prstGeom>
        </p:spPr>
        <p:txBody>
          <a:bodyPr vert="horz" lIns="91440" tIns="45720" rIns="91440" bIns="45720" rtlCol="0">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Mastertextformat bearbeiten</a:t>
            </a:r>
          </a:p>
        </p:txBody>
      </p:sp>
    </p:spTree>
    <p:extLst>
      <p:ext uri="{BB962C8B-B14F-4D97-AF65-F5344CB8AC3E}">
        <p14:creationId xmlns:p14="http://schemas.microsoft.com/office/powerpoint/2010/main" val="423961178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rennfolie1">
    <p:spTree>
      <p:nvGrpSpPr>
        <p:cNvPr id="1" name=""/>
        <p:cNvGrpSpPr/>
        <p:nvPr/>
      </p:nvGrpSpPr>
      <p:grpSpPr>
        <a:xfrm>
          <a:off x="0" y="0"/>
          <a:ext cx="0" cy="0"/>
          <a:chOff x="0" y="0"/>
          <a:chExt cx="0" cy="0"/>
        </a:xfrm>
      </p:grpSpPr>
      <p:sp>
        <p:nvSpPr>
          <p:cNvPr id="10" name="Bildplatzhalter 14">
            <a:extLst>
              <a:ext uri="{FF2B5EF4-FFF2-40B4-BE49-F238E27FC236}">
                <a16:creationId xmlns:a16="http://schemas.microsoft.com/office/drawing/2014/main" id="{409BF8C9-E70D-6A48-25E8-C7603386CE03}"/>
              </a:ext>
            </a:extLst>
          </p:cNvPr>
          <p:cNvSpPr>
            <a:spLocks noGrp="1"/>
          </p:cNvSpPr>
          <p:nvPr>
            <p:ph type="pic" sz="quarter" idx="13" hasCustomPrompt="1"/>
          </p:nvPr>
        </p:nvSpPr>
        <p:spPr>
          <a:xfrm>
            <a:off x="8197587" y="411831"/>
            <a:ext cx="3521337" cy="3521344"/>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rtlCol="0" anchor="t" anchorCtr="0">
            <a:noAutofit/>
          </a:bodyPr>
          <a:lstStyle>
            <a:lvl1pPr algn="ctr">
              <a:buNone/>
              <a:defRPr lang="de-DE" sz="1800">
                <a:solidFill>
                  <a:schemeClr val="bg1"/>
                </a:solidFill>
              </a:defRPr>
            </a:lvl1pPr>
          </a:lstStyle>
          <a:p>
            <a:pPr rtl="0"/>
            <a:r>
              <a:rPr lang="de-DE" dirty="0"/>
              <a:t>Klicken, um Bild hinzuzufügen</a:t>
            </a:r>
          </a:p>
        </p:txBody>
      </p:sp>
      <p:sp>
        <p:nvSpPr>
          <p:cNvPr id="11" name="Titel 1">
            <a:extLst>
              <a:ext uri="{FF2B5EF4-FFF2-40B4-BE49-F238E27FC236}">
                <a16:creationId xmlns:a16="http://schemas.microsoft.com/office/drawing/2014/main" id="{7735A00A-BA02-7B4F-291C-E36C96E111CD}"/>
              </a:ext>
            </a:extLst>
          </p:cNvPr>
          <p:cNvSpPr>
            <a:spLocks noGrp="1"/>
          </p:cNvSpPr>
          <p:nvPr>
            <p:ph type="title" hasCustomPrompt="1"/>
          </p:nvPr>
        </p:nvSpPr>
        <p:spPr>
          <a:xfrm>
            <a:off x="648970" y="3659883"/>
            <a:ext cx="7997190" cy="2198885"/>
          </a:xfrm>
        </p:spPr>
        <p:txBody>
          <a:bodyPr anchor="t">
            <a:normAutofit/>
          </a:bodyPr>
          <a:lstStyle>
            <a:lvl1pPr>
              <a:defRPr sz="4400" b="0"/>
            </a:lvl1pPr>
          </a:lstStyle>
          <a:p>
            <a:r>
              <a:rPr lang="de-DE" dirty="0"/>
              <a:t>[Titel]</a:t>
            </a:r>
          </a:p>
        </p:txBody>
      </p:sp>
      <p:sp>
        <p:nvSpPr>
          <p:cNvPr id="2" name="Rechteck 1">
            <a:extLst>
              <a:ext uri="{FF2B5EF4-FFF2-40B4-BE49-F238E27FC236}">
                <a16:creationId xmlns:a16="http://schemas.microsoft.com/office/drawing/2014/main" id="{99A86987-9FC0-C6BB-D5F9-021F2C6DD030}"/>
              </a:ext>
            </a:extLst>
          </p:cNvPr>
          <p:cNvSpPr/>
          <p:nvPr userDrawn="1"/>
        </p:nvSpPr>
        <p:spPr>
          <a:xfrm>
            <a:off x="804245" y="0"/>
            <a:ext cx="36000" cy="3356691"/>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265225132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rennfolie1-mit-Logo">
    <p:spTree>
      <p:nvGrpSpPr>
        <p:cNvPr id="1" name=""/>
        <p:cNvGrpSpPr/>
        <p:nvPr/>
      </p:nvGrpSpPr>
      <p:grpSpPr>
        <a:xfrm>
          <a:off x="0" y="0"/>
          <a:ext cx="0" cy="0"/>
          <a:chOff x="0" y="0"/>
          <a:chExt cx="0" cy="0"/>
        </a:xfrm>
      </p:grpSpPr>
      <p:sp>
        <p:nvSpPr>
          <p:cNvPr id="10" name="Bildplatzhalter 14">
            <a:extLst>
              <a:ext uri="{FF2B5EF4-FFF2-40B4-BE49-F238E27FC236}">
                <a16:creationId xmlns:a16="http://schemas.microsoft.com/office/drawing/2014/main" id="{409BF8C9-E70D-6A48-25E8-C7603386CE03}"/>
              </a:ext>
            </a:extLst>
          </p:cNvPr>
          <p:cNvSpPr>
            <a:spLocks noGrp="1"/>
          </p:cNvSpPr>
          <p:nvPr>
            <p:ph type="pic" sz="quarter" idx="13" hasCustomPrompt="1"/>
          </p:nvPr>
        </p:nvSpPr>
        <p:spPr>
          <a:xfrm>
            <a:off x="8197587" y="411831"/>
            <a:ext cx="3521337" cy="3521344"/>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rtlCol="0" anchor="t" anchorCtr="0">
            <a:noAutofit/>
          </a:bodyPr>
          <a:lstStyle>
            <a:lvl1pPr algn="ctr">
              <a:buNone/>
              <a:defRPr lang="de-DE" sz="1800">
                <a:solidFill>
                  <a:schemeClr val="bg1"/>
                </a:solidFill>
              </a:defRPr>
            </a:lvl1pPr>
          </a:lstStyle>
          <a:p>
            <a:pPr rtl="0"/>
            <a:r>
              <a:rPr lang="de-DE" dirty="0"/>
              <a:t>Klicken, um Bild hinzuzufügen</a:t>
            </a:r>
          </a:p>
        </p:txBody>
      </p:sp>
      <p:sp>
        <p:nvSpPr>
          <p:cNvPr id="11" name="Titel 1">
            <a:extLst>
              <a:ext uri="{FF2B5EF4-FFF2-40B4-BE49-F238E27FC236}">
                <a16:creationId xmlns:a16="http://schemas.microsoft.com/office/drawing/2014/main" id="{7735A00A-BA02-7B4F-291C-E36C96E111CD}"/>
              </a:ext>
            </a:extLst>
          </p:cNvPr>
          <p:cNvSpPr>
            <a:spLocks noGrp="1"/>
          </p:cNvSpPr>
          <p:nvPr>
            <p:ph type="title" hasCustomPrompt="1"/>
          </p:nvPr>
        </p:nvSpPr>
        <p:spPr>
          <a:xfrm>
            <a:off x="648970" y="3659883"/>
            <a:ext cx="7997190" cy="2198885"/>
          </a:xfrm>
        </p:spPr>
        <p:txBody>
          <a:bodyPr anchor="t">
            <a:normAutofit/>
          </a:bodyPr>
          <a:lstStyle>
            <a:lvl1pPr>
              <a:defRPr sz="4400" b="0"/>
            </a:lvl1pPr>
          </a:lstStyle>
          <a:p>
            <a:r>
              <a:rPr lang="de-DE" dirty="0"/>
              <a:t>[Titel]</a:t>
            </a:r>
          </a:p>
        </p:txBody>
      </p:sp>
      <p:sp>
        <p:nvSpPr>
          <p:cNvPr id="3" name="Rechteck 2">
            <a:extLst>
              <a:ext uri="{FF2B5EF4-FFF2-40B4-BE49-F238E27FC236}">
                <a16:creationId xmlns:a16="http://schemas.microsoft.com/office/drawing/2014/main" id="{BF45D9E3-741C-316B-BB54-385D41EB3B00}"/>
              </a:ext>
            </a:extLst>
          </p:cNvPr>
          <p:cNvSpPr/>
          <p:nvPr userDrawn="1"/>
        </p:nvSpPr>
        <p:spPr>
          <a:xfrm>
            <a:off x="804245" y="0"/>
            <a:ext cx="36000" cy="3356691"/>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6" name="Grafik 5" descr="Ein Bild, das Grafiken, Schrift, Text, Grafikdesign enthält.&#10;&#10;Automatisch generierte Beschreibung">
            <a:extLst>
              <a:ext uri="{FF2B5EF4-FFF2-40B4-BE49-F238E27FC236}">
                <a16:creationId xmlns:a16="http://schemas.microsoft.com/office/drawing/2014/main" id="{0EA03ED9-2264-BC08-A029-130F0AC62B7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43134" y="4782781"/>
            <a:ext cx="2476146" cy="1083682"/>
          </a:xfrm>
          <a:prstGeom prst="rect">
            <a:avLst/>
          </a:prstGeom>
        </p:spPr>
      </p:pic>
    </p:spTree>
    <p:extLst>
      <p:ext uri="{BB962C8B-B14F-4D97-AF65-F5344CB8AC3E}">
        <p14:creationId xmlns:p14="http://schemas.microsoft.com/office/powerpoint/2010/main" val="52651980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rennfolie2">
    <p:spTree>
      <p:nvGrpSpPr>
        <p:cNvPr id="1" name=""/>
        <p:cNvGrpSpPr/>
        <p:nvPr/>
      </p:nvGrpSpPr>
      <p:grpSpPr>
        <a:xfrm>
          <a:off x="0" y="0"/>
          <a:ext cx="0" cy="0"/>
          <a:chOff x="0" y="0"/>
          <a:chExt cx="0" cy="0"/>
        </a:xfrm>
      </p:grpSpPr>
      <p:pic>
        <p:nvPicPr>
          <p:cNvPr id="5" name="Grafik 4" descr="Ein Bild, das Grün, Farbigkeit, Verschwommen enthält.&#10;&#10;KI-generierte Inhalte können fehlerhaft sein.">
            <a:extLst>
              <a:ext uri="{FF2B5EF4-FFF2-40B4-BE49-F238E27FC236}">
                <a16:creationId xmlns:a16="http://schemas.microsoft.com/office/drawing/2014/main" id="{AB7C6A11-DD6F-CBC0-5910-73A51E128DC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rot="10800000">
            <a:off x="-1" y="-1015"/>
            <a:ext cx="12192000" cy="6860030"/>
          </a:xfrm>
          <a:prstGeom prst="rect">
            <a:avLst/>
          </a:prstGeom>
        </p:spPr>
      </p:pic>
      <p:sp>
        <p:nvSpPr>
          <p:cNvPr id="10" name="Bildplatzhalter 14">
            <a:extLst>
              <a:ext uri="{FF2B5EF4-FFF2-40B4-BE49-F238E27FC236}">
                <a16:creationId xmlns:a16="http://schemas.microsoft.com/office/drawing/2014/main" id="{409BF8C9-E70D-6A48-25E8-C7603386CE03}"/>
              </a:ext>
            </a:extLst>
          </p:cNvPr>
          <p:cNvSpPr>
            <a:spLocks noGrp="1"/>
          </p:cNvSpPr>
          <p:nvPr>
            <p:ph type="pic" sz="quarter" idx="13" hasCustomPrompt="1"/>
          </p:nvPr>
        </p:nvSpPr>
        <p:spPr>
          <a:xfrm>
            <a:off x="8197587" y="411831"/>
            <a:ext cx="3521337" cy="3521344"/>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rtlCol="0" anchor="t" anchorCtr="0">
            <a:noAutofit/>
          </a:bodyPr>
          <a:lstStyle>
            <a:lvl1pPr algn="ctr">
              <a:buNone/>
              <a:defRPr lang="de-DE" sz="1800">
                <a:solidFill>
                  <a:schemeClr val="bg1"/>
                </a:solidFill>
              </a:defRPr>
            </a:lvl1pPr>
          </a:lstStyle>
          <a:p>
            <a:pPr rtl="0"/>
            <a:r>
              <a:rPr lang="de-DE"/>
              <a:t>Klicken, um Bild hinzuzufügen</a:t>
            </a:r>
          </a:p>
        </p:txBody>
      </p:sp>
      <p:sp>
        <p:nvSpPr>
          <p:cNvPr id="11" name="Titel 1">
            <a:extLst>
              <a:ext uri="{FF2B5EF4-FFF2-40B4-BE49-F238E27FC236}">
                <a16:creationId xmlns:a16="http://schemas.microsoft.com/office/drawing/2014/main" id="{7735A00A-BA02-7B4F-291C-E36C96E111CD}"/>
              </a:ext>
            </a:extLst>
          </p:cNvPr>
          <p:cNvSpPr>
            <a:spLocks noGrp="1"/>
          </p:cNvSpPr>
          <p:nvPr>
            <p:ph type="title" hasCustomPrompt="1"/>
          </p:nvPr>
        </p:nvSpPr>
        <p:spPr>
          <a:xfrm>
            <a:off x="648970" y="3659883"/>
            <a:ext cx="7997190" cy="2198885"/>
          </a:xfrm>
        </p:spPr>
        <p:txBody>
          <a:bodyPr anchor="t">
            <a:normAutofit/>
          </a:bodyPr>
          <a:lstStyle>
            <a:lvl1pPr>
              <a:defRPr sz="4400" b="0">
                <a:solidFill>
                  <a:schemeClr val="bg1"/>
                </a:solidFill>
              </a:defRPr>
            </a:lvl1pPr>
          </a:lstStyle>
          <a:p>
            <a:r>
              <a:rPr lang="de-DE" dirty="0"/>
              <a:t>[Titel]</a:t>
            </a:r>
          </a:p>
        </p:txBody>
      </p:sp>
      <p:sp>
        <p:nvSpPr>
          <p:cNvPr id="4" name="Rechteck 3">
            <a:extLst>
              <a:ext uri="{FF2B5EF4-FFF2-40B4-BE49-F238E27FC236}">
                <a16:creationId xmlns:a16="http://schemas.microsoft.com/office/drawing/2014/main" id="{2F02734D-B936-5F60-FF80-E0D159D41776}"/>
              </a:ext>
            </a:extLst>
          </p:cNvPr>
          <p:cNvSpPr/>
          <p:nvPr userDrawn="1"/>
        </p:nvSpPr>
        <p:spPr>
          <a:xfrm>
            <a:off x="648970" y="0"/>
            <a:ext cx="36000" cy="3384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154514348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rennfolie2-mit-Logo">
    <p:spTree>
      <p:nvGrpSpPr>
        <p:cNvPr id="1" name=""/>
        <p:cNvGrpSpPr/>
        <p:nvPr/>
      </p:nvGrpSpPr>
      <p:grpSpPr>
        <a:xfrm>
          <a:off x="0" y="0"/>
          <a:ext cx="0" cy="0"/>
          <a:chOff x="0" y="0"/>
          <a:chExt cx="0" cy="0"/>
        </a:xfrm>
      </p:grpSpPr>
      <p:pic>
        <p:nvPicPr>
          <p:cNvPr id="2" name="Grafik 1" descr="Ein Bild, das Grün, Farbigkeit, Verschwommen enthält.&#10;&#10;KI-generierte Inhalte können fehlerhaft sein.">
            <a:extLst>
              <a:ext uri="{FF2B5EF4-FFF2-40B4-BE49-F238E27FC236}">
                <a16:creationId xmlns:a16="http://schemas.microsoft.com/office/drawing/2014/main" id="{15B8AE05-735A-1618-DD64-3B6EB6BD99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 y="-1015"/>
            <a:ext cx="12192000" cy="6860030"/>
          </a:xfrm>
          <a:prstGeom prst="rect">
            <a:avLst/>
          </a:prstGeom>
        </p:spPr>
      </p:pic>
      <p:sp>
        <p:nvSpPr>
          <p:cNvPr id="10" name="Bildplatzhalter 14">
            <a:extLst>
              <a:ext uri="{FF2B5EF4-FFF2-40B4-BE49-F238E27FC236}">
                <a16:creationId xmlns:a16="http://schemas.microsoft.com/office/drawing/2014/main" id="{409BF8C9-E70D-6A48-25E8-C7603386CE03}"/>
              </a:ext>
            </a:extLst>
          </p:cNvPr>
          <p:cNvSpPr>
            <a:spLocks noGrp="1"/>
          </p:cNvSpPr>
          <p:nvPr>
            <p:ph type="pic" sz="quarter" idx="13" hasCustomPrompt="1"/>
          </p:nvPr>
        </p:nvSpPr>
        <p:spPr>
          <a:xfrm>
            <a:off x="8197587" y="411831"/>
            <a:ext cx="3521337" cy="3521344"/>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rtlCol="0" anchor="t" anchorCtr="0">
            <a:noAutofit/>
          </a:bodyPr>
          <a:lstStyle>
            <a:lvl1pPr algn="ctr">
              <a:buNone/>
              <a:defRPr lang="de-DE" sz="1800">
                <a:solidFill>
                  <a:schemeClr val="bg1"/>
                </a:solidFill>
              </a:defRPr>
            </a:lvl1pPr>
          </a:lstStyle>
          <a:p>
            <a:pPr rtl="0"/>
            <a:r>
              <a:rPr lang="de-DE" dirty="0"/>
              <a:t>Klicken, um Bild hinzuzufügen</a:t>
            </a:r>
          </a:p>
        </p:txBody>
      </p:sp>
      <p:sp>
        <p:nvSpPr>
          <p:cNvPr id="11" name="Titel 1">
            <a:extLst>
              <a:ext uri="{FF2B5EF4-FFF2-40B4-BE49-F238E27FC236}">
                <a16:creationId xmlns:a16="http://schemas.microsoft.com/office/drawing/2014/main" id="{7735A00A-BA02-7B4F-291C-E36C96E111CD}"/>
              </a:ext>
            </a:extLst>
          </p:cNvPr>
          <p:cNvSpPr>
            <a:spLocks noGrp="1"/>
          </p:cNvSpPr>
          <p:nvPr>
            <p:ph type="title" hasCustomPrompt="1"/>
          </p:nvPr>
        </p:nvSpPr>
        <p:spPr>
          <a:xfrm>
            <a:off x="648970" y="3659883"/>
            <a:ext cx="7997190" cy="2198885"/>
          </a:xfrm>
        </p:spPr>
        <p:txBody>
          <a:bodyPr anchor="t">
            <a:normAutofit/>
          </a:bodyPr>
          <a:lstStyle>
            <a:lvl1pPr>
              <a:defRPr sz="4400" b="0">
                <a:solidFill>
                  <a:schemeClr val="bg1"/>
                </a:solidFill>
              </a:defRPr>
            </a:lvl1pPr>
          </a:lstStyle>
          <a:p>
            <a:r>
              <a:rPr lang="de-DE" dirty="0"/>
              <a:t>[Titel]</a:t>
            </a:r>
          </a:p>
        </p:txBody>
      </p:sp>
      <p:pic>
        <p:nvPicPr>
          <p:cNvPr id="4" name="Grafik 3">
            <a:extLst>
              <a:ext uri="{FF2B5EF4-FFF2-40B4-BE49-F238E27FC236}">
                <a16:creationId xmlns:a16="http://schemas.microsoft.com/office/drawing/2014/main" id="{6E298FF7-6C6E-5420-ABF5-94207204A98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272232" y="4790476"/>
            <a:ext cx="5839536" cy="1068292"/>
          </a:xfrm>
          <a:prstGeom prst="rect">
            <a:avLst/>
          </a:prstGeom>
        </p:spPr>
      </p:pic>
      <p:sp>
        <p:nvSpPr>
          <p:cNvPr id="5" name="Rechteck 4">
            <a:extLst>
              <a:ext uri="{FF2B5EF4-FFF2-40B4-BE49-F238E27FC236}">
                <a16:creationId xmlns:a16="http://schemas.microsoft.com/office/drawing/2014/main" id="{0526933D-4A16-EB8C-4649-BFBA205A6320}"/>
              </a:ext>
            </a:extLst>
          </p:cNvPr>
          <p:cNvSpPr/>
          <p:nvPr userDrawn="1"/>
        </p:nvSpPr>
        <p:spPr>
          <a:xfrm>
            <a:off x="648970" y="0"/>
            <a:ext cx="36000" cy="3384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118123066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Inhalt2">
    <p:spTree>
      <p:nvGrpSpPr>
        <p:cNvPr id="1" name=""/>
        <p:cNvGrpSpPr/>
        <p:nvPr/>
      </p:nvGrpSpPr>
      <p:grpSpPr>
        <a:xfrm>
          <a:off x="0" y="0"/>
          <a:ext cx="0" cy="0"/>
          <a:chOff x="0" y="0"/>
          <a:chExt cx="0" cy="0"/>
        </a:xfrm>
      </p:grpSpPr>
      <p:pic>
        <p:nvPicPr>
          <p:cNvPr id="16" name="Grafik 15" descr="Ein Bild, das Screenshot, Grafiken, Farbigkeit, Reihe enthält.&#10;&#10;Automatisch generierte Beschreibung">
            <a:extLst>
              <a:ext uri="{FF2B5EF4-FFF2-40B4-BE49-F238E27FC236}">
                <a16:creationId xmlns:a16="http://schemas.microsoft.com/office/drawing/2014/main" id="{FABCE64D-74E7-881F-8BCC-1736F7E12B4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7536" y="-550672"/>
            <a:ext cx="13167072" cy="7408672"/>
          </a:xfrm>
          <a:prstGeom prst="rect">
            <a:avLst/>
          </a:prstGeom>
        </p:spPr>
      </p:pic>
      <p:sp>
        <p:nvSpPr>
          <p:cNvPr id="2" name="Titel 1">
            <a:extLst>
              <a:ext uri="{FF2B5EF4-FFF2-40B4-BE49-F238E27FC236}">
                <a16:creationId xmlns:a16="http://schemas.microsoft.com/office/drawing/2014/main" id="{DE98D7E8-800F-0CED-222A-CCA31C886879}"/>
              </a:ext>
            </a:extLst>
          </p:cNvPr>
          <p:cNvSpPr>
            <a:spLocks noGrp="1"/>
          </p:cNvSpPr>
          <p:nvPr>
            <p:ph type="title"/>
          </p:nvPr>
        </p:nvSpPr>
        <p:spPr>
          <a:xfrm>
            <a:off x="284480" y="365125"/>
            <a:ext cx="10332720" cy="1325563"/>
          </a:xfrm>
        </p:spPr>
        <p:txBody>
          <a:bodyPr/>
          <a:lstStyle>
            <a:lvl1pPr>
              <a:defRPr b="0">
                <a:solidFill>
                  <a:schemeClr val="bg1"/>
                </a:solidFill>
              </a:defRPr>
            </a:lvl1pPr>
          </a:lstStyle>
          <a:p>
            <a:r>
              <a:rPr lang="de-DE" dirty="0"/>
              <a:t>Mastertitelformat bearbeiten</a:t>
            </a:r>
          </a:p>
        </p:txBody>
      </p:sp>
      <p:sp>
        <p:nvSpPr>
          <p:cNvPr id="3" name="Inhaltsplatzhalter 2">
            <a:extLst>
              <a:ext uri="{FF2B5EF4-FFF2-40B4-BE49-F238E27FC236}">
                <a16:creationId xmlns:a16="http://schemas.microsoft.com/office/drawing/2014/main" id="{56D7EF37-797B-CF4C-B1B4-D5F6BF0C5A05}"/>
              </a:ext>
            </a:extLst>
          </p:cNvPr>
          <p:cNvSpPr>
            <a:spLocks noGrp="1"/>
          </p:cNvSpPr>
          <p:nvPr>
            <p:ph sz="half" idx="1"/>
          </p:nvPr>
        </p:nvSpPr>
        <p:spPr>
          <a:xfrm>
            <a:off x="284480" y="1825625"/>
            <a:ext cx="5811520" cy="367030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918BA8F6-19E9-06E2-70E8-02DC1FA267CA}"/>
              </a:ext>
            </a:extLst>
          </p:cNvPr>
          <p:cNvSpPr>
            <a:spLocks noGrp="1"/>
          </p:cNvSpPr>
          <p:nvPr>
            <p:ph sz="half" idx="2"/>
          </p:nvPr>
        </p:nvSpPr>
        <p:spPr>
          <a:xfrm>
            <a:off x="6172200" y="1825625"/>
            <a:ext cx="5181599" cy="367030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a:extLst>
              <a:ext uri="{FF2B5EF4-FFF2-40B4-BE49-F238E27FC236}">
                <a16:creationId xmlns:a16="http://schemas.microsoft.com/office/drawing/2014/main" id="{0226EC32-C8D6-3693-C816-CB4AF83F49D7}"/>
              </a:ext>
            </a:extLst>
          </p:cNvPr>
          <p:cNvSpPr>
            <a:spLocks noGrp="1"/>
          </p:cNvSpPr>
          <p:nvPr>
            <p:ph type="ftr" sz="quarter" idx="11"/>
          </p:nvPr>
        </p:nvSpPr>
        <p:spPr>
          <a:xfrm>
            <a:off x="4181476" y="5994400"/>
            <a:ext cx="7172324" cy="365125"/>
          </a:xfrm>
        </p:spPr>
        <p:txBody>
          <a:bodyPr/>
          <a:lstStyle/>
          <a:p>
            <a:endParaRPr lang="de-DE" dirty="0"/>
          </a:p>
        </p:txBody>
      </p:sp>
      <p:sp>
        <p:nvSpPr>
          <p:cNvPr id="12" name="Foliennummernplatzhalter 15">
            <a:extLst>
              <a:ext uri="{FF2B5EF4-FFF2-40B4-BE49-F238E27FC236}">
                <a16:creationId xmlns:a16="http://schemas.microsoft.com/office/drawing/2014/main" id="{E1A48DB0-FE67-FC5D-B3EE-34BB0258129C}"/>
              </a:ext>
            </a:extLst>
          </p:cNvPr>
          <p:cNvSpPr txBox="1">
            <a:spLocks/>
          </p:cNvSpPr>
          <p:nvPr userDrawn="1"/>
        </p:nvSpPr>
        <p:spPr>
          <a:xfrm>
            <a:off x="289634" y="5994400"/>
            <a:ext cx="736600" cy="365125"/>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D8DA9DAA-006C-4F4B-980E-E3DF019B24E2}" type="slidenum">
              <a:rPr lang="de-DE" sz="1600" b="1" smtClean="0"/>
              <a:pPr algn="l"/>
              <a:t>‹Nr.›</a:t>
            </a:fld>
            <a:endParaRPr lang="de-DE" b="1" dirty="0"/>
          </a:p>
        </p:txBody>
      </p:sp>
      <p:sp>
        <p:nvSpPr>
          <p:cNvPr id="8" name="Datumsplatzhalter 4">
            <a:extLst>
              <a:ext uri="{FF2B5EF4-FFF2-40B4-BE49-F238E27FC236}">
                <a16:creationId xmlns:a16="http://schemas.microsoft.com/office/drawing/2014/main" id="{5D46C37F-68D2-FEB3-54E4-13B0324F86E0}"/>
              </a:ext>
            </a:extLst>
          </p:cNvPr>
          <p:cNvSpPr>
            <a:spLocks noGrp="1"/>
          </p:cNvSpPr>
          <p:nvPr>
            <p:ph type="dt" sz="half" idx="10"/>
          </p:nvPr>
        </p:nvSpPr>
        <p:spPr>
          <a:xfrm>
            <a:off x="1410054" y="5994400"/>
            <a:ext cx="2476146" cy="365125"/>
          </a:xfrm>
        </p:spPr>
        <p:txBody>
          <a:bodyPr/>
          <a:lstStyle/>
          <a:p>
            <a:fld id="{B2C747A5-DC01-480C-9416-6CA3F513B90E}" type="datetime1">
              <a:rPr lang="de-DE" smtClean="0"/>
              <a:t>04.08.2026</a:t>
            </a:fld>
            <a:endParaRPr lang="de-DE" dirty="0"/>
          </a:p>
        </p:txBody>
      </p:sp>
    </p:spTree>
    <p:extLst>
      <p:ext uri="{BB962C8B-B14F-4D97-AF65-F5344CB8AC3E}">
        <p14:creationId xmlns:p14="http://schemas.microsoft.com/office/powerpoint/2010/main" val="308606922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Inhalt2-mit-Logo">
    <p:spTree>
      <p:nvGrpSpPr>
        <p:cNvPr id="1" name=""/>
        <p:cNvGrpSpPr/>
        <p:nvPr/>
      </p:nvGrpSpPr>
      <p:grpSpPr>
        <a:xfrm>
          <a:off x="0" y="0"/>
          <a:ext cx="0" cy="0"/>
          <a:chOff x="0" y="0"/>
          <a:chExt cx="0" cy="0"/>
        </a:xfrm>
      </p:grpSpPr>
      <p:pic>
        <p:nvPicPr>
          <p:cNvPr id="16" name="Grafik 15" descr="Ein Bild, das Screenshot, Grafiken, Farbigkeit, Reihe enthält.&#10;&#10;Automatisch generierte Beschreibung">
            <a:extLst>
              <a:ext uri="{FF2B5EF4-FFF2-40B4-BE49-F238E27FC236}">
                <a16:creationId xmlns:a16="http://schemas.microsoft.com/office/drawing/2014/main" id="{FABCE64D-74E7-881F-8BCC-1736F7E12B4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7536" y="-550672"/>
            <a:ext cx="13167072" cy="7408672"/>
          </a:xfrm>
          <a:prstGeom prst="rect">
            <a:avLst/>
          </a:prstGeom>
        </p:spPr>
      </p:pic>
      <p:sp>
        <p:nvSpPr>
          <p:cNvPr id="2" name="Titel 1">
            <a:extLst>
              <a:ext uri="{FF2B5EF4-FFF2-40B4-BE49-F238E27FC236}">
                <a16:creationId xmlns:a16="http://schemas.microsoft.com/office/drawing/2014/main" id="{DE98D7E8-800F-0CED-222A-CCA31C886879}"/>
              </a:ext>
            </a:extLst>
          </p:cNvPr>
          <p:cNvSpPr>
            <a:spLocks noGrp="1"/>
          </p:cNvSpPr>
          <p:nvPr>
            <p:ph type="title"/>
          </p:nvPr>
        </p:nvSpPr>
        <p:spPr>
          <a:xfrm>
            <a:off x="284480" y="365125"/>
            <a:ext cx="10332720" cy="1325563"/>
          </a:xfrm>
        </p:spPr>
        <p:txBody>
          <a:bodyPr/>
          <a:lstStyle>
            <a:lvl1pPr>
              <a:defRPr b="0">
                <a:solidFill>
                  <a:schemeClr val="bg1"/>
                </a:solidFill>
              </a:defRPr>
            </a:lvl1pPr>
          </a:lstStyle>
          <a:p>
            <a:r>
              <a:rPr lang="de-DE" dirty="0"/>
              <a:t>Mastertitelformat bearbeiten</a:t>
            </a:r>
          </a:p>
        </p:txBody>
      </p:sp>
      <p:sp>
        <p:nvSpPr>
          <p:cNvPr id="3" name="Inhaltsplatzhalter 2">
            <a:extLst>
              <a:ext uri="{FF2B5EF4-FFF2-40B4-BE49-F238E27FC236}">
                <a16:creationId xmlns:a16="http://schemas.microsoft.com/office/drawing/2014/main" id="{56D7EF37-797B-CF4C-B1B4-D5F6BF0C5A05}"/>
              </a:ext>
            </a:extLst>
          </p:cNvPr>
          <p:cNvSpPr>
            <a:spLocks noGrp="1"/>
          </p:cNvSpPr>
          <p:nvPr>
            <p:ph sz="half" idx="1"/>
          </p:nvPr>
        </p:nvSpPr>
        <p:spPr>
          <a:xfrm>
            <a:off x="284480" y="1825625"/>
            <a:ext cx="5811520" cy="367030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918BA8F6-19E9-06E2-70E8-02DC1FA267CA}"/>
              </a:ext>
            </a:extLst>
          </p:cNvPr>
          <p:cNvSpPr>
            <a:spLocks noGrp="1"/>
          </p:cNvSpPr>
          <p:nvPr>
            <p:ph sz="half" idx="2"/>
          </p:nvPr>
        </p:nvSpPr>
        <p:spPr>
          <a:xfrm>
            <a:off x="6172200" y="1825625"/>
            <a:ext cx="5181599" cy="367030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47C37AB7-6393-8C0A-7D7F-7F64F99CACC4}"/>
              </a:ext>
            </a:extLst>
          </p:cNvPr>
          <p:cNvSpPr>
            <a:spLocks noGrp="1"/>
          </p:cNvSpPr>
          <p:nvPr>
            <p:ph type="dt" sz="half" idx="10"/>
          </p:nvPr>
        </p:nvSpPr>
        <p:spPr>
          <a:xfrm>
            <a:off x="1410054" y="5994400"/>
            <a:ext cx="2476146" cy="365125"/>
          </a:xfrm>
        </p:spPr>
        <p:txBody>
          <a:bodyPr/>
          <a:lstStyle/>
          <a:p>
            <a:fld id="{BE3939CF-54F3-4D28-91FE-ABDCE19D2930}" type="datetime1">
              <a:rPr lang="de-DE" smtClean="0"/>
              <a:t>04.08.2026</a:t>
            </a:fld>
            <a:endParaRPr lang="de-DE" dirty="0"/>
          </a:p>
        </p:txBody>
      </p:sp>
      <p:sp>
        <p:nvSpPr>
          <p:cNvPr id="6" name="Fußzeilenplatzhalter 5">
            <a:extLst>
              <a:ext uri="{FF2B5EF4-FFF2-40B4-BE49-F238E27FC236}">
                <a16:creationId xmlns:a16="http://schemas.microsoft.com/office/drawing/2014/main" id="{0226EC32-C8D6-3693-C816-CB4AF83F49D7}"/>
              </a:ext>
            </a:extLst>
          </p:cNvPr>
          <p:cNvSpPr>
            <a:spLocks noGrp="1"/>
          </p:cNvSpPr>
          <p:nvPr>
            <p:ph type="ftr" sz="quarter" idx="11"/>
          </p:nvPr>
        </p:nvSpPr>
        <p:spPr>
          <a:xfrm>
            <a:off x="7496174" y="5994400"/>
            <a:ext cx="3857625" cy="365125"/>
          </a:xfrm>
        </p:spPr>
        <p:txBody>
          <a:bodyPr/>
          <a:lstStyle/>
          <a:p>
            <a:endParaRPr lang="de-DE" dirty="0"/>
          </a:p>
        </p:txBody>
      </p:sp>
      <p:sp>
        <p:nvSpPr>
          <p:cNvPr id="12" name="Foliennummernplatzhalter 15">
            <a:extLst>
              <a:ext uri="{FF2B5EF4-FFF2-40B4-BE49-F238E27FC236}">
                <a16:creationId xmlns:a16="http://schemas.microsoft.com/office/drawing/2014/main" id="{E1A48DB0-FE67-FC5D-B3EE-34BB0258129C}"/>
              </a:ext>
            </a:extLst>
          </p:cNvPr>
          <p:cNvSpPr txBox="1">
            <a:spLocks/>
          </p:cNvSpPr>
          <p:nvPr userDrawn="1"/>
        </p:nvSpPr>
        <p:spPr>
          <a:xfrm>
            <a:off x="289634" y="5994400"/>
            <a:ext cx="736600" cy="365125"/>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D8DA9DAA-006C-4F4B-980E-E3DF019B24E2}" type="slidenum">
              <a:rPr lang="de-DE" sz="1600" b="1" smtClean="0"/>
              <a:pPr algn="l"/>
              <a:t>‹Nr.›</a:t>
            </a:fld>
            <a:endParaRPr lang="de-DE" b="1" dirty="0"/>
          </a:p>
        </p:txBody>
      </p:sp>
      <p:pic>
        <p:nvPicPr>
          <p:cNvPr id="7" name="Grafik 6" descr="Ein Bild, das Grafiken, Schrift, Text, Grafikdesign enthält.&#10;&#10;Automatisch generierte Beschreibung">
            <a:extLst>
              <a:ext uri="{FF2B5EF4-FFF2-40B4-BE49-F238E27FC236}">
                <a16:creationId xmlns:a16="http://schemas.microsoft.com/office/drawing/2014/main" id="{2B664954-8B39-C5FC-895A-5C31CED3D25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78681" y="5635122"/>
            <a:ext cx="2476146" cy="1083682"/>
          </a:xfrm>
          <a:prstGeom prst="rect">
            <a:avLst/>
          </a:prstGeom>
        </p:spPr>
      </p:pic>
    </p:spTree>
    <p:extLst>
      <p:ext uri="{BB962C8B-B14F-4D97-AF65-F5344CB8AC3E}">
        <p14:creationId xmlns:p14="http://schemas.microsoft.com/office/powerpoint/2010/main" val="19871448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rennfolie3">
    <p:spTree>
      <p:nvGrpSpPr>
        <p:cNvPr id="1" name=""/>
        <p:cNvGrpSpPr/>
        <p:nvPr/>
      </p:nvGrpSpPr>
      <p:grpSpPr>
        <a:xfrm>
          <a:off x="0" y="0"/>
          <a:ext cx="0" cy="0"/>
          <a:chOff x="0" y="0"/>
          <a:chExt cx="0" cy="0"/>
        </a:xfrm>
      </p:grpSpPr>
      <p:pic>
        <p:nvPicPr>
          <p:cNvPr id="5" name="Grafik 4" descr="Ein Bild, das Rechteck, Grün, Farbigkeit enthält.&#10;&#10;Automatisch generierte Beschreibung">
            <a:extLst>
              <a:ext uri="{FF2B5EF4-FFF2-40B4-BE49-F238E27FC236}">
                <a16:creationId xmlns:a16="http://schemas.microsoft.com/office/drawing/2014/main" id="{F826DF3A-74A8-091D-47EA-B418C221087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11" name="Textplatzhalter 2">
            <a:extLst>
              <a:ext uri="{FF2B5EF4-FFF2-40B4-BE49-F238E27FC236}">
                <a16:creationId xmlns:a16="http://schemas.microsoft.com/office/drawing/2014/main" id="{D62EA315-6ECA-1B58-2C82-BBE8659029DE}"/>
              </a:ext>
            </a:extLst>
          </p:cNvPr>
          <p:cNvSpPr>
            <a:spLocks noGrp="1"/>
          </p:cNvSpPr>
          <p:nvPr>
            <p:ph idx="12" hasCustomPrompt="1"/>
          </p:nvPr>
        </p:nvSpPr>
        <p:spPr>
          <a:xfrm>
            <a:off x="1523998" y="2976880"/>
            <a:ext cx="9144000" cy="2936240"/>
          </a:xfrm>
          <a:prstGeom prst="rect">
            <a:avLst/>
          </a:prstGeom>
        </p:spPr>
        <p:txBody>
          <a:bodyPr vert="horz" lIns="91440" tIns="45720" rIns="91440" bIns="45720" rtlCol="0">
            <a:normAutofit/>
          </a:bodyPr>
          <a:lstStyle>
            <a:lvl1pPr algn="ct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Mastertextformat bearbeiten</a:t>
            </a:r>
          </a:p>
        </p:txBody>
      </p:sp>
      <p:sp>
        <p:nvSpPr>
          <p:cNvPr id="2" name="Titel 1">
            <a:extLst>
              <a:ext uri="{FF2B5EF4-FFF2-40B4-BE49-F238E27FC236}">
                <a16:creationId xmlns:a16="http://schemas.microsoft.com/office/drawing/2014/main" id="{447AA0A6-E771-6C0A-4919-0AA6FAAB3AEE}"/>
              </a:ext>
            </a:extLst>
          </p:cNvPr>
          <p:cNvSpPr>
            <a:spLocks noGrp="1"/>
          </p:cNvSpPr>
          <p:nvPr>
            <p:ph type="title"/>
          </p:nvPr>
        </p:nvSpPr>
        <p:spPr>
          <a:xfrm>
            <a:off x="929638" y="944880"/>
            <a:ext cx="10332720" cy="1325563"/>
          </a:xfrm>
        </p:spPr>
        <p:txBody>
          <a:bodyPr/>
          <a:lstStyle>
            <a:lvl1pPr algn="ctr">
              <a:defRPr b="0">
                <a:solidFill>
                  <a:schemeClr val="bg1"/>
                </a:solidFill>
              </a:defRPr>
            </a:lvl1pPr>
          </a:lstStyle>
          <a:p>
            <a:r>
              <a:rPr lang="de-DE" dirty="0"/>
              <a:t>Mastertitelformat bearbeiten</a:t>
            </a:r>
          </a:p>
        </p:txBody>
      </p:sp>
    </p:spTree>
    <p:extLst>
      <p:ext uri="{BB962C8B-B14F-4D97-AF65-F5344CB8AC3E}">
        <p14:creationId xmlns:p14="http://schemas.microsoft.com/office/powerpoint/2010/main" val="8891501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rennfolie3-mit-Logo">
    <p:spTree>
      <p:nvGrpSpPr>
        <p:cNvPr id="1" name=""/>
        <p:cNvGrpSpPr/>
        <p:nvPr/>
      </p:nvGrpSpPr>
      <p:grpSpPr>
        <a:xfrm>
          <a:off x="0" y="0"/>
          <a:ext cx="0" cy="0"/>
          <a:chOff x="0" y="0"/>
          <a:chExt cx="0" cy="0"/>
        </a:xfrm>
      </p:grpSpPr>
      <p:pic>
        <p:nvPicPr>
          <p:cNvPr id="5" name="Grafik 4" descr="Ein Bild, das Rechteck, Grün, Farbigkeit enthält.&#10;&#10;Automatisch generierte Beschreibung">
            <a:extLst>
              <a:ext uri="{FF2B5EF4-FFF2-40B4-BE49-F238E27FC236}">
                <a16:creationId xmlns:a16="http://schemas.microsoft.com/office/drawing/2014/main" id="{F826DF3A-74A8-091D-47EA-B418C221087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2" name="Textplatzhalter 2">
            <a:extLst>
              <a:ext uri="{FF2B5EF4-FFF2-40B4-BE49-F238E27FC236}">
                <a16:creationId xmlns:a16="http://schemas.microsoft.com/office/drawing/2014/main" id="{2DA35A7E-2DED-3FAA-9EAA-23B4022639F6}"/>
              </a:ext>
            </a:extLst>
          </p:cNvPr>
          <p:cNvSpPr>
            <a:spLocks noGrp="1"/>
          </p:cNvSpPr>
          <p:nvPr>
            <p:ph idx="12" hasCustomPrompt="1"/>
          </p:nvPr>
        </p:nvSpPr>
        <p:spPr>
          <a:xfrm>
            <a:off x="1523998" y="2235200"/>
            <a:ext cx="9144000" cy="3022600"/>
          </a:xfrm>
          <a:prstGeom prst="rect">
            <a:avLst/>
          </a:prstGeom>
        </p:spPr>
        <p:txBody>
          <a:bodyPr vert="horz" lIns="91440" tIns="45720" rIns="91440" bIns="45720" rtlCol="0">
            <a:normAutofit/>
          </a:bodyPr>
          <a:lstStyle>
            <a:lvl1pPr algn="ct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Mastertextformat bearbeiten</a:t>
            </a:r>
          </a:p>
        </p:txBody>
      </p:sp>
      <p:pic>
        <p:nvPicPr>
          <p:cNvPr id="4" name="Grafik 3">
            <a:extLst>
              <a:ext uri="{FF2B5EF4-FFF2-40B4-BE49-F238E27FC236}">
                <a16:creationId xmlns:a16="http://schemas.microsoft.com/office/drawing/2014/main" id="{288398F5-9971-3D33-704E-6A020456091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85472" y="5391405"/>
            <a:ext cx="3021056" cy="3505200"/>
          </a:xfrm>
          <a:prstGeom prst="rect">
            <a:avLst/>
          </a:prstGeom>
        </p:spPr>
      </p:pic>
      <p:sp>
        <p:nvSpPr>
          <p:cNvPr id="7" name="Titel 1">
            <a:extLst>
              <a:ext uri="{FF2B5EF4-FFF2-40B4-BE49-F238E27FC236}">
                <a16:creationId xmlns:a16="http://schemas.microsoft.com/office/drawing/2014/main" id="{9288656D-280A-3BB7-9F9B-A96E08BAFE31}"/>
              </a:ext>
            </a:extLst>
          </p:cNvPr>
          <p:cNvSpPr>
            <a:spLocks noGrp="1"/>
          </p:cNvSpPr>
          <p:nvPr>
            <p:ph type="title"/>
          </p:nvPr>
        </p:nvSpPr>
        <p:spPr>
          <a:xfrm>
            <a:off x="929638" y="944880"/>
            <a:ext cx="10332720" cy="1325563"/>
          </a:xfrm>
        </p:spPr>
        <p:txBody>
          <a:bodyPr/>
          <a:lstStyle>
            <a:lvl1pPr algn="ctr">
              <a:defRPr b="0">
                <a:solidFill>
                  <a:schemeClr val="bg1"/>
                </a:solidFill>
              </a:defRPr>
            </a:lvl1pPr>
          </a:lstStyle>
          <a:p>
            <a:r>
              <a:rPr lang="de-DE" dirty="0"/>
              <a:t>Mastertitelformat bearbeiten</a:t>
            </a:r>
          </a:p>
        </p:txBody>
      </p:sp>
    </p:spTree>
    <p:extLst>
      <p:ext uri="{BB962C8B-B14F-4D97-AF65-F5344CB8AC3E}">
        <p14:creationId xmlns:p14="http://schemas.microsoft.com/office/powerpoint/2010/main" val="403337974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rennfolie4">
    <p:spTree>
      <p:nvGrpSpPr>
        <p:cNvPr id="1" name=""/>
        <p:cNvGrpSpPr/>
        <p:nvPr/>
      </p:nvGrpSpPr>
      <p:grpSpPr>
        <a:xfrm>
          <a:off x="0" y="0"/>
          <a:ext cx="0" cy="0"/>
          <a:chOff x="0" y="0"/>
          <a:chExt cx="0" cy="0"/>
        </a:xfrm>
      </p:grpSpPr>
      <p:pic>
        <p:nvPicPr>
          <p:cNvPr id="3" name="Grafik 2" descr="Ein Bild, das Rechteck, Screenshot, Text, Design enthält.&#10;&#10;Automatisch generierte Beschreibung">
            <a:extLst>
              <a:ext uri="{FF2B5EF4-FFF2-40B4-BE49-F238E27FC236}">
                <a16:creationId xmlns:a16="http://schemas.microsoft.com/office/drawing/2014/main" id="{F20D5943-CFF3-BB0D-7D33-3A42265984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5" name="Textplatzhalter 2">
            <a:extLst>
              <a:ext uri="{FF2B5EF4-FFF2-40B4-BE49-F238E27FC236}">
                <a16:creationId xmlns:a16="http://schemas.microsoft.com/office/drawing/2014/main" id="{682D3866-9F63-50D4-4D5C-0C912AE63CE6}"/>
              </a:ext>
            </a:extLst>
          </p:cNvPr>
          <p:cNvSpPr>
            <a:spLocks noGrp="1"/>
          </p:cNvSpPr>
          <p:nvPr>
            <p:ph idx="12" hasCustomPrompt="1"/>
          </p:nvPr>
        </p:nvSpPr>
        <p:spPr>
          <a:xfrm>
            <a:off x="1523998" y="1894525"/>
            <a:ext cx="9144000" cy="4049075"/>
          </a:xfrm>
          <a:prstGeom prst="rect">
            <a:avLst/>
          </a:prstGeom>
        </p:spPr>
        <p:txBody>
          <a:bodyPr vert="horz" lIns="91440" tIns="45720" rIns="91440" bIns="45720" rtlCol="0">
            <a:normAutofit/>
          </a:bodyPr>
          <a:lstStyle>
            <a:lvl1pPr algn="ct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dirty="0"/>
              <a:t>Mastertextformat bearbeiten</a:t>
            </a:r>
          </a:p>
        </p:txBody>
      </p:sp>
      <p:sp>
        <p:nvSpPr>
          <p:cNvPr id="7" name="Titel 1">
            <a:extLst>
              <a:ext uri="{FF2B5EF4-FFF2-40B4-BE49-F238E27FC236}">
                <a16:creationId xmlns:a16="http://schemas.microsoft.com/office/drawing/2014/main" id="{8B67B015-C764-7133-C35D-E8B6290BA892}"/>
              </a:ext>
            </a:extLst>
          </p:cNvPr>
          <p:cNvSpPr txBox="1">
            <a:spLocks/>
          </p:cNvSpPr>
          <p:nvPr userDrawn="1"/>
        </p:nvSpPr>
        <p:spPr>
          <a:xfrm>
            <a:off x="929638" y="568963"/>
            <a:ext cx="10332720" cy="132556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0" kern="1200">
                <a:solidFill>
                  <a:schemeClr val="tx1"/>
                </a:solidFill>
                <a:latin typeface="+mj-lt"/>
                <a:ea typeface="+mj-ea"/>
                <a:cs typeface="+mj-cs"/>
              </a:defRPr>
            </a:lvl1pPr>
          </a:lstStyle>
          <a:p>
            <a:r>
              <a:rPr lang="de-DE" dirty="0"/>
              <a:t>Mastertitelformat bearbeiten</a:t>
            </a:r>
          </a:p>
        </p:txBody>
      </p:sp>
    </p:spTree>
    <p:extLst>
      <p:ext uri="{BB962C8B-B14F-4D97-AF65-F5344CB8AC3E}">
        <p14:creationId xmlns:p14="http://schemas.microsoft.com/office/powerpoint/2010/main" val="208198404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rennfolie4-mit-Logo">
    <p:spTree>
      <p:nvGrpSpPr>
        <p:cNvPr id="1" name=""/>
        <p:cNvGrpSpPr/>
        <p:nvPr/>
      </p:nvGrpSpPr>
      <p:grpSpPr>
        <a:xfrm>
          <a:off x="0" y="0"/>
          <a:ext cx="0" cy="0"/>
          <a:chOff x="0" y="0"/>
          <a:chExt cx="0" cy="0"/>
        </a:xfrm>
      </p:grpSpPr>
      <p:pic>
        <p:nvPicPr>
          <p:cNvPr id="3" name="Grafik 2" descr="Ein Bild, das Rechteck, Screenshot, Text, Design enthält.&#10;&#10;Automatisch generierte Beschreibung">
            <a:extLst>
              <a:ext uri="{FF2B5EF4-FFF2-40B4-BE49-F238E27FC236}">
                <a16:creationId xmlns:a16="http://schemas.microsoft.com/office/drawing/2014/main" id="{F20D5943-CFF3-BB0D-7D33-3A42265984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5" name="Textplatzhalter 2">
            <a:extLst>
              <a:ext uri="{FF2B5EF4-FFF2-40B4-BE49-F238E27FC236}">
                <a16:creationId xmlns:a16="http://schemas.microsoft.com/office/drawing/2014/main" id="{682D3866-9F63-50D4-4D5C-0C912AE63CE6}"/>
              </a:ext>
            </a:extLst>
          </p:cNvPr>
          <p:cNvSpPr>
            <a:spLocks noGrp="1"/>
          </p:cNvSpPr>
          <p:nvPr>
            <p:ph idx="12" hasCustomPrompt="1"/>
          </p:nvPr>
        </p:nvSpPr>
        <p:spPr>
          <a:xfrm>
            <a:off x="1523998" y="1894525"/>
            <a:ext cx="9144000" cy="3144200"/>
          </a:xfrm>
          <a:prstGeom prst="rect">
            <a:avLst/>
          </a:prstGeom>
        </p:spPr>
        <p:txBody>
          <a:bodyPr vert="horz" lIns="91440" tIns="45720" rIns="91440" bIns="45720" rtlCol="0">
            <a:normAutofit/>
          </a:bodyPr>
          <a:lstStyle>
            <a:lvl1pPr algn="ct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dirty="0"/>
              <a:t>Mastertextformat bearbeiten</a:t>
            </a:r>
          </a:p>
        </p:txBody>
      </p:sp>
      <p:pic>
        <p:nvPicPr>
          <p:cNvPr id="7" name="Grafik 6" descr="Ein Bild, das Grafiken, Schrift, Text, Grafikdesign enthält.&#10;&#10;Automatisch generierte Beschreibung">
            <a:extLst>
              <a:ext uri="{FF2B5EF4-FFF2-40B4-BE49-F238E27FC236}">
                <a16:creationId xmlns:a16="http://schemas.microsoft.com/office/drawing/2014/main" id="{67EE2E78-33FA-061D-58B7-4DD8E6C6711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781727" y="5205356"/>
            <a:ext cx="2476146" cy="1083682"/>
          </a:xfrm>
          <a:prstGeom prst="rect">
            <a:avLst/>
          </a:prstGeom>
        </p:spPr>
      </p:pic>
      <p:sp>
        <p:nvSpPr>
          <p:cNvPr id="2" name="Titel 1">
            <a:extLst>
              <a:ext uri="{FF2B5EF4-FFF2-40B4-BE49-F238E27FC236}">
                <a16:creationId xmlns:a16="http://schemas.microsoft.com/office/drawing/2014/main" id="{ACB87A02-4997-DAF6-B211-4E76C8A1928C}"/>
              </a:ext>
            </a:extLst>
          </p:cNvPr>
          <p:cNvSpPr>
            <a:spLocks noGrp="1"/>
          </p:cNvSpPr>
          <p:nvPr>
            <p:ph type="title"/>
          </p:nvPr>
        </p:nvSpPr>
        <p:spPr>
          <a:xfrm>
            <a:off x="929638" y="568963"/>
            <a:ext cx="10332720" cy="1325562"/>
          </a:xfrm>
        </p:spPr>
        <p:txBody>
          <a:bodyPr/>
          <a:lstStyle>
            <a:lvl1pPr algn="ctr">
              <a:defRPr b="0">
                <a:solidFill>
                  <a:schemeClr val="tx1"/>
                </a:solidFill>
              </a:defRPr>
            </a:lvl1pPr>
          </a:lstStyle>
          <a:p>
            <a:r>
              <a:rPr lang="de-DE" dirty="0"/>
              <a:t>Mastertitelformat bearbeiten</a:t>
            </a:r>
          </a:p>
        </p:txBody>
      </p:sp>
    </p:spTree>
    <p:extLst>
      <p:ext uri="{BB962C8B-B14F-4D97-AF65-F5344CB8AC3E}">
        <p14:creationId xmlns:p14="http://schemas.microsoft.com/office/powerpoint/2010/main" val="63751982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Inhalt3">
    <p:spTree>
      <p:nvGrpSpPr>
        <p:cNvPr id="1" name=""/>
        <p:cNvGrpSpPr/>
        <p:nvPr/>
      </p:nvGrpSpPr>
      <p:grpSpPr>
        <a:xfrm>
          <a:off x="0" y="0"/>
          <a:ext cx="0" cy="0"/>
          <a:chOff x="0" y="0"/>
          <a:chExt cx="0" cy="0"/>
        </a:xfrm>
      </p:grpSpPr>
      <p:pic>
        <p:nvPicPr>
          <p:cNvPr id="3" name="Grafik 2" descr="Ein Bild, das Rechteck, Screenshot, Grün, Farbigkeit enthält.&#10;&#10;Automatisch generierte Beschreibung">
            <a:extLst>
              <a:ext uri="{FF2B5EF4-FFF2-40B4-BE49-F238E27FC236}">
                <a16:creationId xmlns:a16="http://schemas.microsoft.com/office/drawing/2014/main" id="{38FDFE06-BCCB-6DF8-2B91-4A443E36D46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4" name="Inhaltsplatzhalter 2">
            <a:extLst>
              <a:ext uri="{FF2B5EF4-FFF2-40B4-BE49-F238E27FC236}">
                <a16:creationId xmlns:a16="http://schemas.microsoft.com/office/drawing/2014/main" id="{A16BC54A-4D4E-3CA4-99BC-A8EF9E493555}"/>
              </a:ext>
            </a:extLst>
          </p:cNvPr>
          <p:cNvSpPr>
            <a:spLocks noGrp="1"/>
          </p:cNvSpPr>
          <p:nvPr>
            <p:ph idx="1"/>
          </p:nvPr>
        </p:nvSpPr>
        <p:spPr>
          <a:xfrm>
            <a:off x="640080" y="640080"/>
            <a:ext cx="5252720" cy="5577840"/>
          </a:xfrm>
        </p:spPr>
        <p:txBody>
          <a:bodyPr/>
          <a:lstStyle>
            <a:lvl1pPr marL="0" indent="0">
              <a:buNone/>
              <a:defRPr>
                <a:solidFill>
                  <a:schemeClr val="bg1"/>
                </a:solidFill>
              </a:defRPr>
            </a:lvl1pPr>
          </a:lstStyle>
          <a:p>
            <a:pPr lvl="0"/>
            <a:r>
              <a:rPr lang="de-DE" dirty="0"/>
              <a:t>Mastertextformat bearbeiten</a:t>
            </a:r>
          </a:p>
        </p:txBody>
      </p:sp>
      <p:sp>
        <p:nvSpPr>
          <p:cNvPr id="7" name="Titel 1">
            <a:extLst>
              <a:ext uri="{FF2B5EF4-FFF2-40B4-BE49-F238E27FC236}">
                <a16:creationId xmlns:a16="http://schemas.microsoft.com/office/drawing/2014/main" id="{4FA16299-CA41-4896-BC16-6E7FBB8BBCEA}"/>
              </a:ext>
            </a:extLst>
          </p:cNvPr>
          <p:cNvSpPr>
            <a:spLocks noGrp="1"/>
          </p:cNvSpPr>
          <p:nvPr>
            <p:ph type="title"/>
          </p:nvPr>
        </p:nvSpPr>
        <p:spPr>
          <a:xfrm>
            <a:off x="6532880" y="640080"/>
            <a:ext cx="5090160" cy="1417320"/>
          </a:xfrm>
        </p:spPr>
        <p:txBody>
          <a:bodyPr anchor="t"/>
          <a:lstStyle>
            <a:lvl1pPr>
              <a:defRPr sz="3200"/>
            </a:lvl1pPr>
          </a:lstStyle>
          <a:p>
            <a:r>
              <a:rPr lang="de-DE" dirty="0"/>
              <a:t>Mastertitelformat bearbeiten</a:t>
            </a:r>
          </a:p>
        </p:txBody>
      </p:sp>
      <p:sp>
        <p:nvSpPr>
          <p:cNvPr id="8" name="Textplatzhalter 3">
            <a:extLst>
              <a:ext uri="{FF2B5EF4-FFF2-40B4-BE49-F238E27FC236}">
                <a16:creationId xmlns:a16="http://schemas.microsoft.com/office/drawing/2014/main" id="{ECB3F8B0-CDF0-293A-6998-3BF5F797A842}"/>
              </a:ext>
            </a:extLst>
          </p:cNvPr>
          <p:cNvSpPr>
            <a:spLocks noGrp="1"/>
          </p:cNvSpPr>
          <p:nvPr>
            <p:ph type="body" sz="half" idx="2"/>
          </p:nvPr>
        </p:nvSpPr>
        <p:spPr>
          <a:xfrm>
            <a:off x="6532880" y="2057400"/>
            <a:ext cx="5090160" cy="41605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dirty="0"/>
              <a:t>Mastertextformat bearbeiten</a:t>
            </a:r>
          </a:p>
        </p:txBody>
      </p:sp>
    </p:spTree>
    <p:extLst>
      <p:ext uri="{BB962C8B-B14F-4D97-AF65-F5344CB8AC3E}">
        <p14:creationId xmlns:p14="http://schemas.microsoft.com/office/powerpoint/2010/main" val="47357415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nhalt4">
    <p:spTree>
      <p:nvGrpSpPr>
        <p:cNvPr id="1" name=""/>
        <p:cNvGrpSpPr/>
        <p:nvPr/>
      </p:nvGrpSpPr>
      <p:grpSpPr>
        <a:xfrm>
          <a:off x="0" y="0"/>
          <a:ext cx="0" cy="0"/>
          <a:chOff x="0" y="0"/>
          <a:chExt cx="0" cy="0"/>
        </a:xfrm>
      </p:grpSpPr>
      <p:pic>
        <p:nvPicPr>
          <p:cNvPr id="3" name="Grafik 2" descr="Ein Bild, das Rechteck, Farbigkeit, Screenshot, Grün enthält.&#10;&#10;Automatisch generierte Beschreibung">
            <a:extLst>
              <a:ext uri="{FF2B5EF4-FFF2-40B4-BE49-F238E27FC236}">
                <a16:creationId xmlns:a16="http://schemas.microsoft.com/office/drawing/2014/main" id="{CEEE3F66-D788-9C08-CEEA-EB7270F3C20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7" name="Inhaltsplatzhalter 2">
            <a:extLst>
              <a:ext uri="{FF2B5EF4-FFF2-40B4-BE49-F238E27FC236}">
                <a16:creationId xmlns:a16="http://schemas.microsoft.com/office/drawing/2014/main" id="{CBA65198-70EF-D98E-FCE3-3EB7F3115731}"/>
              </a:ext>
            </a:extLst>
          </p:cNvPr>
          <p:cNvSpPr>
            <a:spLocks noGrp="1"/>
          </p:cNvSpPr>
          <p:nvPr>
            <p:ph idx="1"/>
          </p:nvPr>
        </p:nvSpPr>
        <p:spPr>
          <a:xfrm>
            <a:off x="6370320" y="640080"/>
            <a:ext cx="5110480" cy="5577840"/>
          </a:xfrm>
        </p:spPr>
        <p:txBody>
          <a:bodyPr/>
          <a:lstStyle>
            <a:lvl1pPr marL="0" indent="0">
              <a:buNone/>
              <a:defRPr>
                <a:solidFill>
                  <a:schemeClr val="bg1"/>
                </a:solidFill>
              </a:defRPr>
            </a:lvl1pPr>
          </a:lstStyle>
          <a:p>
            <a:pPr lvl="0"/>
            <a:r>
              <a:rPr lang="de-DE"/>
              <a:t>Mastertextformat bearbeiten</a:t>
            </a:r>
          </a:p>
        </p:txBody>
      </p:sp>
      <p:sp>
        <p:nvSpPr>
          <p:cNvPr id="8" name="Titel 1">
            <a:extLst>
              <a:ext uri="{FF2B5EF4-FFF2-40B4-BE49-F238E27FC236}">
                <a16:creationId xmlns:a16="http://schemas.microsoft.com/office/drawing/2014/main" id="{AA509297-2D1E-7606-EBE8-14BFE68331E2}"/>
              </a:ext>
            </a:extLst>
          </p:cNvPr>
          <p:cNvSpPr>
            <a:spLocks noGrp="1"/>
          </p:cNvSpPr>
          <p:nvPr>
            <p:ph type="title"/>
          </p:nvPr>
        </p:nvSpPr>
        <p:spPr>
          <a:xfrm>
            <a:off x="497840" y="1490726"/>
            <a:ext cx="5242560" cy="1297178"/>
          </a:xfrm>
        </p:spPr>
        <p:txBody>
          <a:bodyPr anchor="t"/>
          <a:lstStyle>
            <a:lvl1pPr>
              <a:defRPr sz="3200"/>
            </a:lvl1pPr>
          </a:lstStyle>
          <a:p>
            <a:r>
              <a:rPr lang="de-DE" dirty="0"/>
              <a:t>Mastertitelformat bearbeiten</a:t>
            </a:r>
          </a:p>
        </p:txBody>
      </p:sp>
      <p:sp>
        <p:nvSpPr>
          <p:cNvPr id="9" name="Textplatzhalter 3">
            <a:extLst>
              <a:ext uri="{FF2B5EF4-FFF2-40B4-BE49-F238E27FC236}">
                <a16:creationId xmlns:a16="http://schemas.microsoft.com/office/drawing/2014/main" id="{CAF2219D-A666-2479-4A55-F3BED778A577}"/>
              </a:ext>
            </a:extLst>
          </p:cNvPr>
          <p:cNvSpPr>
            <a:spLocks noGrp="1"/>
          </p:cNvSpPr>
          <p:nvPr>
            <p:ph type="body" sz="half" idx="2"/>
          </p:nvPr>
        </p:nvSpPr>
        <p:spPr>
          <a:xfrm>
            <a:off x="914400" y="3429000"/>
            <a:ext cx="4826000" cy="27889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pic>
        <p:nvPicPr>
          <p:cNvPr id="2" name="Grafik 1" descr="Ein Bild, das Grafiken, Schrift, Text, Grafikdesign enthält.&#10;&#10;Automatisch generierte Beschreibung">
            <a:extLst>
              <a:ext uri="{FF2B5EF4-FFF2-40B4-BE49-F238E27FC236}">
                <a16:creationId xmlns:a16="http://schemas.microsoft.com/office/drawing/2014/main" id="{AD03AEAB-70B9-B013-6A24-AF04F2FE2C7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947087" y="203014"/>
            <a:ext cx="2476146" cy="1083682"/>
          </a:xfrm>
          <a:prstGeom prst="rect">
            <a:avLst/>
          </a:prstGeom>
        </p:spPr>
      </p:pic>
    </p:spTree>
    <p:extLst>
      <p:ext uri="{BB962C8B-B14F-4D97-AF65-F5344CB8AC3E}">
        <p14:creationId xmlns:p14="http://schemas.microsoft.com/office/powerpoint/2010/main" val="375511255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nhalt5">
    <p:spTree>
      <p:nvGrpSpPr>
        <p:cNvPr id="1" name=""/>
        <p:cNvGrpSpPr/>
        <p:nvPr/>
      </p:nvGrpSpPr>
      <p:grpSpPr>
        <a:xfrm>
          <a:off x="0" y="0"/>
          <a:ext cx="0" cy="0"/>
          <a:chOff x="0" y="0"/>
          <a:chExt cx="0" cy="0"/>
        </a:xfrm>
      </p:grpSpPr>
      <p:pic>
        <p:nvPicPr>
          <p:cNvPr id="3" name="Grafik 2" descr="Ein Bild, das Rechteck, Screenshot, Grün, Farbigkeit enthält.&#10;&#10;Automatisch generierte Beschreibung">
            <a:extLst>
              <a:ext uri="{FF2B5EF4-FFF2-40B4-BE49-F238E27FC236}">
                <a16:creationId xmlns:a16="http://schemas.microsoft.com/office/drawing/2014/main" id="{4900CEC2-4AC7-74A8-C4DF-81E0743B13A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4" name="Inhaltsplatzhalter 2">
            <a:extLst>
              <a:ext uri="{FF2B5EF4-FFF2-40B4-BE49-F238E27FC236}">
                <a16:creationId xmlns:a16="http://schemas.microsoft.com/office/drawing/2014/main" id="{D6AA956C-8AA6-8A68-3B11-DAC8F0EF966E}"/>
              </a:ext>
            </a:extLst>
          </p:cNvPr>
          <p:cNvSpPr>
            <a:spLocks noGrp="1"/>
          </p:cNvSpPr>
          <p:nvPr>
            <p:ph idx="1"/>
          </p:nvPr>
        </p:nvSpPr>
        <p:spPr>
          <a:xfrm>
            <a:off x="6370320" y="640080"/>
            <a:ext cx="5110480" cy="5577840"/>
          </a:xfrm>
        </p:spPr>
        <p:txBody>
          <a:bodyPr/>
          <a:lstStyle>
            <a:lvl1pPr marL="0" indent="0">
              <a:buNone/>
              <a:defRPr>
                <a:solidFill>
                  <a:schemeClr val="bg1"/>
                </a:solidFill>
              </a:defRPr>
            </a:lvl1pPr>
          </a:lstStyle>
          <a:p>
            <a:pPr lvl="0"/>
            <a:r>
              <a:rPr lang="de-DE"/>
              <a:t>Mastertextformat bearbeiten</a:t>
            </a:r>
          </a:p>
        </p:txBody>
      </p:sp>
      <p:sp>
        <p:nvSpPr>
          <p:cNvPr id="5" name="Titel 1">
            <a:extLst>
              <a:ext uri="{FF2B5EF4-FFF2-40B4-BE49-F238E27FC236}">
                <a16:creationId xmlns:a16="http://schemas.microsoft.com/office/drawing/2014/main" id="{6601344A-4279-85FE-7B30-ACAAADAA311C}"/>
              </a:ext>
            </a:extLst>
          </p:cNvPr>
          <p:cNvSpPr>
            <a:spLocks noGrp="1"/>
          </p:cNvSpPr>
          <p:nvPr>
            <p:ph type="title"/>
          </p:nvPr>
        </p:nvSpPr>
        <p:spPr>
          <a:xfrm>
            <a:off x="629920" y="640080"/>
            <a:ext cx="5110480" cy="1417320"/>
          </a:xfrm>
        </p:spPr>
        <p:txBody>
          <a:bodyPr anchor="t"/>
          <a:lstStyle>
            <a:lvl1pPr>
              <a:defRPr sz="3200"/>
            </a:lvl1pPr>
          </a:lstStyle>
          <a:p>
            <a:r>
              <a:rPr lang="de-DE" dirty="0"/>
              <a:t>Mastertitelformat bearbeiten</a:t>
            </a:r>
          </a:p>
        </p:txBody>
      </p:sp>
      <p:sp>
        <p:nvSpPr>
          <p:cNvPr id="6" name="Textplatzhalter 3">
            <a:extLst>
              <a:ext uri="{FF2B5EF4-FFF2-40B4-BE49-F238E27FC236}">
                <a16:creationId xmlns:a16="http://schemas.microsoft.com/office/drawing/2014/main" id="{969651F2-632B-323F-0210-E6358726BE20}"/>
              </a:ext>
            </a:extLst>
          </p:cNvPr>
          <p:cNvSpPr>
            <a:spLocks noGrp="1"/>
          </p:cNvSpPr>
          <p:nvPr>
            <p:ph type="body" sz="half" idx="2"/>
          </p:nvPr>
        </p:nvSpPr>
        <p:spPr>
          <a:xfrm>
            <a:off x="629920" y="2057400"/>
            <a:ext cx="5110480" cy="41605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Tree>
    <p:extLst>
      <p:ext uri="{BB962C8B-B14F-4D97-AF65-F5344CB8AC3E}">
        <p14:creationId xmlns:p14="http://schemas.microsoft.com/office/powerpoint/2010/main" val="324761775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nhalt6">
    <p:spTree>
      <p:nvGrpSpPr>
        <p:cNvPr id="1" name=""/>
        <p:cNvGrpSpPr/>
        <p:nvPr/>
      </p:nvGrpSpPr>
      <p:grpSpPr>
        <a:xfrm>
          <a:off x="0" y="0"/>
          <a:ext cx="0" cy="0"/>
          <a:chOff x="0" y="0"/>
          <a:chExt cx="0" cy="0"/>
        </a:xfrm>
      </p:grpSpPr>
      <p:pic>
        <p:nvPicPr>
          <p:cNvPr id="3" name="Grafik 2" descr="Ein Bild, das Rechteck, Screenshot, Quadrat, Design enthält.&#10;&#10;Automatisch generierte Beschreibung">
            <a:extLst>
              <a:ext uri="{FF2B5EF4-FFF2-40B4-BE49-F238E27FC236}">
                <a16:creationId xmlns:a16="http://schemas.microsoft.com/office/drawing/2014/main" id="{65BAA06C-0933-06E2-08F5-2561150C088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4" name="Inhaltsplatzhalter 2">
            <a:extLst>
              <a:ext uri="{FF2B5EF4-FFF2-40B4-BE49-F238E27FC236}">
                <a16:creationId xmlns:a16="http://schemas.microsoft.com/office/drawing/2014/main" id="{B833EA10-036C-43A8-2A99-CA252899FEBC}"/>
              </a:ext>
            </a:extLst>
          </p:cNvPr>
          <p:cNvSpPr>
            <a:spLocks noGrp="1"/>
          </p:cNvSpPr>
          <p:nvPr>
            <p:ph idx="1"/>
          </p:nvPr>
        </p:nvSpPr>
        <p:spPr>
          <a:xfrm>
            <a:off x="619760" y="640080"/>
            <a:ext cx="4836160" cy="5577840"/>
          </a:xfrm>
        </p:spPr>
        <p:txBody>
          <a:bodyPr/>
          <a:lstStyle>
            <a:lvl1pPr marL="0" indent="0">
              <a:buNone/>
              <a:defRPr/>
            </a:lvl1pPr>
          </a:lstStyle>
          <a:p>
            <a:pPr lvl="0"/>
            <a:r>
              <a:rPr lang="de-DE"/>
              <a:t>Mastertextformat bearbeiten</a:t>
            </a:r>
          </a:p>
        </p:txBody>
      </p:sp>
      <p:sp>
        <p:nvSpPr>
          <p:cNvPr id="5" name="Foliennummernplatzhalter 15">
            <a:extLst>
              <a:ext uri="{FF2B5EF4-FFF2-40B4-BE49-F238E27FC236}">
                <a16:creationId xmlns:a16="http://schemas.microsoft.com/office/drawing/2014/main" id="{12279F34-6012-3097-C35F-58314D97B43B}"/>
              </a:ext>
            </a:extLst>
          </p:cNvPr>
          <p:cNvSpPr txBox="1">
            <a:spLocks/>
          </p:cNvSpPr>
          <p:nvPr userDrawn="1"/>
        </p:nvSpPr>
        <p:spPr>
          <a:xfrm>
            <a:off x="11200476" y="3429000"/>
            <a:ext cx="560647" cy="517379"/>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600" b="1" smtClean="0"/>
              <a:pPr algn="ctr"/>
              <a:t>‹Nr.›</a:t>
            </a:fld>
            <a:endParaRPr lang="de-DE" b="1" dirty="0"/>
          </a:p>
        </p:txBody>
      </p:sp>
      <p:sp>
        <p:nvSpPr>
          <p:cNvPr id="6" name="Titel 1">
            <a:extLst>
              <a:ext uri="{FF2B5EF4-FFF2-40B4-BE49-F238E27FC236}">
                <a16:creationId xmlns:a16="http://schemas.microsoft.com/office/drawing/2014/main" id="{87B2645C-1B8C-8D33-9E85-1D134ADF5BDC}"/>
              </a:ext>
            </a:extLst>
          </p:cNvPr>
          <p:cNvSpPr>
            <a:spLocks noGrp="1"/>
          </p:cNvSpPr>
          <p:nvPr>
            <p:ph type="title"/>
          </p:nvPr>
        </p:nvSpPr>
        <p:spPr>
          <a:xfrm>
            <a:off x="6857841" y="457200"/>
            <a:ext cx="3932237" cy="1600200"/>
          </a:xfrm>
        </p:spPr>
        <p:txBody>
          <a:bodyPr anchor="t"/>
          <a:lstStyle>
            <a:lvl1pPr>
              <a:defRPr sz="3200"/>
            </a:lvl1pPr>
          </a:lstStyle>
          <a:p>
            <a:r>
              <a:rPr lang="de-DE" dirty="0"/>
              <a:t>Mastertitelformat bearbeiten</a:t>
            </a:r>
          </a:p>
        </p:txBody>
      </p:sp>
      <p:sp>
        <p:nvSpPr>
          <p:cNvPr id="7" name="Textplatzhalter 3">
            <a:extLst>
              <a:ext uri="{FF2B5EF4-FFF2-40B4-BE49-F238E27FC236}">
                <a16:creationId xmlns:a16="http://schemas.microsoft.com/office/drawing/2014/main" id="{8AE8F366-FFE1-BFA4-BA48-34A4BE4D1860}"/>
              </a:ext>
            </a:extLst>
          </p:cNvPr>
          <p:cNvSpPr>
            <a:spLocks noGrp="1"/>
          </p:cNvSpPr>
          <p:nvPr>
            <p:ph type="body" sz="half" idx="2"/>
          </p:nvPr>
        </p:nvSpPr>
        <p:spPr>
          <a:xfrm>
            <a:off x="6857841" y="2057400"/>
            <a:ext cx="3932237" cy="41605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Tree>
    <p:extLst>
      <p:ext uri="{BB962C8B-B14F-4D97-AF65-F5344CB8AC3E}">
        <p14:creationId xmlns:p14="http://schemas.microsoft.com/office/powerpoint/2010/main" val="89129728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Inhalt7">
    <p:spTree>
      <p:nvGrpSpPr>
        <p:cNvPr id="1" name=""/>
        <p:cNvGrpSpPr/>
        <p:nvPr/>
      </p:nvGrpSpPr>
      <p:grpSpPr>
        <a:xfrm>
          <a:off x="0" y="0"/>
          <a:ext cx="0" cy="0"/>
          <a:chOff x="0" y="0"/>
          <a:chExt cx="0" cy="0"/>
        </a:xfrm>
      </p:grpSpPr>
      <p:pic>
        <p:nvPicPr>
          <p:cNvPr id="4" name="Grafik 3" descr="Ein Bild, das Rechteck, Screenshot, Quadrat, Design enthält.&#10;&#10;Automatisch generierte Beschreibung">
            <a:extLst>
              <a:ext uri="{FF2B5EF4-FFF2-40B4-BE49-F238E27FC236}">
                <a16:creationId xmlns:a16="http://schemas.microsoft.com/office/drawing/2014/main" id="{3D3A8490-08B8-D489-EAF5-C72F7F2E62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5" name="Inhaltsplatzhalter 2">
            <a:extLst>
              <a:ext uri="{FF2B5EF4-FFF2-40B4-BE49-F238E27FC236}">
                <a16:creationId xmlns:a16="http://schemas.microsoft.com/office/drawing/2014/main" id="{5C959901-AF38-0DA8-BEFA-CAC8F05EDD41}"/>
              </a:ext>
            </a:extLst>
          </p:cNvPr>
          <p:cNvSpPr>
            <a:spLocks noGrp="1"/>
          </p:cNvSpPr>
          <p:nvPr>
            <p:ph idx="1"/>
          </p:nvPr>
        </p:nvSpPr>
        <p:spPr>
          <a:xfrm>
            <a:off x="6725920" y="640080"/>
            <a:ext cx="4836160" cy="5577840"/>
          </a:xfrm>
        </p:spPr>
        <p:txBody>
          <a:bodyPr/>
          <a:lstStyle>
            <a:lvl1pPr marL="0" indent="0">
              <a:buNone/>
              <a:defRPr/>
            </a:lvl1pPr>
          </a:lstStyle>
          <a:p>
            <a:pPr lvl="0"/>
            <a:r>
              <a:rPr lang="de-DE"/>
              <a:t>Mastertextformat bearbeiten</a:t>
            </a:r>
          </a:p>
        </p:txBody>
      </p:sp>
      <p:sp>
        <p:nvSpPr>
          <p:cNvPr id="6" name="Foliennummernplatzhalter 15">
            <a:extLst>
              <a:ext uri="{FF2B5EF4-FFF2-40B4-BE49-F238E27FC236}">
                <a16:creationId xmlns:a16="http://schemas.microsoft.com/office/drawing/2014/main" id="{6F8F3A60-A9FF-DDE6-D9E9-5A4DDB43B0D7}"/>
              </a:ext>
            </a:extLst>
          </p:cNvPr>
          <p:cNvSpPr txBox="1">
            <a:spLocks/>
          </p:cNvSpPr>
          <p:nvPr userDrawn="1"/>
        </p:nvSpPr>
        <p:spPr>
          <a:xfrm>
            <a:off x="386080" y="3429000"/>
            <a:ext cx="560647" cy="517379"/>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600" b="1" smtClean="0"/>
              <a:pPr algn="ctr"/>
              <a:t>‹Nr.›</a:t>
            </a:fld>
            <a:endParaRPr lang="de-DE" b="1" dirty="0"/>
          </a:p>
        </p:txBody>
      </p:sp>
      <p:sp>
        <p:nvSpPr>
          <p:cNvPr id="7" name="Titel 1">
            <a:extLst>
              <a:ext uri="{FF2B5EF4-FFF2-40B4-BE49-F238E27FC236}">
                <a16:creationId xmlns:a16="http://schemas.microsoft.com/office/drawing/2014/main" id="{98C2EAA4-7F7A-55CC-2BDF-A8224BEF71EF}"/>
              </a:ext>
            </a:extLst>
          </p:cNvPr>
          <p:cNvSpPr>
            <a:spLocks noGrp="1"/>
          </p:cNvSpPr>
          <p:nvPr>
            <p:ph type="title"/>
          </p:nvPr>
        </p:nvSpPr>
        <p:spPr>
          <a:xfrm>
            <a:off x="1396842" y="457200"/>
            <a:ext cx="3932237" cy="1600200"/>
          </a:xfrm>
        </p:spPr>
        <p:txBody>
          <a:bodyPr anchor="t"/>
          <a:lstStyle>
            <a:lvl1pPr>
              <a:defRPr sz="3200"/>
            </a:lvl1pPr>
          </a:lstStyle>
          <a:p>
            <a:r>
              <a:rPr lang="de-DE" dirty="0"/>
              <a:t>Mastertitelformat bearbeiten</a:t>
            </a:r>
          </a:p>
        </p:txBody>
      </p:sp>
      <p:sp>
        <p:nvSpPr>
          <p:cNvPr id="8" name="Textplatzhalter 3">
            <a:extLst>
              <a:ext uri="{FF2B5EF4-FFF2-40B4-BE49-F238E27FC236}">
                <a16:creationId xmlns:a16="http://schemas.microsoft.com/office/drawing/2014/main" id="{EEBFBB03-92B7-BFBB-FFD3-6142EDAA0A5E}"/>
              </a:ext>
            </a:extLst>
          </p:cNvPr>
          <p:cNvSpPr>
            <a:spLocks noGrp="1"/>
          </p:cNvSpPr>
          <p:nvPr>
            <p:ph type="body" sz="half" idx="2"/>
          </p:nvPr>
        </p:nvSpPr>
        <p:spPr>
          <a:xfrm>
            <a:off x="1396842" y="2057400"/>
            <a:ext cx="3932237" cy="41605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Tree>
    <p:extLst>
      <p:ext uri="{BB962C8B-B14F-4D97-AF65-F5344CB8AC3E}">
        <p14:creationId xmlns:p14="http://schemas.microsoft.com/office/powerpoint/2010/main" val="34806702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91288544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Logo-klein">
    <p:spTree>
      <p:nvGrpSpPr>
        <p:cNvPr id="1" name=""/>
        <p:cNvGrpSpPr/>
        <p:nvPr/>
      </p:nvGrpSpPr>
      <p:grpSpPr>
        <a:xfrm>
          <a:off x="0" y="0"/>
          <a:ext cx="0" cy="0"/>
          <a:chOff x="0" y="0"/>
          <a:chExt cx="0" cy="0"/>
        </a:xfrm>
      </p:grpSpPr>
      <p:pic>
        <p:nvPicPr>
          <p:cNvPr id="4" name="Grafik 3" descr="Ein Bild, das Grafiken, Schrift, Text, Grafikdesign enthält.&#10;&#10;Automatisch generierte Beschreibung">
            <a:extLst>
              <a:ext uri="{FF2B5EF4-FFF2-40B4-BE49-F238E27FC236}">
                <a16:creationId xmlns:a16="http://schemas.microsoft.com/office/drawing/2014/main" id="{222673D9-6131-E5AC-47F3-D794CCC1423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81727" y="5205356"/>
            <a:ext cx="2476146" cy="1083682"/>
          </a:xfrm>
          <a:prstGeom prst="rect">
            <a:avLst/>
          </a:prstGeom>
        </p:spPr>
      </p:pic>
    </p:spTree>
    <p:extLst>
      <p:ext uri="{BB962C8B-B14F-4D97-AF65-F5344CB8AC3E}">
        <p14:creationId xmlns:p14="http://schemas.microsoft.com/office/powerpoint/2010/main" val="293960283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Logo-groß">
    <p:spTree>
      <p:nvGrpSpPr>
        <p:cNvPr id="1" name=""/>
        <p:cNvGrpSpPr/>
        <p:nvPr/>
      </p:nvGrpSpPr>
      <p:grpSpPr>
        <a:xfrm>
          <a:off x="0" y="0"/>
          <a:ext cx="0" cy="0"/>
          <a:chOff x="0" y="0"/>
          <a:chExt cx="0" cy="0"/>
        </a:xfrm>
      </p:grpSpPr>
      <p:pic>
        <p:nvPicPr>
          <p:cNvPr id="3" name="Grafik 2" descr="Ein Bild, das Grafiken, Schrift, Text, Grafikdesign enthält.&#10;&#10;Automatisch generierte Beschreibung">
            <a:extLst>
              <a:ext uri="{FF2B5EF4-FFF2-40B4-BE49-F238E27FC236}">
                <a16:creationId xmlns:a16="http://schemas.microsoft.com/office/drawing/2014/main" id="{024BB557-6B41-C1DC-24AD-8CEA186BA08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86475" y="1455416"/>
            <a:ext cx="9019050" cy="3947168"/>
          </a:xfrm>
          <a:prstGeom prst="rect">
            <a:avLst/>
          </a:prstGeom>
        </p:spPr>
      </p:pic>
    </p:spTree>
    <p:extLst>
      <p:ext uri="{BB962C8B-B14F-4D97-AF65-F5344CB8AC3E}">
        <p14:creationId xmlns:p14="http://schemas.microsoft.com/office/powerpoint/2010/main" val="277276066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Endfolie">
    <p:spTree>
      <p:nvGrpSpPr>
        <p:cNvPr id="1" name=""/>
        <p:cNvGrpSpPr/>
        <p:nvPr/>
      </p:nvGrpSpPr>
      <p:grpSpPr>
        <a:xfrm>
          <a:off x="0" y="0"/>
          <a:ext cx="0" cy="0"/>
          <a:chOff x="0" y="0"/>
          <a:chExt cx="0" cy="0"/>
        </a:xfrm>
      </p:grpSpPr>
      <p:pic>
        <p:nvPicPr>
          <p:cNvPr id="5" name="Grafik 4" descr="Ein Bild, das Farbigkeit, Grafiken, Grün, Screenshot enthält.&#10;&#10;Automatisch generierte Beschreibung">
            <a:extLst>
              <a:ext uri="{FF2B5EF4-FFF2-40B4-BE49-F238E27FC236}">
                <a16:creationId xmlns:a16="http://schemas.microsoft.com/office/drawing/2014/main" id="{A8A1C50E-8883-82E5-75D2-3B6BB2CC6C84}"/>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4" name="Titelplatzhalter 1">
            <a:extLst>
              <a:ext uri="{FF2B5EF4-FFF2-40B4-BE49-F238E27FC236}">
                <a16:creationId xmlns:a16="http://schemas.microsoft.com/office/drawing/2014/main" id="{1F549EB2-8D6E-C2E3-F2E0-F248DB901039}"/>
              </a:ext>
            </a:extLst>
          </p:cNvPr>
          <p:cNvSpPr>
            <a:spLocks noGrp="1"/>
          </p:cNvSpPr>
          <p:nvPr>
            <p:ph type="title" hasCustomPrompt="1"/>
          </p:nvPr>
        </p:nvSpPr>
        <p:spPr>
          <a:xfrm>
            <a:off x="640080" y="568961"/>
            <a:ext cx="10759440" cy="5720078"/>
          </a:xfrm>
          <a:prstGeom prst="rect">
            <a:avLst/>
          </a:prstGeom>
        </p:spPr>
        <p:txBody>
          <a:bodyPr vert="horz" lIns="91440" tIns="45720" rIns="91440" bIns="45720" rtlCol="0" anchor="ctr">
            <a:normAutofit/>
          </a:bodyPr>
          <a:lstStyle>
            <a:lvl1pPr algn="ctr">
              <a:defRPr>
                <a:solidFill>
                  <a:schemeClr val="bg1"/>
                </a:solidFill>
              </a:defRPr>
            </a:lvl1pPr>
          </a:lstStyle>
          <a:p>
            <a:r>
              <a:rPr lang="de-DE" dirty="0"/>
              <a:t>[Verabschiedungstext]</a:t>
            </a:r>
          </a:p>
        </p:txBody>
      </p:sp>
    </p:spTree>
    <p:extLst>
      <p:ext uri="{BB962C8B-B14F-4D97-AF65-F5344CB8AC3E}">
        <p14:creationId xmlns:p14="http://schemas.microsoft.com/office/powerpoint/2010/main" val="93114434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Endfolie-Logo">
    <p:spTree>
      <p:nvGrpSpPr>
        <p:cNvPr id="1" name=""/>
        <p:cNvGrpSpPr/>
        <p:nvPr/>
      </p:nvGrpSpPr>
      <p:grpSpPr>
        <a:xfrm>
          <a:off x="0" y="0"/>
          <a:ext cx="0" cy="0"/>
          <a:chOff x="0" y="0"/>
          <a:chExt cx="0" cy="0"/>
        </a:xfrm>
      </p:grpSpPr>
      <p:pic>
        <p:nvPicPr>
          <p:cNvPr id="5" name="Grafik 4" descr="Ein Bild, das Farbigkeit, Grafiken, Grün, Screenshot enthält.&#10;&#10;Automatisch generierte Beschreibung">
            <a:extLst>
              <a:ext uri="{FF2B5EF4-FFF2-40B4-BE49-F238E27FC236}">
                <a16:creationId xmlns:a16="http://schemas.microsoft.com/office/drawing/2014/main" id="{A8A1C50E-8883-82E5-75D2-3B6BB2CC6C84}"/>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4" name="Titelplatzhalter 1">
            <a:extLst>
              <a:ext uri="{FF2B5EF4-FFF2-40B4-BE49-F238E27FC236}">
                <a16:creationId xmlns:a16="http://schemas.microsoft.com/office/drawing/2014/main" id="{1F549EB2-8D6E-C2E3-F2E0-F248DB901039}"/>
              </a:ext>
            </a:extLst>
          </p:cNvPr>
          <p:cNvSpPr>
            <a:spLocks noGrp="1"/>
          </p:cNvSpPr>
          <p:nvPr>
            <p:ph type="title" hasCustomPrompt="1"/>
          </p:nvPr>
        </p:nvSpPr>
        <p:spPr>
          <a:xfrm>
            <a:off x="640080" y="568961"/>
            <a:ext cx="10759440" cy="5720078"/>
          </a:xfrm>
          <a:prstGeom prst="rect">
            <a:avLst/>
          </a:prstGeom>
        </p:spPr>
        <p:txBody>
          <a:bodyPr vert="horz" lIns="91440" tIns="45720" rIns="91440" bIns="45720" rtlCol="0" anchor="ctr">
            <a:normAutofit/>
          </a:bodyPr>
          <a:lstStyle>
            <a:lvl1pPr algn="ctr">
              <a:defRPr>
                <a:solidFill>
                  <a:schemeClr val="bg1"/>
                </a:solidFill>
              </a:defRPr>
            </a:lvl1pPr>
          </a:lstStyle>
          <a:p>
            <a:r>
              <a:rPr lang="de-DE" dirty="0"/>
              <a:t>[Verabschiedungstext]</a:t>
            </a:r>
          </a:p>
        </p:txBody>
      </p:sp>
      <p:pic>
        <p:nvPicPr>
          <p:cNvPr id="2" name="Grafik 1">
            <a:extLst>
              <a:ext uri="{FF2B5EF4-FFF2-40B4-BE49-F238E27FC236}">
                <a16:creationId xmlns:a16="http://schemas.microsoft.com/office/drawing/2014/main" id="{A2095471-BB94-B5F3-2DDD-B47867B8F28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85472" y="5391405"/>
            <a:ext cx="3021056" cy="3505200"/>
          </a:xfrm>
          <a:prstGeom prst="rect">
            <a:avLst/>
          </a:prstGeom>
        </p:spPr>
      </p:pic>
    </p:spTree>
    <p:extLst>
      <p:ext uri="{BB962C8B-B14F-4D97-AF65-F5344CB8AC3E}">
        <p14:creationId xmlns:p14="http://schemas.microsoft.com/office/powerpoint/2010/main" val="47785357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Layout" Target="../slideLayouts/slideLayout8.xml"/><Relationship Id="rId3" Type="http://schemas.openxmlformats.org/officeDocument/2006/relationships/slideLayout" Target="../slideLayouts/slideLayout9.xml"/><Relationship Id="rId4" Type="http://schemas.openxmlformats.org/officeDocument/2006/relationships/slideLayout" Target="../slideLayouts/slideLayout10.xml"/><Relationship Id="rId5" Type="http://schemas.openxmlformats.org/officeDocument/2006/relationships/slideLayout" Target="../slideLayouts/slideLayout11.xml"/><Relationship Id="rId6" Type="http://schemas.openxmlformats.org/officeDocument/2006/relationships/slideLayout" Target="../slideLayouts/slideLayout12.xml"/><Relationship Id="rId7" Type="http://schemas.openxmlformats.org/officeDocument/2006/relationships/slideLayout" Target="../slideLayouts/slideLayout13.xml"/><Relationship Id="rId8" Type="http://schemas.openxmlformats.org/officeDocument/2006/relationships/slideLayout" Target="../slideLayouts/slideLayout14.xml"/><Relationship Id="rId9" Type="http://schemas.openxmlformats.org/officeDocument/2006/relationships/slideLayout" Target="../slideLayouts/slideLayout15.xml"/><Relationship Id="rId10" Type="http://schemas.openxmlformats.org/officeDocument/2006/relationships/slideLayout" Target="../slideLayouts/slideLayout16.xml"/><Relationship Id="rId11" Type="http://schemas.openxmlformats.org/officeDocument/2006/relationships/slideLayout" Target="../slideLayouts/slideLayout17.xml"/><Relationship Id="rId12" Type="http://schemas.openxmlformats.org/officeDocument/2006/relationships/slideLayout" Target="../slideLayouts/slideLayout18.xml"/><Relationship Id="rId13" Type="http://schemas.openxmlformats.org/officeDocument/2006/relationships/slideLayout" Target="../slideLayouts/slideLayout19.xml"/><Relationship Id="rId14" Type="http://schemas.openxmlformats.org/officeDocument/2006/relationships/slideLayout" Target="../slideLayouts/slideLayout20.xml"/><Relationship Id="rId15" Type="http://schemas.openxmlformats.org/officeDocument/2006/relationships/slideLayout" Target="../slideLayouts/slideLayout21.xml"/><Relationship Id="rId16" Type="http://schemas.openxmlformats.org/officeDocument/2006/relationships/slideLayout" Target="../slideLayouts/slideLayout22.xml"/><Relationship Id="rId17" Type="http://schemas.openxmlformats.org/officeDocument/2006/relationships/slideLayout" Target="../slideLayouts/slideLayout23.xml"/><Relationship Id="rId18" Type="http://schemas.openxmlformats.org/officeDocument/2006/relationships/slideLayout" Target="../slideLayouts/slideLayout24.xml"/><Relationship Id="rId19" Type="http://schemas.openxmlformats.org/officeDocument/2006/relationships/slideLayout" Target="../slideLayouts/slideLayout25.xml"/><Relationship Id="rId20" Type="http://schemas.openxmlformats.org/officeDocument/2006/relationships/slideLayout" Target="../slideLayouts/slideLayout26.xml"/><Relationship Id="rId21" Type="http://schemas.openxmlformats.org/officeDocument/2006/relationships/slideLayout" Target="../slideLayouts/slideLayout27.xml"/><Relationship Id="rId22" Type="http://schemas.openxmlformats.org/officeDocument/2006/relationships/slideLayout" Target="../slideLayouts/slideLayout28.xml"/><Relationship Id="rId23" Type="http://schemas.openxmlformats.org/officeDocument/2006/relationships/slideLayout" Target="../slideLayouts/slideLayout29.xml"/><Relationship Id="rId2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slideLayout" Target="../slideLayouts/slideLayout33.xml"/><Relationship Id="rId5" Type="http://schemas.openxmlformats.org/officeDocument/2006/relationships/slideLayout" Target="../slideLayouts/slideLayout34.xml"/><Relationship Id="rId6" Type="http://schemas.openxmlformats.org/officeDocument/2006/relationships/slideLayout" Target="../slideLayouts/slideLayout35.xml"/><Relationship Id="rId7" Type="http://schemas.openxmlformats.org/officeDocument/2006/relationships/slideLayout" Target="../slideLayouts/slideLayout36.xml"/><Relationship Id="rId8" Type="http://schemas.openxmlformats.org/officeDocument/2006/relationships/slideLayout" Target="../slideLayouts/slideLayout37.xml"/><Relationship Id="rId9" Type="http://schemas.openxmlformats.org/officeDocument/2006/relationships/slideLayout" Target="../slideLayouts/slideLayout38.xml"/><Relationship Id="rId10" Type="http://schemas.openxmlformats.org/officeDocument/2006/relationships/slideLayout" Target="../slideLayouts/slideLayout39.xml"/><Relationship Id="rId11" Type="http://schemas.openxmlformats.org/officeDocument/2006/relationships/slideLayout" Target="../slideLayouts/slideLayout40.xml"/><Relationship Id="rId12" Type="http://schemas.openxmlformats.org/officeDocument/2006/relationships/slideLayout" Target="../slideLayouts/slideLayout41.xml"/><Relationship Id="rId13" Type="http://schemas.openxmlformats.org/officeDocument/2006/relationships/slideLayout" Target="../slideLayouts/slideLayout42.xml"/><Relationship Id="rId14" Type="http://schemas.openxmlformats.org/officeDocument/2006/relationships/slideLayout" Target="../slideLayouts/slideLayout43.xml"/><Relationship Id="rId15" Type="http://schemas.openxmlformats.org/officeDocument/2006/relationships/slideLayout" Target="../slideLayouts/slideLayout44.xml"/><Relationship Id="rId16" Type="http://schemas.openxmlformats.org/officeDocument/2006/relationships/slideLayout" Target="../slideLayouts/slideLayout45.xml"/><Relationship Id="rId17" Type="http://schemas.openxmlformats.org/officeDocument/2006/relationships/slideLayout" Target="../slideLayouts/slideLayout46.xml"/><Relationship Id="rId18" Type="http://schemas.openxmlformats.org/officeDocument/2006/relationships/slideLayout" Target="../slideLayouts/slideLayout47.xml"/><Relationship Id="rId19" Type="http://schemas.openxmlformats.org/officeDocument/2006/relationships/slideLayout" Target="../slideLayouts/slideLayout48.xml"/><Relationship Id="rId20" Type="http://schemas.openxmlformats.org/officeDocument/2006/relationships/slideLayout" Target="../slideLayouts/slideLayout49.xml"/><Relationship Id="rId21" Type="http://schemas.openxmlformats.org/officeDocument/2006/relationships/slideLayout" Target="../slideLayouts/slideLayout50.xml"/><Relationship Id="rId22" Type="http://schemas.openxmlformats.org/officeDocument/2006/relationships/slideLayout" Target="../slideLayouts/slideLayout51.xml"/><Relationship Id="rId23" Type="http://schemas.openxmlformats.org/officeDocument/2006/relationships/slideLayout" Target="../slideLayouts/slideLayout52.xml"/><Relationship Id="rId24" Type="http://schemas.openxmlformats.org/officeDocument/2006/relationships/slideLayout" Target="../slideLayouts/slideLayout53.xml"/><Relationship Id="rId25"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074F7E8E-9DCF-2B17-2340-CBAED5DAC5E5}"/>
              </a:ext>
            </a:extLst>
          </p:cNvPr>
          <p:cNvSpPr>
            <a:spLocks noGrp="1"/>
          </p:cNvSpPr>
          <p:nvPr>
            <p:ph type="title"/>
          </p:nvPr>
        </p:nvSpPr>
        <p:spPr>
          <a:xfrm>
            <a:off x="1422400" y="365125"/>
            <a:ext cx="9194800" cy="1325563"/>
          </a:xfrm>
          <a:prstGeom prst="rect">
            <a:avLst/>
          </a:prstGeom>
        </p:spPr>
        <p:txBody>
          <a:bodyPr vert="horz" lIns="91440" tIns="45720" rIns="91440" bIns="45720" rtlCol="0" anchor="ctr">
            <a:normAutofit/>
          </a:bodyPr>
          <a:lstStyle/>
          <a:p>
            <a:r>
              <a:rPr lang="de-DE" dirty="0"/>
              <a:t>Mastertitelformat bearbeiten</a:t>
            </a:r>
          </a:p>
        </p:txBody>
      </p:sp>
      <p:sp>
        <p:nvSpPr>
          <p:cNvPr id="3" name="Textplatzhalter 2">
            <a:extLst>
              <a:ext uri="{FF2B5EF4-FFF2-40B4-BE49-F238E27FC236}">
                <a16:creationId xmlns:a16="http://schemas.microsoft.com/office/drawing/2014/main" id="{C57442C5-8E3D-1CAC-3FB8-2A89BEA20984}"/>
              </a:ext>
            </a:extLst>
          </p:cNvPr>
          <p:cNvSpPr>
            <a:spLocks noGrp="1"/>
          </p:cNvSpPr>
          <p:nvPr>
            <p:ph type="body" idx="1"/>
          </p:nvPr>
        </p:nvSpPr>
        <p:spPr>
          <a:xfrm>
            <a:off x="1422400" y="1825625"/>
            <a:ext cx="9194800" cy="4351338"/>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a:extLst>
              <a:ext uri="{FF2B5EF4-FFF2-40B4-BE49-F238E27FC236}">
                <a16:creationId xmlns:a16="http://schemas.microsoft.com/office/drawing/2014/main" id="{BBFB0D4F-B08D-CCB9-A31D-FD6794B99234}"/>
              </a:ext>
            </a:extLst>
          </p:cNvPr>
          <p:cNvSpPr>
            <a:spLocks noGrp="1"/>
          </p:cNvSpPr>
          <p:nvPr>
            <p:ph type="dt" sz="half" idx="2"/>
          </p:nvPr>
        </p:nvSpPr>
        <p:spPr>
          <a:xfrm>
            <a:off x="1422400" y="6356350"/>
            <a:ext cx="21590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43F1A7-D79D-471F-9636-72E53656F243}" type="datetime1">
              <a:rPr lang="de-DE" smtClean="0"/>
              <a:t>04.08.2026</a:t>
            </a:fld>
            <a:endParaRPr lang="de-DE" dirty="0"/>
          </a:p>
        </p:txBody>
      </p:sp>
      <p:sp>
        <p:nvSpPr>
          <p:cNvPr id="5" name="Fußzeilenplatzhalter 4">
            <a:extLst>
              <a:ext uri="{FF2B5EF4-FFF2-40B4-BE49-F238E27FC236}">
                <a16:creationId xmlns:a16="http://schemas.microsoft.com/office/drawing/2014/main" id="{49FD28A8-C0B3-D68F-EDB5-385501E84851}"/>
              </a:ext>
            </a:extLst>
          </p:cNvPr>
          <p:cNvSpPr>
            <a:spLocks noGrp="1"/>
          </p:cNvSpPr>
          <p:nvPr>
            <p:ph type="ftr" sz="quarter" idx="3"/>
          </p:nvPr>
        </p:nvSpPr>
        <p:spPr>
          <a:xfrm>
            <a:off x="4038600" y="6356350"/>
            <a:ext cx="65786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endParaRPr lang="de-DE" dirty="0"/>
          </a:p>
        </p:txBody>
      </p:sp>
    </p:spTree>
    <p:extLst>
      <p:ext uri="{BB962C8B-B14F-4D97-AF65-F5344CB8AC3E}">
        <p14:creationId xmlns:p14="http://schemas.microsoft.com/office/powerpoint/2010/main" val="2066238556"/>
      </p:ext>
    </p:extLst>
  </p:cSld>
  <p:clrMap bg1="lt1" tx1="dk1" bg2="lt2" tx2="dk2" accent1="accent1" accent2="accent2" accent3="accent3" accent4="accent4" accent5="accent5" accent6="accent6" hlink="hlink" folHlink="folHlink"/>
  <p:sldLayoutIdLst>
    <p:sldLayoutId id="2147483740" r:id="rId1"/>
    <p:sldLayoutId id="2147483763" r:id="rId2"/>
    <p:sldLayoutId id="2147483764" r:id="rId3"/>
    <p:sldLayoutId id="2147483742" r:id="rId4"/>
    <p:sldLayoutId id="2147483761" r:id="rId5"/>
    <p:sldLayoutId id="2147483762" r:id="rId6"/>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074F7E8E-9DCF-2B17-2340-CBAED5DAC5E5}"/>
              </a:ext>
            </a:extLst>
          </p:cNvPr>
          <p:cNvSpPr>
            <a:spLocks noGrp="1"/>
          </p:cNvSpPr>
          <p:nvPr>
            <p:ph type="title"/>
          </p:nvPr>
        </p:nvSpPr>
        <p:spPr>
          <a:xfrm>
            <a:off x="1422400" y="365125"/>
            <a:ext cx="9194800" cy="1325563"/>
          </a:xfrm>
          <a:prstGeom prst="rect">
            <a:avLst/>
          </a:prstGeom>
        </p:spPr>
        <p:txBody>
          <a:bodyPr vert="horz" lIns="91440" tIns="45720" rIns="91440" bIns="45720" rtlCol="0" anchor="ctr">
            <a:normAutofit/>
          </a:bodyPr>
          <a:lstStyle/>
          <a:p>
            <a:r>
              <a:rPr lang="de-DE" dirty="0"/>
              <a:t>Mastertitelformat bearbeiten</a:t>
            </a:r>
          </a:p>
        </p:txBody>
      </p:sp>
      <p:sp>
        <p:nvSpPr>
          <p:cNvPr id="3" name="Textplatzhalter 2">
            <a:extLst>
              <a:ext uri="{FF2B5EF4-FFF2-40B4-BE49-F238E27FC236}">
                <a16:creationId xmlns:a16="http://schemas.microsoft.com/office/drawing/2014/main" id="{C57442C5-8E3D-1CAC-3FB8-2A89BEA20984}"/>
              </a:ext>
            </a:extLst>
          </p:cNvPr>
          <p:cNvSpPr>
            <a:spLocks noGrp="1"/>
          </p:cNvSpPr>
          <p:nvPr>
            <p:ph type="body" idx="1"/>
          </p:nvPr>
        </p:nvSpPr>
        <p:spPr>
          <a:xfrm>
            <a:off x="1422400" y="1825625"/>
            <a:ext cx="9194800" cy="4351338"/>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ußzeilenplatzhalter 4">
            <a:extLst>
              <a:ext uri="{FF2B5EF4-FFF2-40B4-BE49-F238E27FC236}">
                <a16:creationId xmlns:a16="http://schemas.microsoft.com/office/drawing/2014/main" id="{51B18945-8A81-A57B-D05E-9BA6E7CA7027}"/>
              </a:ext>
            </a:extLst>
          </p:cNvPr>
          <p:cNvSpPr>
            <a:spLocks noGrp="1"/>
          </p:cNvSpPr>
          <p:nvPr>
            <p:ph type="ftr" sz="quarter" idx="3"/>
          </p:nvPr>
        </p:nvSpPr>
        <p:spPr>
          <a:xfrm>
            <a:off x="1422400" y="6356350"/>
            <a:ext cx="9194800" cy="365125"/>
          </a:xfrm>
          <a:prstGeom prst="rect">
            <a:avLst/>
          </a:prstGeom>
        </p:spPr>
        <p:txBody>
          <a:bodyPr/>
          <a:lstStyle>
            <a:lvl1pPr algn="l">
              <a:defRPr sz="1400"/>
            </a:lvl1pPr>
          </a:lstStyle>
          <a:p>
            <a:endParaRPr lang="de-DE" dirty="0"/>
          </a:p>
        </p:txBody>
      </p:sp>
    </p:spTree>
    <p:extLst>
      <p:ext uri="{BB962C8B-B14F-4D97-AF65-F5344CB8AC3E}">
        <p14:creationId xmlns:p14="http://schemas.microsoft.com/office/powerpoint/2010/main" val="3583035596"/>
      </p:ext>
    </p:extLst>
  </p:cSld>
  <p:clrMap bg1="lt1" tx1="dk1" bg2="lt2" tx2="dk2" accent1="accent1" accent2="accent2" accent3="accent3" accent4="accent4" accent5="accent5" accent6="accent6" hlink="hlink" folHlink="folHlink"/>
  <p:sldLayoutIdLst>
    <p:sldLayoutId id="2147483698" r:id="rId1"/>
    <p:sldLayoutId id="2147483697" r:id="rId2"/>
    <p:sldLayoutId id="2147483699" r:id="rId3"/>
    <p:sldLayoutId id="2147483700" r:id="rId4"/>
    <p:sldLayoutId id="2147483755" r:id="rId5"/>
    <p:sldLayoutId id="2147483756" r:id="rId6"/>
    <p:sldLayoutId id="2147483757" r:id="rId7"/>
    <p:sldLayoutId id="2147483758" r:id="rId8"/>
    <p:sldLayoutId id="2147483701" r:id="rId9"/>
    <p:sldLayoutId id="2147483702" r:id="rId10"/>
    <p:sldLayoutId id="2147483748" r:id="rId11"/>
    <p:sldLayoutId id="2147483705" r:id="rId12"/>
    <p:sldLayoutId id="2147483706" r:id="rId13"/>
    <p:sldLayoutId id="2147483707" r:id="rId14"/>
    <p:sldLayoutId id="2147483750" r:id="rId15"/>
    <p:sldLayoutId id="2147483751" r:id="rId16"/>
    <p:sldLayoutId id="2147483752" r:id="rId17"/>
    <p:sldLayoutId id="2147483753" r:id="rId18"/>
    <p:sldLayoutId id="2147483754" r:id="rId19"/>
    <p:sldLayoutId id="2147483749" r:id="rId20"/>
    <p:sldLayoutId id="2147483708" r:id="rId21"/>
    <p:sldLayoutId id="2147483709" r:id="rId22"/>
    <p:sldLayoutId id="2147483710" r:id="rId23"/>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074F7E8E-9DCF-2B17-2340-CBAED5DAC5E5}"/>
              </a:ext>
            </a:extLst>
          </p:cNvPr>
          <p:cNvSpPr>
            <a:spLocks noGrp="1"/>
          </p:cNvSpPr>
          <p:nvPr>
            <p:ph type="title"/>
          </p:nvPr>
        </p:nvSpPr>
        <p:spPr>
          <a:xfrm>
            <a:off x="1422400" y="365125"/>
            <a:ext cx="9194800" cy="1325563"/>
          </a:xfrm>
          <a:prstGeom prst="rect">
            <a:avLst/>
          </a:prstGeom>
        </p:spPr>
        <p:txBody>
          <a:bodyPr vert="horz" lIns="91440" tIns="45720" rIns="91440" bIns="45720" rtlCol="0" anchor="ctr">
            <a:normAutofit/>
          </a:bodyPr>
          <a:lstStyle/>
          <a:p>
            <a:r>
              <a:rPr lang="de-DE" dirty="0"/>
              <a:t>Mastertitelformat bearbeiten</a:t>
            </a:r>
          </a:p>
        </p:txBody>
      </p:sp>
      <p:sp>
        <p:nvSpPr>
          <p:cNvPr id="3" name="Textplatzhalter 2">
            <a:extLst>
              <a:ext uri="{FF2B5EF4-FFF2-40B4-BE49-F238E27FC236}">
                <a16:creationId xmlns:a16="http://schemas.microsoft.com/office/drawing/2014/main" id="{C57442C5-8E3D-1CAC-3FB8-2A89BEA20984}"/>
              </a:ext>
            </a:extLst>
          </p:cNvPr>
          <p:cNvSpPr>
            <a:spLocks noGrp="1"/>
          </p:cNvSpPr>
          <p:nvPr>
            <p:ph type="body" idx="1"/>
          </p:nvPr>
        </p:nvSpPr>
        <p:spPr>
          <a:xfrm>
            <a:off x="1422400" y="1825625"/>
            <a:ext cx="9194800" cy="4351338"/>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a:extLst>
              <a:ext uri="{FF2B5EF4-FFF2-40B4-BE49-F238E27FC236}">
                <a16:creationId xmlns:a16="http://schemas.microsoft.com/office/drawing/2014/main" id="{BBFB0D4F-B08D-CCB9-A31D-FD6794B99234}"/>
              </a:ext>
            </a:extLst>
          </p:cNvPr>
          <p:cNvSpPr>
            <a:spLocks noGrp="1"/>
          </p:cNvSpPr>
          <p:nvPr>
            <p:ph type="dt" sz="half" idx="2"/>
          </p:nvPr>
        </p:nvSpPr>
        <p:spPr>
          <a:xfrm>
            <a:off x="1422400" y="6356350"/>
            <a:ext cx="21590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43F1A7-D79D-471F-9636-72E53656F243}" type="datetime1">
              <a:rPr lang="de-DE" smtClean="0"/>
              <a:t>04.08.2026</a:t>
            </a:fld>
            <a:endParaRPr lang="de-DE" dirty="0"/>
          </a:p>
        </p:txBody>
      </p:sp>
      <p:sp>
        <p:nvSpPr>
          <p:cNvPr id="5" name="Fußzeilenplatzhalter 4">
            <a:extLst>
              <a:ext uri="{FF2B5EF4-FFF2-40B4-BE49-F238E27FC236}">
                <a16:creationId xmlns:a16="http://schemas.microsoft.com/office/drawing/2014/main" id="{49FD28A8-C0B3-D68F-EDB5-385501E84851}"/>
              </a:ext>
            </a:extLst>
          </p:cNvPr>
          <p:cNvSpPr>
            <a:spLocks noGrp="1"/>
          </p:cNvSpPr>
          <p:nvPr>
            <p:ph type="ftr" sz="quarter" idx="3"/>
          </p:nvPr>
        </p:nvSpPr>
        <p:spPr>
          <a:xfrm>
            <a:off x="4038600" y="6356350"/>
            <a:ext cx="65786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endParaRPr lang="de-DE" dirty="0"/>
          </a:p>
        </p:txBody>
      </p:sp>
    </p:spTree>
    <p:extLst>
      <p:ext uri="{BB962C8B-B14F-4D97-AF65-F5344CB8AC3E}">
        <p14:creationId xmlns:p14="http://schemas.microsoft.com/office/powerpoint/2010/main" val="639259155"/>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 id="2147483731" r:id="rId18"/>
    <p:sldLayoutId id="2147483732" r:id="rId19"/>
    <p:sldLayoutId id="2147483733" r:id="rId20"/>
    <p:sldLayoutId id="2147483734" r:id="rId21"/>
    <p:sldLayoutId id="2147483735" r:id="rId22"/>
    <p:sldLayoutId id="2147483759" r:id="rId23"/>
    <p:sldLayoutId id="2147483760" r:id="rId24"/>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1900"/>
              <a:t>Der Zielzustand: Pool plus multiprofessionelles Team</a:t>
            </a:r>
          </a:p>
        </p:txBody>
      </p:sp>
      <p:sp>
        <p:nvSpPr>
          <p:cNvPr id="3" name="Text Placeholder 2"/>
          <p:cNvSpPr>
            <a:spLocks noGrp="1"/>
          </p:cNvSpPr>
          <p:nvPr>
            <p:ph type="body" idx="12" sz="quarter"/>
          </p:nvPr>
        </p:nvSpPr>
        <p:spPr/>
        <p:txBody>
          <a:bodyPr/>
          <a:lstStyle/>
          <a:p>
            <a:r>
              <a:t>Alle Modelle</a:t>
            </a:r>
          </a:p>
        </p:txBody>
      </p:sp>
      <p:sp>
        <p:nvSpPr>
          <p:cNvPr id="4" name="TextBox 3"/>
          <p:cNvSpPr txBox="1"/>
          <p:nvPr/>
        </p:nvSpPr>
        <p:spPr>
          <a:xfrm>
            <a:off x="1426464" y="1463040"/>
            <a:ext cx="3246120" cy="219456"/>
          </a:xfrm>
          <a:prstGeom prst="rect">
            <a:avLst/>
          </a:prstGeom>
          <a:noFill/>
        </p:spPr>
        <p:txBody>
          <a:bodyPr wrap="square" lIns="0" rIns="0" tIns="0" bIns="0" anchor="t">
            <a:spAutoFit/>
          </a:bodyPr>
          <a:lstStyle/>
          <a:p>
            <a:pPr>
              <a:spcBef>
                <a:spcPts val="0"/>
              </a:spcBef>
              <a:spcAft>
                <a:spcPts val="0"/>
              </a:spcAft>
            </a:pPr>
            <a:r>
              <a:rPr sz="1100" b="1" i="0">
                <a:solidFill>
                  <a:srgbClr val="1A70B8"/>
                </a:solidFill>
                <a:latin typeface="Quicksand"/>
              </a:rPr>
              <a:t>Worauf es hinausläuft</a:t>
            </a:r>
          </a:p>
        </p:txBody>
      </p:sp>
      <p:sp>
        <p:nvSpPr>
          <p:cNvPr id="5" name="Rounded Rectangle 4"/>
          <p:cNvSpPr/>
          <p:nvPr/>
        </p:nvSpPr>
        <p:spPr>
          <a:xfrm>
            <a:off x="1426464" y="1719072"/>
            <a:ext cx="3246120" cy="1627632"/>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572768" y="1828800"/>
            <a:ext cx="2953512" cy="1408176"/>
          </a:xfrm>
          <a:prstGeom prst="rect">
            <a:avLst/>
          </a:prstGeom>
          <a:noFill/>
        </p:spPr>
        <p:txBody>
          <a:bodyPr wrap="square" lIns="0" rIns="0" tIns="0" bIns="0" anchor="t">
            <a:spAutoFit/>
          </a:bodyPr>
          <a:lstStyle/>
          <a:p>
            <a:pPr>
              <a:spcBef>
                <a:spcPts val="0"/>
              </a:spcBef>
              <a:spcAft>
                <a:spcPts val="0"/>
              </a:spcAft>
            </a:pPr>
            <a:r>
              <a:rPr sz="950" b="1" i="0">
                <a:solidFill>
                  <a:srgbClr val="1A70B8"/>
                </a:solidFill>
                <a:latin typeface="Quicksand"/>
              </a:rPr>
              <a:t>Pool + MPT</a:t>
            </a:r>
          </a:p>
          <a:p>
            <a:pPr>
              <a:lnSpc>
                <a:spcPct val="112000"/>
              </a:lnSpc>
              <a:spcBef>
                <a:spcPts val="300"/>
              </a:spcBef>
              <a:spcAft>
                <a:spcPts val="0"/>
              </a:spcAft>
            </a:pPr>
            <a:r>
              <a:rPr sz="840" b="0" i="0">
                <a:solidFill>
                  <a:srgbClr val="3D3D3D"/>
                </a:solidFill>
                <a:latin typeface="Open Sans"/>
              </a:rPr>
              <a:t>Die Landesregierung nennt die Zusammenführung von Schulischer Assistenz und Schulbegleitung einen „wichtigen Baustein der multiprofessionellen Zusammenarbeit an Schulen“.</a:t>
            </a:r>
          </a:p>
          <a:p>
            <a:pPr>
              <a:lnSpc>
                <a:spcPct val="110000"/>
              </a:lnSpc>
              <a:spcBef>
                <a:spcPts val="300"/>
              </a:spcBef>
              <a:spcAft>
                <a:spcPts val="0"/>
              </a:spcAft>
            </a:pPr>
            <a:r>
              <a:rPr sz="840" b="0" i="0">
                <a:solidFill>
                  <a:srgbClr val="E0861A"/>
                </a:solidFill>
                <a:latin typeface="Open Sans"/>
              </a:rPr>
              <a:t>▪ </a:t>
            </a:r>
            <a:r>
              <a:rPr sz="840" b="0" i="0">
                <a:solidFill>
                  <a:srgbClr val="3D3D3D"/>
                </a:solidFill>
                <a:latin typeface="Open Sans"/>
              </a:rPr>
              <a:t>Pool: Budget je Schule statt Bewilligung je Kind</a:t>
            </a:r>
          </a:p>
          <a:p>
            <a:pPr>
              <a:lnSpc>
                <a:spcPct val="110000"/>
              </a:lnSpc>
              <a:spcBef>
                <a:spcPts val="300"/>
              </a:spcBef>
              <a:spcAft>
                <a:spcPts val="0"/>
              </a:spcAft>
            </a:pPr>
            <a:r>
              <a:rPr sz="840" b="0" i="0">
                <a:solidFill>
                  <a:srgbClr val="E0861A"/>
                </a:solidFill>
                <a:latin typeface="Open Sans"/>
              </a:rPr>
              <a:t>▪ </a:t>
            </a:r>
            <a:r>
              <a:rPr sz="840" b="0" i="0">
                <a:solidFill>
                  <a:srgbClr val="3D3D3D"/>
                </a:solidFill>
                <a:latin typeface="Open Sans"/>
              </a:rPr>
              <a:t>MPT: Lehrkraft, Schulassistenz, Schulbegleitung, Schulsozialarbeit und Sonderpädagogik als ein Team</a:t>
            </a:r>
          </a:p>
        </p:txBody>
      </p:sp>
      <p:sp>
        <p:nvSpPr>
          <p:cNvPr id="7" name="Rounded Rectangle 6"/>
          <p:cNvSpPr/>
          <p:nvPr/>
        </p:nvSpPr>
        <p:spPr>
          <a:xfrm>
            <a:off x="1426464" y="3493008"/>
            <a:ext cx="3246120" cy="749808"/>
          </a:xfrm>
          <a:prstGeom prst="roundRect">
            <a:avLst>
              <a:gd name="adj" fmla="val 6000"/>
            </a:avLst>
          </a:prstGeom>
          <a:solidFill>
            <a:srgbClr val="FD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572768" y="3602736"/>
            <a:ext cx="2953512" cy="530352"/>
          </a:xfrm>
          <a:prstGeom prst="rect">
            <a:avLst/>
          </a:prstGeom>
          <a:noFill/>
        </p:spPr>
        <p:txBody>
          <a:bodyPr wrap="square" lIns="0" rIns="0" tIns="0" bIns="0" anchor="t">
            <a:spAutoFit/>
          </a:bodyPr>
          <a:lstStyle/>
          <a:p>
            <a:pPr>
              <a:lnSpc>
                <a:spcPct val="112000"/>
              </a:lnSpc>
              <a:spcBef>
                <a:spcPts val="200"/>
              </a:spcBef>
              <a:spcAft>
                <a:spcPts val="0"/>
              </a:spcAft>
            </a:pPr>
            <a:r>
              <a:rPr sz="840" b="1" i="0">
                <a:solidFill>
                  <a:srgbClr val="3D3D3D"/>
                </a:solidFill>
                <a:latin typeface="Open Sans"/>
              </a:rPr>
              <a:t>Ein Abschlusstermin ist offen: Die Landesregierung kann „einen Zeitpunkt für den Prozessabschluss nicht nennen“.</a:t>
            </a:r>
          </a:p>
        </p:txBody>
      </p:sp>
      <p:sp>
        <p:nvSpPr>
          <p:cNvPr id="9" name="Rounded Rectangle 8"/>
          <p:cNvSpPr/>
          <p:nvPr/>
        </p:nvSpPr>
        <p:spPr>
          <a:xfrm>
            <a:off x="1426464" y="4370832"/>
            <a:ext cx="3246120" cy="1225296"/>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572768" y="4480560"/>
            <a:ext cx="2953512" cy="1005840"/>
          </a:xfrm>
          <a:prstGeom prst="rect">
            <a:avLst/>
          </a:prstGeom>
          <a:noFill/>
        </p:spPr>
        <p:txBody>
          <a:bodyPr wrap="square" lIns="0" rIns="0" tIns="0" bIns="0" anchor="t">
            <a:spAutoFit/>
          </a:bodyPr>
          <a:lstStyle/>
          <a:p>
            <a:pPr>
              <a:spcBef>
                <a:spcPts val="0"/>
              </a:spcBef>
              <a:spcAft>
                <a:spcPts val="0"/>
              </a:spcAft>
            </a:pPr>
            <a:r>
              <a:rPr sz="950" b="1" i="0">
                <a:solidFill>
                  <a:srgbClr val="1A70B8"/>
                </a:solidFill>
                <a:latin typeface="Quicksand"/>
              </a:rPr>
              <a:t>Wer sonst gewinnt</a:t>
            </a:r>
          </a:p>
          <a:p>
            <a:pPr>
              <a:lnSpc>
                <a:spcPct val="110000"/>
              </a:lnSpc>
              <a:spcBef>
                <a:spcPts val="200"/>
              </a:spcBef>
              <a:spcAft>
                <a:spcPts val="200"/>
              </a:spcAft>
            </a:pPr>
            <a:r>
              <a:rPr sz="840" b="0" i="0">
                <a:solidFill>
                  <a:srgbClr val="1A70B8"/>
                </a:solidFill>
                <a:latin typeface="Open Sans"/>
              </a:rPr>
              <a:t>▪ </a:t>
            </a:r>
            <a:r>
              <a:rPr sz="840" b="0" i="0">
                <a:solidFill>
                  <a:srgbClr val="3D3D3D"/>
                </a:solidFill>
                <a:latin typeface="Open Sans"/>
              </a:rPr>
              <a:t>Im Kreis Pinneberg holten zuletzt DHB, Lebenshilfe, AWO, inab und die Diakonie die ausgeschriebenen Sozialleistungen</a:t>
            </a:r>
          </a:p>
          <a:p>
            <a:pPr>
              <a:lnSpc>
                <a:spcPct val="110000"/>
              </a:lnSpc>
              <a:spcBef>
                <a:spcPts val="200"/>
              </a:spcBef>
              <a:spcAft>
                <a:spcPts val="200"/>
              </a:spcAft>
            </a:pPr>
            <a:r>
              <a:rPr sz="840" b="0" i="0">
                <a:solidFill>
                  <a:srgbClr val="1A70B8"/>
                </a:solidFill>
                <a:latin typeface="Open Sans"/>
              </a:rPr>
              <a:t>▪ </a:t>
            </a:r>
            <a:r>
              <a:rPr sz="840" b="0" i="0">
                <a:solidFill>
                  <a:srgbClr val="3D3D3D"/>
                </a:solidFill>
                <a:latin typeface="Open Sans"/>
              </a:rPr>
              <a:t>In NRW gewannen auch gewerbliche Anbieter — GmbH &amp; Co. KG und gGmbH</a:t>
            </a:r>
          </a:p>
        </p:txBody>
      </p:sp>
      <p:sp>
        <p:nvSpPr>
          <p:cNvPr id="11" name="TextBox 10"/>
          <p:cNvSpPr txBox="1"/>
          <p:nvPr/>
        </p:nvSpPr>
        <p:spPr>
          <a:xfrm>
            <a:off x="4846320" y="1463040"/>
            <a:ext cx="3246120" cy="219456"/>
          </a:xfrm>
          <a:prstGeom prst="rect">
            <a:avLst/>
          </a:prstGeom>
          <a:noFill/>
        </p:spPr>
        <p:txBody>
          <a:bodyPr wrap="square" lIns="0" rIns="0" tIns="0" bIns="0" anchor="t">
            <a:spAutoFit/>
          </a:bodyPr>
          <a:lstStyle/>
          <a:p>
            <a:pPr>
              <a:spcBef>
                <a:spcPts val="0"/>
              </a:spcBef>
              <a:spcAft>
                <a:spcPts val="0"/>
              </a:spcAft>
            </a:pPr>
            <a:r>
              <a:rPr sz="1100" b="1" i="0">
                <a:solidFill>
                  <a:srgbClr val="1A70B8"/>
                </a:solidFill>
                <a:latin typeface="Quicksand"/>
              </a:rPr>
              <a:t>Wird bereits erprobt</a:t>
            </a:r>
          </a:p>
        </p:txBody>
      </p:sp>
      <p:sp>
        <p:nvSpPr>
          <p:cNvPr id="12" name="Rectangle 11"/>
          <p:cNvSpPr/>
          <p:nvPr/>
        </p:nvSpPr>
        <p:spPr>
          <a:xfrm>
            <a:off x="4882896" y="1773936"/>
            <a:ext cx="36576" cy="3877056"/>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823459" y="1737360"/>
            <a:ext cx="155448" cy="155448"/>
          </a:xfrm>
          <a:prstGeom prst="ellipse">
            <a:avLst/>
          </a:prstGeom>
          <a:solidFill>
            <a:srgbClr val="6E7D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38928" y="1709928"/>
            <a:ext cx="768096" cy="201168"/>
          </a:xfrm>
          <a:prstGeom prst="rect">
            <a:avLst/>
          </a:prstGeom>
          <a:noFill/>
        </p:spPr>
        <p:txBody>
          <a:bodyPr wrap="square" lIns="0" rIns="0" tIns="0" bIns="0" anchor="t">
            <a:spAutoFit/>
          </a:bodyPr>
          <a:lstStyle/>
          <a:p>
            <a:pPr>
              <a:spcBef>
                <a:spcPts val="0"/>
              </a:spcBef>
              <a:spcAft>
                <a:spcPts val="0"/>
              </a:spcAft>
            </a:pPr>
            <a:r>
              <a:rPr sz="840" b="1" i="0">
                <a:solidFill>
                  <a:srgbClr val="6E7D00"/>
                </a:solidFill>
                <a:latin typeface="Quicksand"/>
              </a:rPr>
              <a:t>2013/14</a:t>
            </a:r>
          </a:p>
        </p:txBody>
      </p:sp>
      <p:sp>
        <p:nvSpPr>
          <p:cNvPr id="15" name="TextBox 14"/>
          <p:cNvSpPr txBox="1"/>
          <p:nvPr/>
        </p:nvSpPr>
        <p:spPr>
          <a:xfrm>
            <a:off x="5943600" y="1709928"/>
            <a:ext cx="2148840" cy="512064"/>
          </a:xfrm>
          <a:prstGeom prst="rect">
            <a:avLst/>
          </a:prstGeom>
          <a:noFill/>
        </p:spPr>
        <p:txBody>
          <a:bodyPr wrap="square" lIns="0" rIns="0" tIns="0" bIns="0" anchor="t">
            <a:spAutoFit/>
          </a:bodyPr>
          <a:lstStyle/>
          <a:p>
            <a:pPr>
              <a:lnSpc>
                <a:spcPct val="115000"/>
              </a:lnSpc>
              <a:spcBef>
                <a:spcPts val="0"/>
              </a:spcBef>
              <a:spcAft>
                <a:spcPts val="0"/>
              </a:spcAft>
            </a:pPr>
            <a:r>
              <a:rPr sz="780" b="0" i="0">
                <a:solidFill>
                  <a:srgbClr val="3D3D3D"/>
                </a:solidFill>
                <a:latin typeface="Open Sans"/>
              </a:rPr>
              <a:t>Lübeck: Poolmodell flächendeckend, Budget aus Sozialdaten und Inklusionsquote</a:t>
            </a:r>
          </a:p>
        </p:txBody>
      </p:sp>
      <p:sp>
        <p:nvSpPr>
          <p:cNvPr id="16" name="Oval 15"/>
          <p:cNvSpPr/>
          <p:nvPr/>
        </p:nvSpPr>
        <p:spPr>
          <a:xfrm>
            <a:off x="4823459" y="2304288"/>
            <a:ext cx="155448" cy="155448"/>
          </a:xfrm>
          <a:prstGeom prst="ellipse">
            <a:avLst/>
          </a:prstGeom>
          <a:solidFill>
            <a:srgbClr val="C0392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38928" y="2276856"/>
            <a:ext cx="768096" cy="201168"/>
          </a:xfrm>
          <a:prstGeom prst="rect">
            <a:avLst/>
          </a:prstGeom>
          <a:noFill/>
        </p:spPr>
        <p:txBody>
          <a:bodyPr wrap="square" lIns="0" rIns="0" tIns="0" bIns="0" anchor="t">
            <a:spAutoFit/>
          </a:bodyPr>
          <a:lstStyle/>
          <a:p>
            <a:pPr>
              <a:spcBef>
                <a:spcPts val="0"/>
              </a:spcBef>
              <a:spcAft>
                <a:spcPts val="0"/>
              </a:spcAft>
            </a:pPr>
            <a:r>
              <a:rPr sz="840" b="1" i="0">
                <a:solidFill>
                  <a:srgbClr val="C0392B"/>
                </a:solidFill>
                <a:latin typeface="Quicksand"/>
              </a:rPr>
              <a:t>2018</a:t>
            </a:r>
          </a:p>
        </p:txBody>
      </p:sp>
      <p:sp>
        <p:nvSpPr>
          <p:cNvPr id="18" name="TextBox 17"/>
          <p:cNvSpPr txBox="1"/>
          <p:nvPr/>
        </p:nvSpPr>
        <p:spPr>
          <a:xfrm>
            <a:off x="5943600" y="2276856"/>
            <a:ext cx="2148840" cy="512064"/>
          </a:xfrm>
          <a:prstGeom prst="rect">
            <a:avLst/>
          </a:prstGeom>
          <a:noFill/>
        </p:spPr>
        <p:txBody>
          <a:bodyPr wrap="square" lIns="0" rIns="0" tIns="0" bIns="0" anchor="t">
            <a:spAutoFit/>
          </a:bodyPr>
          <a:lstStyle/>
          <a:p>
            <a:pPr>
              <a:lnSpc>
                <a:spcPct val="115000"/>
              </a:lnSpc>
              <a:spcBef>
                <a:spcPts val="0"/>
              </a:spcBef>
              <a:spcAft>
                <a:spcPts val="0"/>
              </a:spcAft>
            </a:pPr>
            <a:r>
              <a:rPr sz="780" b="0" i="0">
                <a:solidFill>
                  <a:srgbClr val="3D3D3D"/>
                </a:solidFill>
                <a:latin typeface="Open Sans"/>
              </a:rPr>
              <a:t>Kreis Pinneberg startet den Pool mit dem Testträger „Familienräume“ an 7 Grundschulen in Tornesch-Uetersen</a:t>
            </a:r>
          </a:p>
        </p:txBody>
      </p:sp>
      <p:sp>
        <p:nvSpPr>
          <p:cNvPr id="19" name="Oval 18"/>
          <p:cNvSpPr/>
          <p:nvPr/>
        </p:nvSpPr>
        <p:spPr>
          <a:xfrm>
            <a:off x="4823459" y="2871216"/>
            <a:ext cx="155448" cy="155448"/>
          </a:xfrm>
          <a:prstGeom prst="ellipse">
            <a:avLst/>
          </a:prstGeom>
          <a:solidFill>
            <a:srgbClr val="E0861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38928" y="2843784"/>
            <a:ext cx="768096" cy="201168"/>
          </a:xfrm>
          <a:prstGeom prst="rect">
            <a:avLst/>
          </a:prstGeom>
          <a:noFill/>
        </p:spPr>
        <p:txBody>
          <a:bodyPr wrap="square" lIns="0" rIns="0" tIns="0" bIns="0" anchor="t">
            <a:spAutoFit/>
          </a:bodyPr>
          <a:lstStyle/>
          <a:p>
            <a:pPr>
              <a:spcBef>
                <a:spcPts val="0"/>
              </a:spcBef>
              <a:spcAft>
                <a:spcPts val="0"/>
              </a:spcAft>
            </a:pPr>
            <a:r>
              <a:rPr sz="840" b="1" i="0">
                <a:solidFill>
                  <a:srgbClr val="E0861A"/>
                </a:solidFill>
                <a:latin typeface="Quicksand"/>
              </a:rPr>
              <a:t>2020/21</a:t>
            </a:r>
          </a:p>
        </p:txBody>
      </p:sp>
      <p:sp>
        <p:nvSpPr>
          <p:cNvPr id="21" name="TextBox 20"/>
          <p:cNvSpPr txBox="1"/>
          <p:nvPr/>
        </p:nvSpPr>
        <p:spPr>
          <a:xfrm>
            <a:off x="5943600" y="2843784"/>
            <a:ext cx="2148840" cy="512064"/>
          </a:xfrm>
          <a:prstGeom prst="rect">
            <a:avLst/>
          </a:prstGeom>
          <a:noFill/>
        </p:spPr>
        <p:txBody>
          <a:bodyPr wrap="square" lIns="0" rIns="0" tIns="0" bIns="0" anchor="t">
            <a:spAutoFit/>
          </a:bodyPr>
          <a:lstStyle/>
          <a:p>
            <a:pPr>
              <a:lnSpc>
                <a:spcPct val="115000"/>
              </a:lnSpc>
              <a:spcBef>
                <a:spcPts val="0"/>
              </a:spcBef>
              <a:spcAft>
                <a:spcPts val="0"/>
              </a:spcAft>
            </a:pPr>
            <a:r>
              <a:rPr sz="780" b="0" i="0">
                <a:solidFill>
                  <a:srgbClr val="3D3D3D"/>
                </a:solidFill>
                <a:latin typeface="Open Sans"/>
              </a:rPr>
              <a:t>Ostholstein: 7 Modellschulen, u. a. Inselschule Fehmarn und Neustädter Bucht. Je Schule ein eigener Pool</a:t>
            </a:r>
          </a:p>
        </p:txBody>
      </p:sp>
      <p:sp>
        <p:nvSpPr>
          <p:cNvPr id="22" name="Oval 21"/>
          <p:cNvSpPr/>
          <p:nvPr/>
        </p:nvSpPr>
        <p:spPr>
          <a:xfrm>
            <a:off x="4823459" y="3438144"/>
            <a:ext cx="155448" cy="155448"/>
          </a:xfrm>
          <a:prstGeom prst="ellipse">
            <a:avLst/>
          </a:prstGeom>
          <a:solidFill>
            <a:srgbClr val="6E7D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38928" y="3410712"/>
            <a:ext cx="768096" cy="201168"/>
          </a:xfrm>
          <a:prstGeom prst="rect">
            <a:avLst/>
          </a:prstGeom>
          <a:noFill/>
        </p:spPr>
        <p:txBody>
          <a:bodyPr wrap="square" lIns="0" rIns="0" tIns="0" bIns="0" anchor="t">
            <a:spAutoFit/>
          </a:bodyPr>
          <a:lstStyle/>
          <a:p>
            <a:pPr>
              <a:spcBef>
                <a:spcPts val="0"/>
              </a:spcBef>
              <a:spcAft>
                <a:spcPts val="0"/>
              </a:spcAft>
            </a:pPr>
            <a:r>
              <a:rPr sz="840" b="1" i="0">
                <a:solidFill>
                  <a:srgbClr val="6E7D00"/>
                </a:solidFill>
                <a:latin typeface="Quicksand"/>
              </a:rPr>
              <a:t>2022/23</a:t>
            </a:r>
          </a:p>
        </p:txBody>
      </p:sp>
      <p:sp>
        <p:nvSpPr>
          <p:cNvPr id="24" name="TextBox 23"/>
          <p:cNvSpPr txBox="1"/>
          <p:nvPr/>
        </p:nvSpPr>
        <p:spPr>
          <a:xfrm>
            <a:off x="5943600" y="3410712"/>
            <a:ext cx="2148840" cy="512064"/>
          </a:xfrm>
          <a:prstGeom prst="rect">
            <a:avLst/>
          </a:prstGeom>
          <a:noFill/>
        </p:spPr>
        <p:txBody>
          <a:bodyPr wrap="square" lIns="0" rIns="0" tIns="0" bIns="0" anchor="t">
            <a:spAutoFit/>
          </a:bodyPr>
          <a:lstStyle/>
          <a:p>
            <a:pPr>
              <a:lnSpc>
                <a:spcPct val="115000"/>
              </a:lnSpc>
              <a:spcBef>
                <a:spcPts val="0"/>
              </a:spcBef>
              <a:spcAft>
                <a:spcPts val="0"/>
              </a:spcAft>
            </a:pPr>
            <a:r>
              <a:rPr sz="780" b="0" i="0">
                <a:solidFill>
                  <a:srgbClr val="3D3D3D"/>
                </a:solidFill>
                <a:latin typeface="Open Sans"/>
              </a:rPr>
              <a:t>Flensburg: alle Grundschulen, keine Einzelanträge mehr</a:t>
            </a:r>
          </a:p>
        </p:txBody>
      </p:sp>
      <p:sp>
        <p:nvSpPr>
          <p:cNvPr id="25" name="Oval 24"/>
          <p:cNvSpPr/>
          <p:nvPr/>
        </p:nvSpPr>
        <p:spPr>
          <a:xfrm>
            <a:off x="4823459" y="4005072"/>
            <a:ext cx="155448" cy="155448"/>
          </a:xfrm>
          <a:prstGeom prst="ellipse">
            <a:avLst/>
          </a:prstGeom>
          <a:solidFill>
            <a:srgbClr val="C0392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38928" y="3977639"/>
            <a:ext cx="768096" cy="201168"/>
          </a:xfrm>
          <a:prstGeom prst="rect">
            <a:avLst/>
          </a:prstGeom>
          <a:noFill/>
        </p:spPr>
        <p:txBody>
          <a:bodyPr wrap="square" lIns="0" rIns="0" tIns="0" bIns="0" anchor="t">
            <a:spAutoFit/>
          </a:bodyPr>
          <a:lstStyle/>
          <a:p>
            <a:pPr>
              <a:spcBef>
                <a:spcPts val="0"/>
              </a:spcBef>
              <a:spcAft>
                <a:spcPts val="0"/>
              </a:spcAft>
            </a:pPr>
            <a:r>
              <a:rPr sz="840" b="1" i="0">
                <a:solidFill>
                  <a:srgbClr val="C0392B"/>
                </a:solidFill>
                <a:latin typeface="Quicksand"/>
              </a:rPr>
              <a:t>2024</a:t>
            </a:r>
          </a:p>
        </p:txBody>
      </p:sp>
      <p:sp>
        <p:nvSpPr>
          <p:cNvPr id="27" name="TextBox 26"/>
          <p:cNvSpPr txBox="1"/>
          <p:nvPr/>
        </p:nvSpPr>
        <p:spPr>
          <a:xfrm>
            <a:off x="5943600" y="3977639"/>
            <a:ext cx="2148840" cy="512064"/>
          </a:xfrm>
          <a:prstGeom prst="rect">
            <a:avLst/>
          </a:prstGeom>
          <a:noFill/>
        </p:spPr>
        <p:txBody>
          <a:bodyPr wrap="square" lIns="0" rIns="0" tIns="0" bIns="0" anchor="t">
            <a:spAutoFit/>
          </a:bodyPr>
          <a:lstStyle/>
          <a:p>
            <a:pPr>
              <a:lnSpc>
                <a:spcPct val="115000"/>
              </a:lnSpc>
              <a:spcBef>
                <a:spcPts val="0"/>
              </a:spcBef>
              <a:spcAft>
                <a:spcPts val="0"/>
              </a:spcAft>
            </a:pPr>
            <a:r>
              <a:rPr sz="780" b="0" i="0">
                <a:solidFill>
                  <a:srgbClr val="3D3D3D"/>
                </a:solidFill>
                <a:latin typeface="Open Sans"/>
              </a:rPr>
              <a:t>EU-Ausschreibung „Klassenassistenz“ — bis heute kein Zuschlag. Kreistag verschiebt am 11.12.2024 um zwei Jahre</a:t>
            </a:r>
          </a:p>
        </p:txBody>
      </p:sp>
      <p:sp>
        <p:nvSpPr>
          <p:cNvPr id="28" name="Oval 27"/>
          <p:cNvSpPr/>
          <p:nvPr/>
        </p:nvSpPr>
        <p:spPr>
          <a:xfrm>
            <a:off x="4823459" y="4572000"/>
            <a:ext cx="155448" cy="155448"/>
          </a:xfrm>
          <a:prstGeom prst="ellipse">
            <a:avLst/>
          </a:prstGeom>
          <a:solidFill>
            <a:srgbClr val="1A70B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38928" y="4544568"/>
            <a:ext cx="768096" cy="201168"/>
          </a:xfrm>
          <a:prstGeom prst="rect">
            <a:avLst/>
          </a:prstGeom>
          <a:noFill/>
        </p:spPr>
        <p:txBody>
          <a:bodyPr wrap="square" lIns="0" rIns="0" tIns="0" bIns="0" anchor="t">
            <a:spAutoFit/>
          </a:bodyPr>
          <a:lstStyle/>
          <a:p>
            <a:pPr>
              <a:spcBef>
                <a:spcPts val="0"/>
              </a:spcBef>
              <a:spcAft>
                <a:spcPts val="0"/>
              </a:spcAft>
            </a:pPr>
            <a:r>
              <a:rPr sz="840" b="1" i="0">
                <a:solidFill>
                  <a:srgbClr val="1A70B8"/>
                </a:solidFill>
                <a:latin typeface="Quicksand"/>
              </a:rPr>
              <a:t>seit 2025</a:t>
            </a:r>
          </a:p>
        </p:txBody>
      </p:sp>
      <p:sp>
        <p:nvSpPr>
          <p:cNvPr id="30" name="TextBox 29"/>
          <p:cNvSpPr txBox="1"/>
          <p:nvPr/>
        </p:nvSpPr>
        <p:spPr>
          <a:xfrm>
            <a:off x="5943600" y="4544568"/>
            <a:ext cx="2148840" cy="512064"/>
          </a:xfrm>
          <a:prstGeom prst="rect">
            <a:avLst/>
          </a:prstGeom>
          <a:noFill/>
        </p:spPr>
        <p:txBody>
          <a:bodyPr wrap="square" lIns="0" rIns="0" tIns="0" bIns="0" anchor="t">
            <a:spAutoFit/>
          </a:bodyPr>
          <a:lstStyle/>
          <a:p>
            <a:pPr>
              <a:lnSpc>
                <a:spcPct val="115000"/>
              </a:lnSpc>
              <a:spcBef>
                <a:spcPts val="0"/>
              </a:spcBef>
              <a:spcAft>
                <a:spcPts val="0"/>
              </a:spcAft>
            </a:pPr>
            <a:r>
              <a:rPr sz="780" b="0" i="0">
                <a:solidFill>
                  <a:srgbClr val="3D3D3D"/>
                </a:solidFill>
                <a:latin typeface="Open Sans"/>
              </a:rPr>
              <a:t>Robert Bosch Stiftung und Deutsche Telekom Stiftung bewerten die Poolmodelle und fördern die Weiterentwicklung</a:t>
            </a:r>
          </a:p>
        </p:txBody>
      </p:sp>
      <p:sp>
        <p:nvSpPr>
          <p:cNvPr id="31" name="Oval 30"/>
          <p:cNvSpPr/>
          <p:nvPr/>
        </p:nvSpPr>
        <p:spPr>
          <a:xfrm>
            <a:off x="4823459" y="5138928"/>
            <a:ext cx="155448" cy="155448"/>
          </a:xfrm>
          <a:prstGeom prst="ellipse">
            <a:avLst/>
          </a:prstGeom>
          <a:solidFill>
            <a:srgbClr val="1A70B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138928" y="5111496"/>
            <a:ext cx="768096" cy="201168"/>
          </a:xfrm>
          <a:prstGeom prst="rect">
            <a:avLst/>
          </a:prstGeom>
          <a:noFill/>
        </p:spPr>
        <p:txBody>
          <a:bodyPr wrap="square" lIns="0" rIns="0" tIns="0" bIns="0" anchor="t">
            <a:spAutoFit/>
          </a:bodyPr>
          <a:lstStyle/>
          <a:p>
            <a:pPr>
              <a:spcBef>
                <a:spcPts val="0"/>
              </a:spcBef>
              <a:spcAft>
                <a:spcPts val="0"/>
              </a:spcAft>
            </a:pPr>
            <a:r>
              <a:rPr sz="840" b="1" i="0">
                <a:solidFill>
                  <a:srgbClr val="1A70B8"/>
                </a:solidFill>
                <a:latin typeface="Quicksand"/>
              </a:rPr>
              <a:t>2026/27</a:t>
            </a:r>
          </a:p>
        </p:txBody>
      </p:sp>
      <p:sp>
        <p:nvSpPr>
          <p:cNvPr id="33" name="TextBox 32"/>
          <p:cNvSpPr txBox="1"/>
          <p:nvPr/>
        </p:nvSpPr>
        <p:spPr>
          <a:xfrm>
            <a:off x="5943600" y="5111496"/>
            <a:ext cx="2148840" cy="512064"/>
          </a:xfrm>
          <a:prstGeom prst="rect">
            <a:avLst/>
          </a:prstGeom>
          <a:noFill/>
        </p:spPr>
        <p:txBody>
          <a:bodyPr wrap="square" lIns="0" rIns="0" tIns="0" bIns="0" anchor="t">
            <a:spAutoFit/>
          </a:bodyPr>
          <a:lstStyle/>
          <a:p>
            <a:pPr>
              <a:lnSpc>
                <a:spcPct val="115000"/>
              </a:lnSpc>
              <a:spcBef>
                <a:spcPts val="0"/>
              </a:spcBef>
              <a:spcAft>
                <a:spcPts val="0"/>
              </a:spcAft>
            </a:pPr>
            <a:r>
              <a:rPr sz="780" b="0" i="0">
                <a:solidFill>
                  <a:srgbClr val="3D3D3D"/>
                </a:solidFill>
                <a:latin typeface="Open Sans"/>
              </a:rPr>
              <a:t>Hamburg: Kombinationsmaßnahmen, eine Kraft für mehrere Kinder</a:t>
            </a:r>
          </a:p>
        </p:txBody>
      </p:sp>
      <p:sp>
        <p:nvSpPr>
          <p:cNvPr id="34" name="TextBox 33"/>
          <p:cNvSpPr txBox="1"/>
          <p:nvPr/>
        </p:nvSpPr>
        <p:spPr>
          <a:xfrm>
            <a:off x="8266175" y="1463040"/>
            <a:ext cx="3246120" cy="219456"/>
          </a:xfrm>
          <a:prstGeom prst="rect">
            <a:avLst/>
          </a:prstGeom>
          <a:noFill/>
        </p:spPr>
        <p:txBody>
          <a:bodyPr wrap="square" lIns="0" rIns="0" tIns="0" bIns="0" anchor="t">
            <a:spAutoFit/>
          </a:bodyPr>
          <a:lstStyle/>
          <a:p>
            <a:pPr>
              <a:spcBef>
                <a:spcPts val="0"/>
              </a:spcBef>
              <a:spcAft>
                <a:spcPts val="0"/>
              </a:spcAft>
            </a:pPr>
            <a:r>
              <a:rPr sz="1100" b="1" i="0">
                <a:solidFill>
                  <a:srgbClr val="1A70B8"/>
                </a:solidFill>
                <a:latin typeface="Quicksand"/>
              </a:rPr>
              <a:t>Einzugsgebiete Schulbegleitung</a:t>
            </a:r>
          </a:p>
        </p:txBody>
      </p:sp>
      <p:pic>
        <p:nvPicPr>
          <p:cNvPr id="35" name="Picture 34" descr="karte_skp.png"/>
          <p:cNvPicPr>
            <a:picLocks noChangeAspect="1"/>
          </p:cNvPicPr>
          <p:nvPr/>
        </p:nvPicPr>
        <p:blipFill>
          <a:blip r:embed="rId2"/>
          <a:stretch>
            <a:fillRect/>
          </a:stretch>
        </p:blipFill>
        <p:spPr>
          <a:xfrm>
            <a:off x="8266175" y="1700784"/>
            <a:ext cx="1405757" cy="1170432"/>
          </a:xfrm>
          <a:prstGeom prst="rect">
            <a:avLst/>
          </a:prstGeom>
        </p:spPr>
      </p:pic>
      <p:sp>
        <p:nvSpPr>
          <p:cNvPr id="36" name="TextBox 35"/>
          <p:cNvSpPr txBox="1"/>
          <p:nvPr/>
        </p:nvSpPr>
        <p:spPr>
          <a:xfrm>
            <a:off x="9802368" y="1755648"/>
            <a:ext cx="1709928" cy="201168"/>
          </a:xfrm>
          <a:prstGeom prst="rect">
            <a:avLst/>
          </a:prstGeom>
          <a:noFill/>
        </p:spPr>
        <p:txBody>
          <a:bodyPr wrap="square" lIns="0" rIns="0" tIns="0" bIns="0" anchor="t">
            <a:spAutoFit/>
          </a:bodyPr>
          <a:lstStyle/>
          <a:p>
            <a:pPr>
              <a:spcBef>
                <a:spcPts val="0"/>
              </a:spcBef>
              <a:spcAft>
                <a:spcPts val="0"/>
              </a:spcAft>
            </a:pPr>
            <a:r>
              <a:rPr sz="860" b="1" i="0">
                <a:solidFill>
                  <a:srgbClr val="1A70B8"/>
                </a:solidFill>
                <a:latin typeface="Quicksand"/>
              </a:rPr>
              <a:t>SKP</a:t>
            </a:r>
          </a:p>
        </p:txBody>
      </p:sp>
      <p:sp>
        <p:nvSpPr>
          <p:cNvPr id="37" name="TextBox 36"/>
          <p:cNvSpPr txBox="1"/>
          <p:nvPr/>
        </p:nvSpPr>
        <p:spPr>
          <a:xfrm>
            <a:off x="9802368" y="1993392"/>
            <a:ext cx="1709928" cy="786384"/>
          </a:xfrm>
          <a:prstGeom prst="rect">
            <a:avLst/>
          </a:prstGeom>
          <a:noFill/>
        </p:spPr>
        <p:txBody>
          <a:bodyPr wrap="square" lIns="0" rIns="0" tIns="0" bIns="0" anchor="t">
            <a:spAutoFit/>
          </a:bodyPr>
          <a:lstStyle/>
          <a:p>
            <a:pPr>
              <a:lnSpc>
                <a:spcPct val="115000"/>
              </a:lnSpc>
              <a:spcBef>
                <a:spcPts val="0"/>
              </a:spcBef>
              <a:spcAft>
                <a:spcPts val="0"/>
              </a:spcAft>
            </a:pPr>
            <a:r>
              <a:rPr sz="740" b="0" i="0">
                <a:solidFill>
                  <a:srgbClr val="888888"/>
                </a:solidFill>
                <a:latin typeface="Open Sans"/>
              </a:rPr>
              <a:t>Nur Kreis Pinneberg belegt — s-k-p.net nennt kein weiteres Gebiet. Blass = Angabe des Unternehmens.</a:t>
            </a:r>
          </a:p>
        </p:txBody>
      </p:sp>
      <p:pic>
        <p:nvPicPr>
          <p:cNvPr id="38" name="Picture 37" descr="karte_awo.png"/>
          <p:cNvPicPr>
            <a:picLocks noChangeAspect="1"/>
          </p:cNvPicPr>
          <p:nvPr/>
        </p:nvPicPr>
        <p:blipFill>
          <a:blip r:embed="rId3"/>
          <a:stretch>
            <a:fillRect/>
          </a:stretch>
        </p:blipFill>
        <p:spPr>
          <a:xfrm>
            <a:off x="8266175" y="2980944"/>
            <a:ext cx="1405757" cy="1170432"/>
          </a:xfrm>
          <a:prstGeom prst="rect">
            <a:avLst/>
          </a:prstGeom>
        </p:spPr>
      </p:pic>
      <p:sp>
        <p:nvSpPr>
          <p:cNvPr id="39" name="TextBox 38"/>
          <p:cNvSpPr txBox="1"/>
          <p:nvPr/>
        </p:nvSpPr>
        <p:spPr>
          <a:xfrm>
            <a:off x="9802368" y="3035808"/>
            <a:ext cx="1709928" cy="201168"/>
          </a:xfrm>
          <a:prstGeom prst="rect">
            <a:avLst/>
          </a:prstGeom>
          <a:noFill/>
        </p:spPr>
        <p:txBody>
          <a:bodyPr wrap="square" lIns="0" rIns="0" tIns="0" bIns="0" anchor="t">
            <a:spAutoFit/>
          </a:bodyPr>
          <a:lstStyle/>
          <a:p>
            <a:pPr>
              <a:spcBef>
                <a:spcPts val="0"/>
              </a:spcBef>
              <a:spcAft>
                <a:spcPts val="0"/>
              </a:spcAft>
            </a:pPr>
            <a:r>
              <a:rPr sz="860" b="1" i="0">
                <a:solidFill>
                  <a:srgbClr val="E0861A"/>
                </a:solidFill>
                <a:latin typeface="Quicksand"/>
              </a:rPr>
              <a:t>AWO Schleswig-Holstein</a:t>
            </a:r>
          </a:p>
        </p:txBody>
      </p:sp>
      <p:sp>
        <p:nvSpPr>
          <p:cNvPr id="40" name="TextBox 39"/>
          <p:cNvSpPr txBox="1"/>
          <p:nvPr/>
        </p:nvSpPr>
        <p:spPr>
          <a:xfrm>
            <a:off x="9802368" y="3273551"/>
            <a:ext cx="1709928" cy="786384"/>
          </a:xfrm>
          <a:prstGeom prst="rect">
            <a:avLst/>
          </a:prstGeom>
          <a:noFill/>
        </p:spPr>
        <p:txBody>
          <a:bodyPr wrap="square" lIns="0" rIns="0" tIns="0" bIns="0" anchor="t">
            <a:spAutoFit/>
          </a:bodyPr>
          <a:lstStyle/>
          <a:p>
            <a:pPr>
              <a:lnSpc>
                <a:spcPct val="115000"/>
              </a:lnSpc>
              <a:spcBef>
                <a:spcPts val="0"/>
              </a:spcBef>
              <a:spcAft>
                <a:spcPts val="0"/>
              </a:spcAft>
            </a:pPr>
            <a:r>
              <a:rPr sz="740" b="0" i="0">
                <a:solidFill>
                  <a:srgbClr val="888888"/>
                </a:solidFill>
                <a:latin typeface="Open Sans"/>
              </a:rPr>
              <a:t>Neun Kreise und kreisfreie Städte — awo-sh.de, Standortliste mit Bereichs- und Teamleitungen.</a:t>
            </a:r>
          </a:p>
        </p:txBody>
      </p:sp>
      <p:pic>
        <p:nvPicPr>
          <p:cNvPr id="41" name="Picture 40" descr="karte_lebenshilfe.png"/>
          <p:cNvPicPr>
            <a:picLocks noChangeAspect="1"/>
          </p:cNvPicPr>
          <p:nvPr/>
        </p:nvPicPr>
        <p:blipFill>
          <a:blip r:embed="rId4"/>
          <a:stretch>
            <a:fillRect/>
          </a:stretch>
        </p:blipFill>
        <p:spPr>
          <a:xfrm>
            <a:off x="8266175" y="4261104"/>
            <a:ext cx="1405757" cy="1170432"/>
          </a:xfrm>
          <a:prstGeom prst="rect">
            <a:avLst/>
          </a:prstGeom>
        </p:spPr>
      </p:pic>
      <p:sp>
        <p:nvSpPr>
          <p:cNvPr id="42" name="TextBox 41"/>
          <p:cNvSpPr txBox="1"/>
          <p:nvPr/>
        </p:nvSpPr>
        <p:spPr>
          <a:xfrm>
            <a:off x="9802368" y="4315968"/>
            <a:ext cx="1709928" cy="201168"/>
          </a:xfrm>
          <a:prstGeom prst="rect">
            <a:avLst/>
          </a:prstGeom>
          <a:noFill/>
        </p:spPr>
        <p:txBody>
          <a:bodyPr wrap="square" lIns="0" rIns="0" tIns="0" bIns="0" anchor="t">
            <a:spAutoFit/>
          </a:bodyPr>
          <a:lstStyle/>
          <a:p>
            <a:pPr>
              <a:spcBef>
                <a:spcPts val="0"/>
              </a:spcBef>
              <a:spcAft>
                <a:spcPts val="0"/>
              </a:spcAft>
            </a:pPr>
            <a:r>
              <a:rPr sz="860" b="1" i="0">
                <a:solidFill>
                  <a:srgbClr val="6E7D00"/>
                </a:solidFill>
                <a:latin typeface="Quicksand"/>
              </a:rPr>
              <a:t>Lebenshilfe</a:t>
            </a:r>
          </a:p>
        </p:txBody>
      </p:sp>
      <p:sp>
        <p:nvSpPr>
          <p:cNvPr id="43" name="TextBox 42"/>
          <p:cNvSpPr txBox="1"/>
          <p:nvPr/>
        </p:nvSpPr>
        <p:spPr>
          <a:xfrm>
            <a:off x="9802368" y="4553712"/>
            <a:ext cx="1709928" cy="786384"/>
          </a:xfrm>
          <a:prstGeom prst="rect">
            <a:avLst/>
          </a:prstGeom>
          <a:noFill/>
        </p:spPr>
        <p:txBody>
          <a:bodyPr wrap="square" lIns="0" rIns="0" tIns="0" bIns="0" anchor="t">
            <a:spAutoFit/>
          </a:bodyPr>
          <a:lstStyle/>
          <a:p>
            <a:pPr>
              <a:lnSpc>
                <a:spcPct val="115000"/>
              </a:lnSpc>
              <a:spcBef>
                <a:spcPts val="0"/>
              </a:spcBef>
              <a:spcAft>
                <a:spcPts val="0"/>
              </a:spcAft>
            </a:pPr>
            <a:r>
              <a:rPr sz="740" b="0" i="0">
                <a:solidFill>
                  <a:srgbClr val="888888"/>
                </a:solidFill>
                <a:latin typeface="Open Sans"/>
              </a:rPr>
              <a:t>Vier Kreise mit belegter Schulbegleitung — lebenshilfe-sh.de und die Angebotsseiten der Kreisverbände.</a:t>
            </a:r>
          </a:p>
        </p:txBody>
      </p:sp>
      <p:sp>
        <p:nvSpPr>
          <p:cNvPr id="44" name="Rounded Rectangle 43"/>
          <p:cNvSpPr/>
          <p:nvPr/>
        </p:nvSpPr>
        <p:spPr>
          <a:xfrm>
            <a:off x="8266175" y="5541264"/>
            <a:ext cx="3246120" cy="804672"/>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8412480" y="5650992"/>
            <a:ext cx="2953512" cy="585216"/>
          </a:xfrm>
          <a:prstGeom prst="rect">
            <a:avLst/>
          </a:prstGeom>
          <a:noFill/>
        </p:spPr>
        <p:txBody>
          <a:bodyPr wrap="square" lIns="0" rIns="0" tIns="0" bIns="0" anchor="t">
            <a:spAutoFit/>
          </a:bodyPr>
          <a:lstStyle/>
          <a:p>
            <a:pPr>
              <a:lnSpc>
                <a:spcPct val="112000"/>
              </a:lnSpc>
              <a:spcBef>
                <a:spcPts val="200"/>
              </a:spcBef>
              <a:spcAft>
                <a:spcPts val="0"/>
              </a:spcAft>
            </a:pPr>
            <a:r>
              <a:rPr sz="800" b="0" i="0">
                <a:solidFill>
                  <a:srgbClr val="3D3D3D"/>
                </a:solidFill>
                <a:latin typeface="Open Sans"/>
              </a:rPr>
              <a:t>AWO und Lebenshilfe sind landesweit aufgestellt. Für SKP ist öffentlich ein einziger Kreis nachweisbar — das ist die Ausgangslage im Wettbewerb um Standortverträge.</a:t>
            </a:r>
          </a:p>
        </p:txBody>
      </p:sp>
      <p:sp>
        <p:nvSpPr>
          <p:cNvPr id="46" name="TextBox 45"/>
          <p:cNvSpPr txBox="1"/>
          <p:nvPr/>
        </p:nvSpPr>
        <p:spPr>
          <a:xfrm>
            <a:off x="1426464" y="6446520"/>
            <a:ext cx="8686800" cy="274320"/>
          </a:xfrm>
          <a:prstGeom prst="rect">
            <a:avLst/>
          </a:prstGeom>
          <a:noFill/>
        </p:spPr>
        <p:txBody>
          <a:bodyPr wrap="square" lIns="0" rIns="0" tIns="0" bIns="0" anchor="t">
            <a:spAutoFit/>
          </a:bodyPr>
          <a:lstStyle/>
          <a:p>
            <a:pPr>
              <a:lnSpc>
                <a:spcPct val="105000"/>
              </a:lnSpc>
              <a:spcBef>
                <a:spcPts val="0"/>
              </a:spcBef>
              <a:spcAft>
                <a:spcPts val="0"/>
              </a:spcAft>
            </a:pPr>
            <a:r>
              <a:rPr sz="680" b="0" i="0">
                <a:solidFill>
                  <a:srgbClr val="888888"/>
                </a:solidFill>
                <a:latin typeface="Open Sans"/>
              </a:rPr>
              <a:t>Quellen: Landtag SH Drs. 20/3271 (11.06.2025) und Drs. 20/2643(neu) · Kreis Pinneberg, Konzept „Klassenassistenz“ und PM zum Vertrag mit Familienräume · DISW-Gesamtevaluation Ostholstein 20.11.2023, S. 5 und 21 f. · TED 246925-2024 · awo-sh.de · lebenshilfe-sh.de · Kartengrundlage GADM/deutschlandGeoJSON.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1900"/>
              <a:t>Drei Verschiebungen: Qualifikation, Vertrag, Machtverhältnis</a:t>
            </a:r>
          </a:p>
        </p:txBody>
      </p:sp>
      <p:sp>
        <p:nvSpPr>
          <p:cNvPr id="3" name="Text Placeholder 2"/>
          <p:cNvSpPr>
            <a:spLocks noGrp="1"/>
          </p:cNvSpPr>
          <p:nvPr>
            <p:ph type="body" idx="12" sz="quarter"/>
          </p:nvPr>
        </p:nvSpPr>
        <p:spPr/>
        <p:txBody>
          <a:bodyPr/>
          <a:lstStyle/>
          <a:p>
            <a:r>
              <a:t>Was sich verändert</a:t>
            </a:r>
          </a:p>
        </p:txBody>
      </p:sp>
      <p:sp>
        <p:nvSpPr>
          <p:cNvPr id="4" name="TextBox 3"/>
          <p:cNvSpPr txBox="1"/>
          <p:nvPr/>
        </p:nvSpPr>
        <p:spPr>
          <a:xfrm>
            <a:off x="1426464" y="1463040"/>
            <a:ext cx="3246120" cy="219456"/>
          </a:xfrm>
          <a:prstGeom prst="rect">
            <a:avLst/>
          </a:prstGeom>
          <a:noFill/>
        </p:spPr>
        <p:txBody>
          <a:bodyPr wrap="square" lIns="0" rIns="0" tIns="0" bIns="0" anchor="t">
            <a:spAutoFit/>
          </a:bodyPr>
          <a:lstStyle/>
          <a:p>
            <a:pPr>
              <a:spcBef>
                <a:spcPts val="0"/>
              </a:spcBef>
              <a:spcAft>
                <a:spcPts val="0"/>
              </a:spcAft>
            </a:pPr>
            <a:r>
              <a:rPr sz="1100" b="1" i="0">
                <a:solidFill>
                  <a:srgbClr val="1A70B8"/>
                </a:solidFill>
                <a:latin typeface="Quicksand"/>
              </a:rPr>
              <a:t>Qualifikation und Team</a:t>
            </a:r>
          </a:p>
        </p:txBody>
      </p:sp>
      <p:sp>
        <p:nvSpPr>
          <p:cNvPr id="5" name="Rounded Rectangle 4"/>
          <p:cNvSpPr/>
          <p:nvPr/>
        </p:nvSpPr>
        <p:spPr>
          <a:xfrm>
            <a:off x="1426464" y="1755648"/>
            <a:ext cx="3246120" cy="1481328"/>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572768" y="1865376"/>
            <a:ext cx="2953512" cy="1261872"/>
          </a:xfrm>
          <a:prstGeom prst="rect">
            <a:avLst/>
          </a:prstGeom>
          <a:noFill/>
        </p:spPr>
        <p:txBody>
          <a:bodyPr wrap="square" lIns="0" rIns="0" tIns="0" bIns="0" anchor="t">
            <a:spAutoFit/>
          </a:bodyPr>
          <a:lstStyle/>
          <a:p>
            <a:pPr>
              <a:spcBef>
                <a:spcPts val="0"/>
              </a:spcBef>
              <a:spcAft>
                <a:spcPts val="0"/>
              </a:spcAft>
            </a:pPr>
            <a:r>
              <a:rPr sz="950" b="1" i="0">
                <a:solidFill>
                  <a:srgbClr val="888888"/>
                </a:solidFill>
                <a:latin typeface="Quicksand"/>
              </a:rPr>
              <a:t>Vorher</a:t>
            </a:r>
          </a:p>
          <a:p>
            <a:pPr>
              <a:lnSpc>
                <a:spcPct val="110000"/>
              </a:lnSpc>
              <a:spcBef>
                <a:spcPts val="200"/>
              </a:spcBef>
              <a:spcAft>
                <a:spcPts val="200"/>
              </a:spcAft>
            </a:pPr>
            <a:r>
              <a:rPr sz="840" b="0" i="0">
                <a:solidFill>
                  <a:srgbClr val="888888"/>
                </a:solidFill>
                <a:latin typeface="Open Sans"/>
              </a:rPr>
              <a:t>▪ </a:t>
            </a:r>
            <a:r>
              <a:rPr sz="840" b="0" i="0">
                <a:solidFill>
                  <a:srgbClr val="3D3D3D"/>
                </a:solidFill>
                <a:latin typeface="Open Sans"/>
              </a:rPr>
              <a:t>Eine Kraft, ein Kind, ein Bescheid</a:t>
            </a:r>
          </a:p>
          <a:p>
            <a:pPr>
              <a:lnSpc>
                <a:spcPct val="110000"/>
              </a:lnSpc>
              <a:spcBef>
                <a:spcPts val="200"/>
              </a:spcBef>
              <a:spcAft>
                <a:spcPts val="200"/>
              </a:spcAft>
            </a:pPr>
            <a:r>
              <a:rPr sz="840" b="0" i="0">
                <a:solidFill>
                  <a:srgbClr val="888888"/>
                </a:solidFill>
                <a:latin typeface="Open Sans"/>
              </a:rPr>
              <a:t>▪ </a:t>
            </a:r>
            <a:r>
              <a:rPr sz="840" b="0" i="0">
                <a:solidFill>
                  <a:srgbClr val="3D3D3D"/>
                </a:solidFill>
                <a:latin typeface="Open Sans"/>
              </a:rPr>
              <a:t>Kein Fachkräftegebot — § 72 SGB VIII gilt für Schulbegleitung nicht</a:t>
            </a:r>
          </a:p>
          <a:p>
            <a:pPr>
              <a:lnSpc>
                <a:spcPct val="110000"/>
              </a:lnSpc>
              <a:spcBef>
                <a:spcPts val="200"/>
              </a:spcBef>
              <a:spcAft>
                <a:spcPts val="200"/>
              </a:spcAft>
            </a:pPr>
            <a:r>
              <a:rPr sz="840" b="0" i="0">
                <a:solidFill>
                  <a:srgbClr val="888888"/>
                </a:solidFill>
                <a:latin typeface="Open Sans"/>
              </a:rPr>
              <a:t>▪ </a:t>
            </a:r>
            <a:r>
              <a:rPr sz="840" b="0" i="0">
                <a:solidFill>
                  <a:srgbClr val="3D3D3D"/>
                </a:solidFill>
                <a:latin typeface="Open Sans"/>
              </a:rPr>
              <a:t>Rund die Hälfte der Schulbegleitungen ist pädagogisch, therapeutisch oder pflegerisch qualifiziert, die andere Hälfte nicht</a:t>
            </a:r>
          </a:p>
        </p:txBody>
      </p:sp>
      <p:sp>
        <p:nvSpPr>
          <p:cNvPr id="7" name="Rounded Rectangle 6"/>
          <p:cNvSpPr/>
          <p:nvPr/>
        </p:nvSpPr>
        <p:spPr>
          <a:xfrm>
            <a:off x="1426464" y="3346704"/>
            <a:ext cx="3246120" cy="2743200"/>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572768" y="3456432"/>
            <a:ext cx="2953512" cy="2523744"/>
          </a:xfrm>
          <a:prstGeom prst="rect">
            <a:avLst/>
          </a:prstGeom>
          <a:noFill/>
        </p:spPr>
        <p:txBody>
          <a:bodyPr wrap="square" lIns="0" rIns="0" tIns="0" bIns="0" anchor="t">
            <a:spAutoFit/>
          </a:bodyPr>
          <a:lstStyle/>
          <a:p>
            <a:pPr>
              <a:spcBef>
                <a:spcPts val="0"/>
              </a:spcBef>
              <a:spcAft>
                <a:spcPts val="0"/>
              </a:spcAft>
            </a:pPr>
            <a:r>
              <a:rPr sz="950" b="1" i="0">
                <a:solidFill>
                  <a:srgbClr val="1A70B8"/>
                </a:solidFill>
                <a:latin typeface="Quicksand"/>
              </a:rPr>
              <a:t>Nachher</a:t>
            </a:r>
          </a:p>
          <a:p>
            <a:pPr>
              <a:lnSpc>
                <a:spcPct val="110000"/>
              </a:lnSpc>
              <a:spcBef>
                <a:spcPts val="200"/>
              </a:spcBef>
              <a:spcAft>
                <a:spcPts val="200"/>
              </a:spcAft>
            </a:pPr>
            <a:r>
              <a:rPr sz="840" b="0" i="0">
                <a:solidFill>
                  <a:srgbClr val="1A70B8"/>
                </a:solidFill>
                <a:latin typeface="Open Sans"/>
              </a:rPr>
              <a:t>▪ </a:t>
            </a:r>
            <a:r>
              <a:rPr sz="840" b="0" i="0">
                <a:solidFill>
                  <a:srgbClr val="3D3D3D"/>
                </a:solidFill>
                <a:latin typeface="Open Sans"/>
              </a:rPr>
              <a:t>Basiskraft bleibt formal ungelernt: „geeignete sozial erfahrene Kräfte“</a:t>
            </a:r>
          </a:p>
          <a:p>
            <a:pPr>
              <a:lnSpc>
                <a:spcPct val="110000"/>
              </a:lnSpc>
              <a:spcBef>
                <a:spcPts val="200"/>
              </a:spcBef>
              <a:spcAft>
                <a:spcPts val="200"/>
              </a:spcAft>
            </a:pPr>
            <a:r>
              <a:rPr sz="840" b="0" i="0">
                <a:solidFill>
                  <a:srgbClr val="1A70B8"/>
                </a:solidFill>
                <a:latin typeface="Open Sans"/>
              </a:rPr>
              <a:t>▪ </a:t>
            </a:r>
            <a:r>
              <a:rPr sz="840" b="0" i="0">
                <a:solidFill>
                  <a:srgbClr val="3D3D3D"/>
                </a:solidFill>
                <a:latin typeface="Open Sans"/>
              </a:rPr>
              <a:t>Neu und zwingend: Teamleitung ausschließlich Fachkraft, Schlüssel 1:15, 39 Wochenstunden</a:t>
            </a:r>
          </a:p>
          <a:p>
            <a:pPr>
              <a:lnSpc>
                <a:spcPct val="110000"/>
              </a:lnSpc>
              <a:spcBef>
                <a:spcPts val="200"/>
              </a:spcBef>
              <a:spcAft>
                <a:spcPts val="200"/>
              </a:spcAft>
            </a:pPr>
            <a:r>
              <a:rPr sz="840" b="0" i="0">
                <a:solidFill>
                  <a:srgbClr val="1A70B8"/>
                </a:solidFill>
                <a:latin typeface="Open Sans"/>
              </a:rPr>
              <a:t>▪ </a:t>
            </a:r>
            <a:r>
              <a:rPr sz="840" b="0" i="0">
                <a:solidFill>
                  <a:srgbClr val="3D3D3D"/>
                </a:solidFill>
                <a:latin typeface="Open Sans"/>
              </a:rPr>
              <a:t>Keine Honorarkräfte, Festanstellung ist Vertragsbedingung</a:t>
            </a:r>
          </a:p>
          <a:p>
            <a:pPr>
              <a:lnSpc>
                <a:spcPct val="110000"/>
              </a:lnSpc>
              <a:spcBef>
                <a:spcPts val="200"/>
              </a:spcBef>
              <a:spcAft>
                <a:spcPts val="200"/>
              </a:spcAft>
            </a:pPr>
            <a:r>
              <a:rPr sz="840" b="0" i="0">
                <a:solidFill>
                  <a:srgbClr val="1A70B8"/>
                </a:solidFill>
                <a:latin typeface="Open Sans"/>
              </a:rPr>
              <a:t>▪ </a:t>
            </a:r>
            <a:r>
              <a:rPr sz="840" b="0" i="0">
                <a:solidFill>
                  <a:srgbClr val="3D3D3D"/>
                </a:solidFill>
                <a:latin typeface="Open Sans"/>
              </a:rPr>
              <a:t>Pflicht: Qualifizierungskonzept, Supervision, wöchentliche Teamsitzung</a:t>
            </a:r>
          </a:p>
        </p:txBody>
      </p:sp>
      <p:sp>
        <p:nvSpPr>
          <p:cNvPr id="9" name="TextBox 8"/>
          <p:cNvSpPr txBox="1"/>
          <p:nvPr/>
        </p:nvSpPr>
        <p:spPr>
          <a:xfrm>
            <a:off x="4846320" y="1463040"/>
            <a:ext cx="3246120" cy="219456"/>
          </a:xfrm>
          <a:prstGeom prst="rect">
            <a:avLst/>
          </a:prstGeom>
          <a:noFill/>
        </p:spPr>
        <p:txBody>
          <a:bodyPr wrap="square" lIns="0" rIns="0" tIns="0" bIns="0" anchor="t">
            <a:spAutoFit/>
          </a:bodyPr>
          <a:lstStyle/>
          <a:p>
            <a:pPr>
              <a:spcBef>
                <a:spcPts val="0"/>
              </a:spcBef>
              <a:spcAft>
                <a:spcPts val="0"/>
              </a:spcAft>
            </a:pPr>
            <a:r>
              <a:rPr sz="1100" b="1" i="0">
                <a:solidFill>
                  <a:srgbClr val="1A70B8"/>
                </a:solidFill>
                <a:latin typeface="Quicksand"/>
              </a:rPr>
              <a:t>Verträge</a:t>
            </a:r>
          </a:p>
        </p:txBody>
      </p:sp>
      <p:sp>
        <p:nvSpPr>
          <p:cNvPr id="10" name="Rounded Rectangle 9"/>
          <p:cNvSpPr/>
          <p:nvPr/>
        </p:nvSpPr>
        <p:spPr>
          <a:xfrm>
            <a:off x="4846320" y="1755648"/>
            <a:ext cx="3246120" cy="1481328"/>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992624" y="1865376"/>
            <a:ext cx="2953512" cy="1261872"/>
          </a:xfrm>
          <a:prstGeom prst="rect">
            <a:avLst/>
          </a:prstGeom>
          <a:noFill/>
        </p:spPr>
        <p:txBody>
          <a:bodyPr wrap="square" lIns="0" rIns="0" tIns="0" bIns="0" anchor="t">
            <a:spAutoFit/>
          </a:bodyPr>
          <a:lstStyle/>
          <a:p>
            <a:pPr>
              <a:spcBef>
                <a:spcPts val="0"/>
              </a:spcBef>
              <a:spcAft>
                <a:spcPts val="0"/>
              </a:spcAft>
            </a:pPr>
            <a:r>
              <a:rPr sz="950" b="1" i="0">
                <a:solidFill>
                  <a:srgbClr val="888888"/>
                </a:solidFill>
                <a:latin typeface="Quicksand"/>
              </a:rPr>
              <a:t>Vorher</a:t>
            </a:r>
          </a:p>
          <a:p>
            <a:pPr>
              <a:lnSpc>
                <a:spcPct val="110000"/>
              </a:lnSpc>
              <a:spcBef>
                <a:spcPts val="200"/>
              </a:spcBef>
              <a:spcAft>
                <a:spcPts val="200"/>
              </a:spcAft>
            </a:pPr>
            <a:r>
              <a:rPr sz="840" b="0" i="0">
                <a:solidFill>
                  <a:srgbClr val="888888"/>
                </a:solidFill>
                <a:latin typeface="Open Sans"/>
              </a:rPr>
              <a:t>▪ </a:t>
            </a:r>
            <a:r>
              <a:rPr sz="840" b="0" i="0">
                <a:solidFill>
                  <a:srgbClr val="3D3D3D"/>
                </a:solidFill>
                <a:latin typeface="Open Sans"/>
              </a:rPr>
              <a:t>Bewilligungsbescheid je Kind, befristet auf ein Schuljahr</a:t>
            </a:r>
          </a:p>
          <a:p>
            <a:pPr>
              <a:lnSpc>
                <a:spcPct val="110000"/>
              </a:lnSpc>
              <a:spcBef>
                <a:spcPts val="200"/>
              </a:spcBef>
              <a:spcAft>
                <a:spcPts val="200"/>
              </a:spcAft>
            </a:pPr>
            <a:r>
              <a:rPr sz="840" b="0" i="0">
                <a:solidFill>
                  <a:srgbClr val="888888"/>
                </a:solidFill>
                <a:latin typeface="Open Sans"/>
              </a:rPr>
              <a:t>▪ </a:t>
            </a:r>
            <a:r>
              <a:rPr sz="840" b="0" i="0">
                <a:solidFill>
                  <a:srgbClr val="3D3D3D"/>
                </a:solidFill>
                <a:latin typeface="Open Sans"/>
              </a:rPr>
              <a:t>Vergütung je Kind und Stunde</a:t>
            </a:r>
          </a:p>
          <a:p>
            <a:pPr>
              <a:lnSpc>
                <a:spcPct val="110000"/>
              </a:lnSpc>
              <a:spcBef>
                <a:spcPts val="200"/>
              </a:spcBef>
              <a:spcAft>
                <a:spcPts val="200"/>
              </a:spcAft>
            </a:pPr>
            <a:r>
              <a:rPr sz="840" b="0" i="0">
                <a:solidFill>
                  <a:srgbClr val="888888"/>
                </a:solidFill>
                <a:latin typeface="Open Sans"/>
              </a:rPr>
              <a:t>▪ </a:t>
            </a:r>
            <a:r>
              <a:rPr sz="840" b="0" i="0">
                <a:solidFill>
                  <a:srgbClr val="3D3D3D"/>
                </a:solidFill>
                <a:latin typeface="Open Sans"/>
              </a:rPr>
              <a:t>Klassenfahrten und Ausflüge als Zusatzstunden abrechenbar</a:t>
            </a:r>
          </a:p>
          <a:p>
            <a:pPr>
              <a:lnSpc>
                <a:spcPct val="110000"/>
              </a:lnSpc>
              <a:spcBef>
                <a:spcPts val="200"/>
              </a:spcBef>
              <a:spcAft>
                <a:spcPts val="200"/>
              </a:spcAft>
            </a:pPr>
            <a:r>
              <a:rPr sz="840" b="0" i="0">
                <a:solidFill>
                  <a:srgbClr val="888888"/>
                </a:solidFill>
                <a:latin typeface="Open Sans"/>
              </a:rPr>
              <a:t>▪ </a:t>
            </a:r>
            <a:r>
              <a:rPr sz="840" b="0" i="0">
                <a:solidFill>
                  <a:srgbClr val="3D3D3D"/>
                </a:solidFill>
                <a:latin typeface="Open Sans"/>
              </a:rPr>
              <a:t>Viele kleine Aufträge, kein Vergabeverfahren</a:t>
            </a:r>
          </a:p>
        </p:txBody>
      </p:sp>
      <p:sp>
        <p:nvSpPr>
          <p:cNvPr id="12" name="Rounded Rectangle 11"/>
          <p:cNvSpPr/>
          <p:nvPr/>
        </p:nvSpPr>
        <p:spPr>
          <a:xfrm>
            <a:off x="4846320" y="3346704"/>
            <a:ext cx="3246120" cy="2743200"/>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992624" y="3456432"/>
            <a:ext cx="2953512" cy="2523744"/>
          </a:xfrm>
          <a:prstGeom prst="rect">
            <a:avLst/>
          </a:prstGeom>
          <a:noFill/>
        </p:spPr>
        <p:txBody>
          <a:bodyPr wrap="square" lIns="0" rIns="0" tIns="0" bIns="0" anchor="t">
            <a:spAutoFit/>
          </a:bodyPr>
          <a:lstStyle/>
          <a:p>
            <a:pPr>
              <a:spcBef>
                <a:spcPts val="0"/>
              </a:spcBef>
              <a:spcAft>
                <a:spcPts val="0"/>
              </a:spcAft>
            </a:pPr>
            <a:r>
              <a:rPr sz="950" b="1" i="0">
                <a:solidFill>
                  <a:srgbClr val="1A70B8"/>
                </a:solidFill>
                <a:latin typeface="Quicksand"/>
              </a:rPr>
              <a:t>Nachher</a:t>
            </a:r>
          </a:p>
          <a:p>
            <a:pPr>
              <a:lnSpc>
                <a:spcPct val="110000"/>
              </a:lnSpc>
              <a:spcBef>
                <a:spcPts val="200"/>
              </a:spcBef>
              <a:spcAft>
                <a:spcPts val="200"/>
              </a:spcAft>
            </a:pPr>
            <a:r>
              <a:rPr sz="840" b="0" i="0">
                <a:solidFill>
                  <a:srgbClr val="1A70B8"/>
                </a:solidFill>
                <a:latin typeface="Open Sans"/>
              </a:rPr>
              <a:t>▪ </a:t>
            </a:r>
            <a:r>
              <a:rPr sz="840" b="0" i="0">
                <a:solidFill>
                  <a:srgbClr val="3D3D3D"/>
                </a:solidFill>
                <a:latin typeface="Open Sans"/>
              </a:rPr>
              <a:t>Ein Standortvertrag je Schule, vergeben im EU-Verfahren oder per Interessenbekundung</a:t>
            </a:r>
          </a:p>
          <a:p>
            <a:pPr>
              <a:lnSpc>
                <a:spcPct val="110000"/>
              </a:lnSpc>
              <a:spcBef>
                <a:spcPts val="200"/>
              </a:spcBef>
              <a:spcAft>
                <a:spcPts val="200"/>
              </a:spcAft>
            </a:pPr>
            <a:r>
              <a:rPr sz="840" b="0" i="0">
                <a:solidFill>
                  <a:srgbClr val="1A70B8"/>
                </a:solidFill>
                <a:latin typeface="Open Sans"/>
              </a:rPr>
              <a:t>▪ </a:t>
            </a:r>
            <a:r>
              <a:rPr sz="840" b="0" i="0">
                <a:solidFill>
                  <a:srgbClr val="3D3D3D"/>
                </a:solidFill>
                <a:latin typeface="Open Sans"/>
              </a:rPr>
              <a:t>Pinneberg: 01.11.2024 bis 31.07.2029, einseitig um vier Jahre verlängerbar — bis zu neun Jahre</a:t>
            </a:r>
          </a:p>
          <a:p>
            <a:pPr>
              <a:lnSpc>
                <a:spcPct val="110000"/>
              </a:lnSpc>
              <a:spcBef>
                <a:spcPts val="200"/>
              </a:spcBef>
              <a:spcAft>
                <a:spcPts val="200"/>
              </a:spcAft>
            </a:pPr>
            <a:r>
              <a:rPr sz="840" b="0" i="0">
                <a:solidFill>
                  <a:srgbClr val="1A70B8"/>
                </a:solidFill>
                <a:latin typeface="Open Sans"/>
              </a:rPr>
              <a:t>▪ </a:t>
            </a:r>
            <a:r>
              <a:rPr sz="840" b="0" i="0">
                <a:solidFill>
                  <a:srgbClr val="3D3D3D"/>
                </a:solidFill>
                <a:latin typeface="Open Sans"/>
              </a:rPr>
              <a:t>Festpreis: „Anpassungen durch Tarifsteigerungen erfolgen im Rahmen der Vertragslaufzeit nicht“</a:t>
            </a:r>
          </a:p>
          <a:p>
            <a:pPr>
              <a:lnSpc>
                <a:spcPct val="110000"/>
              </a:lnSpc>
              <a:spcBef>
                <a:spcPts val="200"/>
              </a:spcBef>
              <a:spcAft>
                <a:spcPts val="200"/>
              </a:spcAft>
            </a:pPr>
            <a:r>
              <a:rPr sz="840" b="0" i="0">
                <a:solidFill>
                  <a:srgbClr val="1A70B8"/>
                </a:solidFill>
                <a:latin typeface="Open Sans"/>
              </a:rPr>
              <a:t>▪ </a:t>
            </a:r>
            <a:r>
              <a:rPr sz="840" b="0" i="0">
                <a:solidFill>
                  <a:srgbClr val="3D3D3D"/>
                </a:solidFill>
                <a:latin typeface="Open Sans"/>
              </a:rPr>
              <a:t>Budget = Anzahl der Klassen, nicht der Fälle. Vertretung, Krankheit und Fahrten zahlt der Träger daraus</a:t>
            </a:r>
          </a:p>
        </p:txBody>
      </p:sp>
      <p:sp>
        <p:nvSpPr>
          <p:cNvPr id="14" name="TextBox 13"/>
          <p:cNvSpPr txBox="1"/>
          <p:nvPr/>
        </p:nvSpPr>
        <p:spPr>
          <a:xfrm>
            <a:off x="8266175" y="1463040"/>
            <a:ext cx="3246120" cy="219456"/>
          </a:xfrm>
          <a:prstGeom prst="rect">
            <a:avLst/>
          </a:prstGeom>
          <a:noFill/>
        </p:spPr>
        <p:txBody>
          <a:bodyPr wrap="square" lIns="0" rIns="0" tIns="0" bIns="0" anchor="t">
            <a:spAutoFit/>
          </a:bodyPr>
          <a:lstStyle/>
          <a:p>
            <a:pPr>
              <a:spcBef>
                <a:spcPts val="0"/>
              </a:spcBef>
              <a:spcAft>
                <a:spcPts val="0"/>
              </a:spcAft>
            </a:pPr>
            <a:r>
              <a:rPr sz="1100" b="1" i="0">
                <a:solidFill>
                  <a:srgbClr val="1A70B8"/>
                </a:solidFill>
                <a:latin typeface="Quicksand"/>
              </a:rPr>
              <a:t>Politik und Machtverhältnisse</a:t>
            </a:r>
          </a:p>
        </p:txBody>
      </p:sp>
      <p:sp>
        <p:nvSpPr>
          <p:cNvPr id="15" name="Rounded Rectangle 14"/>
          <p:cNvSpPr/>
          <p:nvPr/>
        </p:nvSpPr>
        <p:spPr>
          <a:xfrm>
            <a:off x="8266175" y="1755648"/>
            <a:ext cx="3246120" cy="1298448"/>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412480" y="1865376"/>
            <a:ext cx="2953512" cy="1078992"/>
          </a:xfrm>
          <a:prstGeom prst="rect">
            <a:avLst/>
          </a:prstGeom>
          <a:noFill/>
        </p:spPr>
        <p:txBody>
          <a:bodyPr wrap="square" lIns="0" rIns="0" tIns="0" bIns="0" anchor="t">
            <a:spAutoFit/>
          </a:bodyPr>
          <a:lstStyle/>
          <a:p>
            <a:pPr>
              <a:spcBef>
                <a:spcPts val="0"/>
              </a:spcBef>
              <a:spcAft>
                <a:spcPts val="0"/>
              </a:spcAft>
            </a:pPr>
            <a:r>
              <a:rPr sz="950" b="1" i="0">
                <a:solidFill>
                  <a:srgbClr val="6E7D00"/>
                </a:solidFill>
                <a:latin typeface="Quicksand"/>
              </a:rPr>
              <a:t>Dafür</a:t>
            </a:r>
          </a:p>
          <a:p>
            <a:pPr>
              <a:lnSpc>
                <a:spcPct val="110000"/>
              </a:lnSpc>
              <a:spcBef>
                <a:spcPts val="200"/>
              </a:spcBef>
              <a:spcAft>
                <a:spcPts val="200"/>
              </a:spcAft>
            </a:pPr>
            <a:r>
              <a:rPr sz="800" b="0" i="0">
                <a:solidFill>
                  <a:srgbClr val="6E7D00"/>
                </a:solidFill>
                <a:latin typeface="Open Sans"/>
              </a:rPr>
              <a:t>▪ </a:t>
            </a:r>
            <a:r>
              <a:rPr sz="800" b="0" i="0">
                <a:solidFill>
                  <a:srgbClr val="3D3D3D"/>
                </a:solidFill>
                <a:latin typeface="Open Sans"/>
              </a:rPr>
              <a:t>Landesregierung SH · Grüne: „Wir sind klar für jede Poollösung!“ · CDU-Antrag</a:t>
            </a:r>
          </a:p>
          <a:p>
            <a:pPr>
              <a:lnSpc>
                <a:spcPct val="110000"/>
              </a:lnSpc>
              <a:spcBef>
                <a:spcPts val="200"/>
              </a:spcBef>
              <a:spcAft>
                <a:spcPts val="200"/>
              </a:spcAft>
            </a:pPr>
            <a:r>
              <a:rPr sz="800" b="0" i="0">
                <a:solidFill>
                  <a:srgbClr val="6E7D00"/>
                </a:solidFill>
                <a:latin typeface="Open Sans"/>
              </a:rPr>
              <a:t>▪ </a:t>
            </a:r>
            <a:r>
              <a:rPr sz="800" b="0" i="0">
                <a:solidFill>
                  <a:srgbClr val="3D3D3D"/>
                </a:solidFill>
                <a:latin typeface="Open Sans"/>
              </a:rPr>
              <a:t>SPD in SH drängt auf Tempo, nicht auf Rücknahme</a:t>
            </a:r>
          </a:p>
          <a:p>
            <a:pPr>
              <a:lnSpc>
                <a:spcPct val="110000"/>
              </a:lnSpc>
              <a:spcBef>
                <a:spcPts val="200"/>
              </a:spcBef>
              <a:spcAft>
                <a:spcPts val="200"/>
              </a:spcAft>
            </a:pPr>
            <a:r>
              <a:rPr sz="800" b="0" i="0">
                <a:solidFill>
                  <a:srgbClr val="6E7D00"/>
                </a:solidFill>
                <a:latin typeface="Open Sans"/>
              </a:rPr>
              <a:t>▪ </a:t>
            </a:r>
            <a:r>
              <a:rPr sz="800" b="0" i="0">
                <a:solidFill>
                  <a:srgbClr val="3D3D3D"/>
                </a:solidFill>
                <a:latin typeface="Open Sans"/>
              </a:rPr>
              <a:t>Bund: Referentenentwurf 1. KJHSRG vom 23.03.2026</a:t>
            </a:r>
          </a:p>
          <a:p>
            <a:pPr>
              <a:lnSpc>
                <a:spcPct val="110000"/>
              </a:lnSpc>
              <a:spcBef>
                <a:spcPts val="200"/>
              </a:spcBef>
              <a:spcAft>
                <a:spcPts val="200"/>
              </a:spcAft>
            </a:pPr>
            <a:r>
              <a:rPr sz="800" b="0" i="0">
                <a:solidFill>
                  <a:srgbClr val="6E7D00"/>
                </a:solidFill>
                <a:latin typeface="Open Sans"/>
              </a:rPr>
              <a:t>▪ </a:t>
            </a:r>
            <a:r>
              <a:rPr sz="800" b="0" i="0">
                <a:solidFill>
                  <a:srgbClr val="3D3D3D"/>
                </a:solidFill>
                <a:latin typeface="Open Sans"/>
              </a:rPr>
              <a:t>Kommunale Kostenträger · Bosch- und Telekom-Stiftung</a:t>
            </a:r>
          </a:p>
        </p:txBody>
      </p:sp>
      <p:sp>
        <p:nvSpPr>
          <p:cNvPr id="17" name="Rounded Rectangle 16"/>
          <p:cNvSpPr/>
          <p:nvPr/>
        </p:nvSpPr>
        <p:spPr>
          <a:xfrm>
            <a:off x="8266175" y="3163824"/>
            <a:ext cx="3246120" cy="1389888"/>
          </a:xfrm>
          <a:prstGeom prst="roundRect">
            <a:avLst>
              <a:gd name="adj" fmla="val 6000"/>
            </a:avLst>
          </a:prstGeom>
          <a:solidFill>
            <a:srgbClr val="FD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80" y="3273552"/>
            <a:ext cx="2953512" cy="1170432"/>
          </a:xfrm>
          <a:prstGeom prst="rect">
            <a:avLst/>
          </a:prstGeom>
          <a:noFill/>
        </p:spPr>
        <p:txBody>
          <a:bodyPr wrap="square" lIns="0" rIns="0" tIns="0" bIns="0" anchor="t">
            <a:spAutoFit/>
          </a:bodyPr>
          <a:lstStyle/>
          <a:p>
            <a:pPr>
              <a:spcBef>
                <a:spcPts val="0"/>
              </a:spcBef>
              <a:spcAft>
                <a:spcPts val="0"/>
              </a:spcAft>
            </a:pPr>
            <a:r>
              <a:rPr sz="950" b="1" i="0">
                <a:solidFill>
                  <a:srgbClr val="E0861A"/>
                </a:solidFill>
                <a:latin typeface="Quicksand"/>
              </a:rPr>
              <a:t>Dagegen</a:t>
            </a:r>
          </a:p>
          <a:p>
            <a:pPr>
              <a:lnSpc>
                <a:spcPct val="110000"/>
              </a:lnSpc>
              <a:spcBef>
                <a:spcPts val="200"/>
              </a:spcBef>
              <a:spcAft>
                <a:spcPts val="200"/>
              </a:spcAft>
            </a:pPr>
            <a:r>
              <a:rPr sz="800" b="0" i="0">
                <a:solidFill>
                  <a:srgbClr val="E0861A"/>
                </a:solidFill>
                <a:latin typeface="Open Sans"/>
              </a:rPr>
              <a:t>▪ </a:t>
            </a:r>
            <a:r>
              <a:rPr sz="800" b="0" i="0">
                <a:solidFill>
                  <a:srgbClr val="3D3D3D"/>
                </a:solidFill>
                <a:latin typeface="Open Sans"/>
              </a:rPr>
              <a:t>ver.di (24.04.2026): Fachkräftegebot werde durch einen Kompetenzansatz ersetzt</a:t>
            </a:r>
          </a:p>
          <a:p>
            <a:pPr>
              <a:lnSpc>
                <a:spcPct val="110000"/>
              </a:lnSpc>
              <a:spcBef>
                <a:spcPts val="200"/>
              </a:spcBef>
              <a:spcAft>
                <a:spcPts val="200"/>
              </a:spcAft>
            </a:pPr>
            <a:r>
              <a:rPr sz="800" b="0" i="0">
                <a:solidFill>
                  <a:srgbClr val="E0861A"/>
                </a:solidFill>
                <a:latin typeface="Open Sans"/>
              </a:rPr>
              <a:t>▪ </a:t>
            </a:r>
            <a:r>
              <a:rPr sz="800" b="0" i="0">
                <a:solidFill>
                  <a:srgbClr val="3D3D3D"/>
                </a:solidFill>
                <a:latin typeface="Open Sans"/>
              </a:rPr>
              <a:t>SPD-Bundestagsabgeordnete: Streichliste „inakzeptabel“ (17.04.2026), über 100.000 Unterschriften dagegen</a:t>
            </a:r>
          </a:p>
          <a:p>
            <a:pPr>
              <a:lnSpc>
                <a:spcPct val="110000"/>
              </a:lnSpc>
              <a:spcBef>
                <a:spcPts val="200"/>
              </a:spcBef>
              <a:spcAft>
                <a:spcPts val="200"/>
              </a:spcAft>
            </a:pPr>
            <a:r>
              <a:rPr sz="800" b="0" i="0">
                <a:solidFill>
                  <a:srgbClr val="E0861A"/>
                </a:solidFill>
                <a:latin typeface="Open Sans"/>
              </a:rPr>
              <a:t>▪ </a:t>
            </a:r>
            <a:r>
              <a:rPr sz="800" b="0" i="0">
                <a:solidFill>
                  <a:srgbClr val="3D3D3D"/>
                </a:solidFill>
                <a:latin typeface="Open Sans"/>
              </a:rPr>
              <a:t>Lebenshilfe · AGJ · SoVD · Verfassungsblog: nicht verfassungskonform</a:t>
            </a:r>
          </a:p>
        </p:txBody>
      </p:sp>
      <p:sp>
        <p:nvSpPr>
          <p:cNvPr id="19" name="Rounded Rectangle 18"/>
          <p:cNvSpPr/>
          <p:nvPr/>
        </p:nvSpPr>
        <p:spPr>
          <a:xfrm>
            <a:off x="8266175" y="4626864"/>
            <a:ext cx="3246120" cy="1463040"/>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412480" y="4736592"/>
            <a:ext cx="2953512" cy="1243584"/>
          </a:xfrm>
          <a:prstGeom prst="rect">
            <a:avLst/>
          </a:prstGeom>
          <a:noFill/>
        </p:spPr>
        <p:txBody>
          <a:bodyPr wrap="square" lIns="0" rIns="0" tIns="0" bIns="0" anchor="t">
            <a:spAutoFit/>
          </a:bodyPr>
          <a:lstStyle/>
          <a:p>
            <a:pPr>
              <a:spcBef>
                <a:spcPts val="0"/>
              </a:spcBef>
              <a:spcAft>
                <a:spcPts val="0"/>
              </a:spcAft>
            </a:pPr>
            <a:r>
              <a:rPr sz="950" b="1" i="0">
                <a:solidFill>
                  <a:srgbClr val="1A70B8"/>
                </a:solidFill>
                <a:latin typeface="Quicksand"/>
              </a:rPr>
              <a:t>Wer die Mehrheit hat</a:t>
            </a:r>
          </a:p>
          <a:p>
            <a:pPr>
              <a:lnSpc>
                <a:spcPct val="110000"/>
              </a:lnSpc>
              <a:spcBef>
                <a:spcPts val="200"/>
              </a:spcBef>
              <a:spcAft>
                <a:spcPts val="200"/>
              </a:spcAft>
            </a:pPr>
            <a:r>
              <a:rPr sz="800" b="0" i="0">
                <a:solidFill>
                  <a:srgbClr val="1A70B8"/>
                </a:solidFill>
                <a:latin typeface="Open Sans"/>
              </a:rPr>
              <a:t>▪ </a:t>
            </a:r>
            <a:r>
              <a:rPr sz="800" b="0" i="0">
                <a:solidFill>
                  <a:srgbClr val="3D3D3D"/>
                </a:solidFill>
                <a:latin typeface="Open Sans"/>
              </a:rPr>
              <a:t>Land: CDU und Grüne, 48 von 69 Sitzen. Landtagswahl 2027</a:t>
            </a:r>
          </a:p>
          <a:p>
            <a:pPr>
              <a:lnSpc>
                <a:spcPct val="110000"/>
              </a:lnSpc>
              <a:spcBef>
                <a:spcPts val="200"/>
              </a:spcBef>
              <a:spcAft>
                <a:spcPts val="200"/>
              </a:spcAft>
            </a:pPr>
            <a:r>
              <a:rPr sz="800" b="0" i="0">
                <a:solidFill>
                  <a:srgbClr val="1A70B8"/>
                </a:solidFill>
                <a:latin typeface="Open Sans"/>
              </a:rPr>
              <a:t>▪ </a:t>
            </a:r>
            <a:r>
              <a:rPr sz="800" b="0" i="0">
                <a:solidFill>
                  <a:srgbClr val="3D3D3D"/>
                </a:solidFill>
                <a:latin typeface="Open Sans"/>
              </a:rPr>
              <a:t>Kreis Pinneberg: CDU stärkste Fraktion, 24 von 67. Landrätin Elfi Heesch (parteilos). Der Kreistag hat verschoben</a:t>
            </a:r>
          </a:p>
          <a:p>
            <a:pPr>
              <a:lnSpc>
                <a:spcPct val="110000"/>
              </a:lnSpc>
              <a:spcBef>
                <a:spcPts val="200"/>
              </a:spcBef>
              <a:spcAft>
                <a:spcPts val="200"/>
              </a:spcAft>
            </a:pPr>
            <a:r>
              <a:rPr sz="800" b="0" i="0">
                <a:solidFill>
                  <a:srgbClr val="1A70B8"/>
                </a:solidFill>
                <a:latin typeface="Open Sans"/>
              </a:rPr>
              <a:t>▪ </a:t>
            </a:r>
            <a:r>
              <a:rPr sz="800" b="0" i="0">
                <a:solidFill>
                  <a:srgbClr val="3D3D3D"/>
                </a:solidFill>
                <a:latin typeface="Open Sans"/>
              </a:rPr>
              <a:t>Bund: Der Entwurf kommt aus dem Haus von Karin Prien (CDU), bis 2025 Bildungsministerin in SH</a:t>
            </a:r>
          </a:p>
        </p:txBody>
      </p:sp>
      <p:sp>
        <p:nvSpPr>
          <p:cNvPr id="21" name="TextBox 20"/>
          <p:cNvSpPr txBox="1"/>
          <p:nvPr/>
        </p:nvSpPr>
        <p:spPr>
          <a:xfrm>
            <a:off x="1426464" y="6446520"/>
            <a:ext cx="8686800" cy="274320"/>
          </a:xfrm>
          <a:prstGeom prst="rect">
            <a:avLst/>
          </a:prstGeom>
          <a:noFill/>
        </p:spPr>
        <p:txBody>
          <a:bodyPr wrap="square" lIns="0" rIns="0" tIns="0" bIns="0" anchor="t">
            <a:spAutoFit/>
          </a:bodyPr>
          <a:lstStyle/>
          <a:p>
            <a:pPr>
              <a:lnSpc>
                <a:spcPct val="105000"/>
              </a:lnSpc>
              <a:spcBef>
                <a:spcPts val="0"/>
              </a:spcBef>
              <a:spcAft>
                <a:spcPts val="0"/>
              </a:spcAft>
            </a:pPr>
            <a:r>
              <a:rPr sz="680" b="0" i="0">
                <a:solidFill>
                  <a:srgbClr val="888888"/>
                </a:solidFill>
                <a:latin typeface="Open Sans"/>
              </a:rPr>
              <a:t>Quellen: Kreis Pinneberg, Konzept „Klassenassistenz“, Kap. 4–6 · TED 246925-2024 · Landtag SH, Presseticker 28.02.2025 und Drs. 20/3271 (Frage 3 der SPD) · ver.di, 24.04.2026 · SPD-Bundestagsabgeordnete Hostert, Klose, Heubach zur Streichliste, 17.04.2026 · Sitzverteilung Landtag SH · Kreistag Pinneberg seit 14.05.2023.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1900"/>
              <a:t>Fünf Fragen an SKP — und woran wir die Antwort messen</a:t>
            </a:r>
          </a:p>
        </p:txBody>
      </p:sp>
      <p:sp>
        <p:nvSpPr>
          <p:cNvPr id="3" name="Text Placeholder 2"/>
          <p:cNvSpPr>
            <a:spLocks noGrp="1"/>
          </p:cNvSpPr>
          <p:nvPr>
            <p:ph type="body" idx="12" sz="quarter"/>
          </p:nvPr>
        </p:nvSpPr>
        <p:spPr/>
        <p:txBody>
          <a:bodyPr/>
          <a:lstStyle/>
          <a:p>
            <a:r>
              <a:t>Fragenliste</a:t>
            </a:r>
          </a:p>
        </p:txBody>
      </p:sp>
      <p:sp>
        <p:nvSpPr>
          <p:cNvPr id="4" name="Rounded Rectangle 3"/>
          <p:cNvSpPr/>
          <p:nvPr/>
        </p:nvSpPr>
        <p:spPr>
          <a:xfrm>
            <a:off x="1426464" y="1600200"/>
            <a:ext cx="3246120" cy="1828800"/>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572768" y="1709928"/>
            <a:ext cx="2953512" cy="1609344"/>
          </a:xfrm>
          <a:prstGeom prst="rect">
            <a:avLst/>
          </a:prstGeom>
          <a:noFill/>
        </p:spPr>
        <p:txBody>
          <a:bodyPr wrap="square" lIns="0" rIns="0" tIns="0" bIns="0" anchor="t">
            <a:spAutoFit/>
          </a:bodyPr>
          <a:lstStyle/>
          <a:p>
            <a:pPr>
              <a:spcBef>
                <a:spcPts val="0"/>
              </a:spcBef>
              <a:spcAft>
                <a:spcPts val="0"/>
              </a:spcAft>
            </a:pPr>
            <a:r>
              <a:rPr sz="950" b="1" i="0">
                <a:solidFill>
                  <a:srgbClr val="1A70B8"/>
                </a:solidFill>
                <a:latin typeface="Quicksand"/>
              </a:rPr>
              <a:t>1 · Fachkräftequote</a:t>
            </a:r>
          </a:p>
          <a:p>
            <a:pPr>
              <a:lnSpc>
                <a:spcPct val="112000"/>
              </a:lnSpc>
              <a:spcBef>
                <a:spcPts val="300"/>
              </a:spcBef>
              <a:spcAft>
                <a:spcPts val="0"/>
              </a:spcAft>
            </a:pPr>
            <a:r>
              <a:rPr sz="860" b="1" i="0">
                <a:solidFill>
                  <a:srgbClr val="3D3D3D"/>
                </a:solidFill>
                <a:latin typeface="Open Sans"/>
              </a:rPr>
              <a:t>Wie viele Beschäftigte haben einen pädagogischen, therapeutischen oder pflegerischen Abschluss?</a:t>
            </a:r>
          </a:p>
          <a:p>
            <a:pPr>
              <a:lnSpc>
                <a:spcPct val="112000"/>
              </a:lnSpc>
              <a:spcBef>
                <a:spcPts val="400"/>
              </a:spcBef>
              <a:spcAft>
                <a:spcPts val="0"/>
              </a:spcAft>
            </a:pPr>
            <a:r>
              <a:rPr sz="819" b="0" i="0">
                <a:solidFill>
                  <a:srgbClr val="888888"/>
                </a:solidFill>
                <a:latin typeface="Open Sans"/>
              </a:rPr>
              <a:t>Messlatte: bundesweit rund 50 %. Für den Pool zählt aber nur eines — gibt es Fachkräfte für die Teamleitung? Ohne sie kein Zuschlag.</a:t>
            </a:r>
          </a:p>
          <a:p>
            <a:pPr>
              <a:lnSpc>
                <a:spcPct val="112000"/>
              </a:lnSpc>
              <a:spcBef>
                <a:spcPts val="500"/>
              </a:spcBef>
              <a:spcAft>
                <a:spcPts val="0"/>
              </a:spcAft>
            </a:pPr>
            <a:r>
              <a:rPr sz="800" b="0" i="1">
                <a:solidFill>
                  <a:srgbClr val="1A70B8"/>
                </a:solidFill>
                <a:latin typeface="Open Sans"/>
              </a:rPr>
              <a:t>Anzufordern: Personalliste zum Stichtag mit Qualifikation, Stundenumfang und Vertragsart.</a:t>
            </a:r>
          </a:p>
        </p:txBody>
      </p:sp>
      <p:sp>
        <p:nvSpPr>
          <p:cNvPr id="6" name="Rounded Rectangle 5"/>
          <p:cNvSpPr/>
          <p:nvPr/>
        </p:nvSpPr>
        <p:spPr>
          <a:xfrm>
            <a:off x="4846320" y="1600200"/>
            <a:ext cx="3246120" cy="1828800"/>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992624" y="1709928"/>
            <a:ext cx="2953512" cy="1609344"/>
          </a:xfrm>
          <a:prstGeom prst="rect">
            <a:avLst/>
          </a:prstGeom>
          <a:noFill/>
        </p:spPr>
        <p:txBody>
          <a:bodyPr wrap="square" lIns="0" rIns="0" tIns="0" bIns="0" anchor="t">
            <a:spAutoFit/>
          </a:bodyPr>
          <a:lstStyle/>
          <a:p>
            <a:pPr>
              <a:spcBef>
                <a:spcPts val="0"/>
              </a:spcBef>
              <a:spcAft>
                <a:spcPts val="0"/>
              </a:spcAft>
            </a:pPr>
            <a:r>
              <a:rPr sz="950" b="1" i="0">
                <a:solidFill>
                  <a:srgbClr val="1A70B8"/>
                </a:solidFill>
                <a:latin typeface="Quicksand"/>
              </a:rPr>
              <a:t>2 · Löhne und Tarif</a:t>
            </a:r>
          </a:p>
          <a:p>
            <a:pPr>
              <a:lnSpc>
                <a:spcPct val="112000"/>
              </a:lnSpc>
              <a:spcBef>
                <a:spcPts val="300"/>
              </a:spcBef>
              <a:spcAft>
                <a:spcPts val="0"/>
              </a:spcAft>
            </a:pPr>
            <a:r>
              <a:rPr sz="860" b="1" i="0">
                <a:solidFill>
                  <a:srgbClr val="3D3D3D"/>
                </a:solidFill>
                <a:latin typeface="Open Sans"/>
              </a:rPr>
              <a:t>Zahlt SKP Tarif, angelehnt oder Mindestlohn? Wie hoch ist der Ist-Stundensatz, wie sind Ferien geregelt?</a:t>
            </a:r>
          </a:p>
          <a:p>
            <a:pPr>
              <a:lnSpc>
                <a:spcPct val="112000"/>
              </a:lnSpc>
              <a:spcBef>
                <a:spcPts val="400"/>
              </a:spcBef>
              <a:spcAft>
                <a:spcPts val="0"/>
              </a:spcAft>
            </a:pPr>
            <a:r>
              <a:rPr sz="819" b="0" i="0">
                <a:solidFill>
                  <a:srgbClr val="888888"/>
                </a:solidFill>
                <a:latin typeface="Open Sans"/>
              </a:rPr>
              <a:t>Messlatte: Pinneberg kalkuliert mit TVöD SuE S2 Stufe 5 — rund 40 % über dem Mindestlohn. § 124 SGB IX schützt nur tarifgebundene Träger.</a:t>
            </a:r>
          </a:p>
          <a:p>
            <a:pPr>
              <a:lnSpc>
                <a:spcPct val="112000"/>
              </a:lnSpc>
              <a:spcBef>
                <a:spcPts val="500"/>
              </a:spcBef>
              <a:spcAft>
                <a:spcPts val="0"/>
              </a:spcAft>
            </a:pPr>
            <a:r>
              <a:rPr sz="800" b="0" i="1">
                <a:solidFill>
                  <a:srgbClr val="1A70B8"/>
                </a:solidFill>
                <a:latin typeface="Open Sans"/>
              </a:rPr>
              <a:t>Anzufordern: Musterarbeitsvertrag, Lohnjournal zwölf Monate, Angabe zur Tarifbindung und zum Honorarkräfteanteil.</a:t>
            </a:r>
          </a:p>
        </p:txBody>
      </p:sp>
      <p:sp>
        <p:nvSpPr>
          <p:cNvPr id="8" name="Rounded Rectangle 7"/>
          <p:cNvSpPr/>
          <p:nvPr/>
        </p:nvSpPr>
        <p:spPr>
          <a:xfrm>
            <a:off x="8266175" y="1600200"/>
            <a:ext cx="3246120" cy="1828800"/>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412480" y="1709928"/>
            <a:ext cx="2953512" cy="1609344"/>
          </a:xfrm>
          <a:prstGeom prst="rect">
            <a:avLst/>
          </a:prstGeom>
          <a:noFill/>
        </p:spPr>
        <p:txBody>
          <a:bodyPr wrap="square" lIns="0" rIns="0" tIns="0" bIns="0" anchor="t">
            <a:spAutoFit/>
          </a:bodyPr>
          <a:lstStyle/>
          <a:p>
            <a:pPr>
              <a:spcBef>
                <a:spcPts val="0"/>
              </a:spcBef>
              <a:spcAft>
                <a:spcPts val="0"/>
              </a:spcAft>
            </a:pPr>
            <a:r>
              <a:rPr sz="950" b="1" i="0">
                <a:solidFill>
                  <a:srgbClr val="1A70B8"/>
                </a:solidFill>
                <a:latin typeface="Quicksand"/>
              </a:rPr>
              <a:t>3 · Pilotschulen</a:t>
            </a:r>
          </a:p>
          <a:p>
            <a:pPr>
              <a:lnSpc>
                <a:spcPct val="112000"/>
              </a:lnSpc>
              <a:spcBef>
                <a:spcPts val="300"/>
              </a:spcBef>
              <a:spcAft>
                <a:spcPts val="0"/>
              </a:spcAft>
            </a:pPr>
            <a:r>
              <a:rPr sz="860" b="1" i="0">
                <a:solidFill>
                  <a:srgbClr val="3D3D3D"/>
                </a:solidFill>
                <a:latin typeface="Open Sans"/>
              </a:rPr>
              <a:t>Bestehen Kooperationen an den Schulen, die zuerst umgestellt werden?</a:t>
            </a:r>
          </a:p>
          <a:p>
            <a:pPr>
              <a:lnSpc>
                <a:spcPct val="112000"/>
              </a:lnSpc>
              <a:spcBef>
                <a:spcPts val="400"/>
              </a:spcBef>
              <a:spcAft>
                <a:spcPts val="0"/>
              </a:spcAft>
            </a:pPr>
            <a:r>
              <a:rPr sz="819" b="0" i="0">
                <a:solidFill>
                  <a:srgbClr val="888888"/>
                </a:solidFill>
                <a:latin typeface="Open Sans"/>
              </a:rPr>
              <a:t>Messlatte: Zwei der sieben Zuschlagskriterien sind Kommunikation mit der Schulleitung und verpflichtende Zusammenarbeit.</a:t>
            </a:r>
          </a:p>
          <a:p>
            <a:pPr>
              <a:lnSpc>
                <a:spcPct val="112000"/>
              </a:lnSpc>
              <a:spcBef>
                <a:spcPts val="500"/>
              </a:spcBef>
              <a:spcAft>
                <a:spcPts val="0"/>
              </a:spcAft>
            </a:pPr>
            <a:r>
              <a:rPr sz="800" b="0" i="1">
                <a:solidFill>
                  <a:srgbClr val="1A70B8"/>
                </a:solidFill>
                <a:latin typeface="Open Sans"/>
              </a:rPr>
              <a:t>Anzufordern: Kooperationsvereinbarungen und Schulliste mit namentlichen Ansprechpartnern der Schulleitungen.</a:t>
            </a:r>
          </a:p>
        </p:txBody>
      </p:sp>
      <p:sp>
        <p:nvSpPr>
          <p:cNvPr id="10" name="Rounded Rectangle 9"/>
          <p:cNvSpPr/>
          <p:nvPr/>
        </p:nvSpPr>
        <p:spPr>
          <a:xfrm>
            <a:off x="1426464" y="3703320"/>
            <a:ext cx="3246120" cy="1828800"/>
          </a:xfrm>
          <a:prstGeom prst="roundRect">
            <a:avLst>
              <a:gd name="adj" fmla="val 6000"/>
            </a:avLst>
          </a:prstGeom>
          <a:solidFill>
            <a:srgbClr val="FD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572768" y="3813048"/>
            <a:ext cx="2953512" cy="1609344"/>
          </a:xfrm>
          <a:prstGeom prst="rect">
            <a:avLst/>
          </a:prstGeom>
          <a:noFill/>
        </p:spPr>
        <p:txBody>
          <a:bodyPr wrap="square" lIns="0" rIns="0" tIns="0" bIns="0" anchor="t">
            <a:spAutoFit/>
          </a:bodyPr>
          <a:lstStyle/>
          <a:p>
            <a:pPr>
              <a:spcBef>
                <a:spcPts val="0"/>
              </a:spcBef>
              <a:spcAft>
                <a:spcPts val="0"/>
              </a:spcAft>
            </a:pPr>
            <a:r>
              <a:rPr sz="950" b="1" i="0">
                <a:solidFill>
                  <a:srgbClr val="E0861A"/>
                </a:solidFill>
                <a:latin typeface="Quicksand"/>
              </a:rPr>
              <a:t>4 · Präqualifizierung und Konzepte</a:t>
            </a:r>
          </a:p>
          <a:p>
            <a:pPr>
              <a:lnSpc>
                <a:spcPct val="112000"/>
              </a:lnSpc>
              <a:spcBef>
                <a:spcPts val="300"/>
              </a:spcBef>
              <a:spcAft>
                <a:spcPts val="0"/>
              </a:spcAft>
            </a:pPr>
            <a:r>
              <a:rPr sz="860" b="1" i="0">
                <a:solidFill>
                  <a:srgbClr val="3D3D3D"/>
                </a:solidFill>
                <a:latin typeface="Open Sans"/>
              </a:rPr>
              <a:t>Liegen PQ-Eintrag, 10 Mio. € Betriebshaftpflicht, Referenzliste über vier Jahre und getrennte Umsatzausweisung vor?</a:t>
            </a:r>
          </a:p>
          <a:p>
            <a:pPr>
              <a:lnSpc>
                <a:spcPct val="112000"/>
              </a:lnSpc>
              <a:spcBef>
                <a:spcPts val="400"/>
              </a:spcBef>
              <a:spcAft>
                <a:spcPts val="0"/>
              </a:spcAft>
            </a:pPr>
            <a:r>
              <a:rPr sz="819" b="0" i="0">
                <a:solidFill>
                  <a:srgbClr val="888888"/>
                </a:solidFill>
                <a:latin typeface="Open Sans"/>
              </a:rPr>
              <a:t>Dazu die Konzepte: Qualifizierung, Kooperation, Krisen- und Schutzkonzept nach §§ 8a/8b/72a SGB VIII. Was fehlt, ist im laufenden Verfahren nicht mehr heilbar.</a:t>
            </a:r>
          </a:p>
          <a:p>
            <a:pPr>
              <a:lnSpc>
                <a:spcPct val="112000"/>
              </a:lnSpc>
              <a:spcBef>
                <a:spcPts val="500"/>
              </a:spcBef>
              <a:spcAft>
                <a:spcPts val="0"/>
              </a:spcAft>
            </a:pPr>
            <a:r>
              <a:rPr sz="800" b="0" i="1">
                <a:solidFill>
                  <a:srgbClr val="E0861A"/>
                </a:solidFill>
                <a:latin typeface="Open Sans"/>
              </a:rPr>
              <a:t>Anzufordern: PQ-Nummer, Versicherungsschein, Referenzliste, Konzeptordner.</a:t>
            </a:r>
          </a:p>
        </p:txBody>
      </p:sp>
      <p:sp>
        <p:nvSpPr>
          <p:cNvPr id="12" name="Rounded Rectangle 11"/>
          <p:cNvSpPr/>
          <p:nvPr/>
        </p:nvSpPr>
        <p:spPr>
          <a:xfrm>
            <a:off x="4846320" y="3703320"/>
            <a:ext cx="3246120" cy="1828800"/>
          </a:xfrm>
          <a:prstGeom prst="roundRect">
            <a:avLst>
              <a:gd name="adj" fmla="val 6000"/>
            </a:avLst>
          </a:prstGeom>
          <a:solidFill>
            <a:srgbClr val="FD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992624" y="3813048"/>
            <a:ext cx="2953512" cy="1609344"/>
          </a:xfrm>
          <a:prstGeom prst="rect">
            <a:avLst/>
          </a:prstGeom>
          <a:noFill/>
        </p:spPr>
        <p:txBody>
          <a:bodyPr wrap="square" lIns="0" rIns="0" tIns="0" bIns="0" anchor="t">
            <a:spAutoFit/>
          </a:bodyPr>
          <a:lstStyle/>
          <a:p>
            <a:pPr>
              <a:spcBef>
                <a:spcPts val="0"/>
              </a:spcBef>
              <a:spcAft>
                <a:spcPts val="0"/>
              </a:spcAft>
            </a:pPr>
            <a:r>
              <a:rPr sz="950" b="1" i="0">
                <a:solidFill>
                  <a:srgbClr val="E0861A"/>
                </a:solidFill>
                <a:latin typeface="Quicksand"/>
              </a:rPr>
              <a:t>5 · Wie viele Schulen</a:t>
            </a:r>
          </a:p>
          <a:p>
            <a:pPr>
              <a:lnSpc>
                <a:spcPct val="112000"/>
              </a:lnSpc>
              <a:spcBef>
                <a:spcPts val="300"/>
              </a:spcBef>
              <a:spcAft>
                <a:spcPts val="0"/>
              </a:spcAft>
            </a:pPr>
            <a:r>
              <a:rPr sz="860" b="1" i="0">
                <a:solidFill>
                  <a:srgbClr val="3D3D3D"/>
                </a:solidFill>
                <a:latin typeface="Open Sans"/>
              </a:rPr>
              <a:t>Standortliste: Schule, Schulart, Kreis, Kinder, Wochenstunden, Jahresumsatz.</a:t>
            </a:r>
          </a:p>
          <a:p>
            <a:pPr>
              <a:lnSpc>
                <a:spcPct val="112000"/>
              </a:lnSpc>
              <a:spcBef>
                <a:spcPts val="400"/>
              </a:spcBef>
              <a:spcAft>
                <a:spcPts val="0"/>
              </a:spcAft>
            </a:pPr>
            <a:r>
              <a:rPr sz="819" b="0" i="0">
                <a:solidFill>
                  <a:srgbClr val="888888"/>
                </a:solidFill>
                <a:latin typeface="Open Sans"/>
              </a:rPr>
              <a:t>Die entscheidende Auswertung: Welcher Umsatzanteil liegt an Schulen, die in Stufe 1 oder 2 des Pinneberger Plans stehen? Das ist das Volumen, das in einem Verfahren auf dem Spiel steht.</a:t>
            </a:r>
          </a:p>
          <a:p>
            <a:pPr>
              <a:lnSpc>
                <a:spcPct val="112000"/>
              </a:lnSpc>
              <a:spcBef>
                <a:spcPts val="500"/>
              </a:spcBef>
              <a:spcAft>
                <a:spcPts val="0"/>
              </a:spcAft>
            </a:pPr>
            <a:r>
              <a:rPr sz="800" b="0" i="1">
                <a:solidFill>
                  <a:srgbClr val="E0861A"/>
                </a:solidFill>
                <a:latin typeface="Open Sans"/>
              </a:rPr>
              <a:t>Anzufordern: Standort- und Umsatzliste je Schule über drei Geschäftsjahre.</a:t>
            </a:r>
          </a:p>
        </p:txBody>
      </p:sp>
      <p:sp>
        <p:nvSpPr>
          <p:cNvPr id="14" name="Rounded Rectangle 13"/>
          <p:cNvSpPr/>
          <p:nvPr/>
        </p:nvSpPr>
        <p:spPr>
          <a:xfrm>
            <a:off x="8266175" y="3703320"/>
            <a:ext cx="3246120" cy="18288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412480" y="3813048"/>
            <a:ext cx="2953512" cy="1609344"/>
          </a:xfrm>
          <a:prstGeom prst="rect">
            <a:avLst/>
          </a:prstGeom>
          <a:noFill/>
        </p:spPr>
        <p:txBody>
          <a:bodyPr wrap="square" lIns="0" rIns="0" tIns="0" bIns="0" anchor="t">
            <a:spAutoFit/>
          </a:bodyPr>
          <a:lstStyle/>
          <a:p>
            <a:pPr>
              <a:spcBef>
                <a:spcPts val="0"/>
              </a:spcBef>
              <a:spcAft>
                <a:spcPts val="0"/>
              </a:spcAft>
            </a:pPr>
            <a:r>
              <a:rPr sz="950" b="1" i="0">
                <a:solidFill>
                  <a:srgbClr val="1A70B8"/>
                </a:solidFill>
                <a:latin typeface="Quicksand"/>
              </a:rPr>
              <a:t>Was wir selbst nicht beantworten können</a:t>
            </a:r>
          </a:p>
          <a:p>
            <a:pPr>
              <a:lnSpc>
                <a:spcPct val="112000"/>
              </a:lnSpc>
              <a:spcBef>
                <a:spcPts val="200"/>
              </a:spcBef>
              <a:spcAft>
                <a:spcPts val="0"/>
              </a:spcAft>
            </a:pPr>
            <a:r>
              <a:rPr sz="840" b="0" i="0">
                <a:solidFill>
                  <a:srgbClr val="3D3D3D"/>
                </a:solidFill>
                <a:latin typeface="Open Sans"/>
              </a:rPr>
              <a:t>Kreisscharfe Marktzahlen zur Schulbegleitung sind nicht öffentlich. Auch SKPs eigene Website nennt als Einsatzgebiet nur den Kreis Pinneberg — jede weitere Region ist Angabe des Unternehmens.</a:t>
            </a:r>
          </a:p>
          <a:p>
            <a:pPr>
              <a:lnSpc>
                <a:spcPct val="112000"/>
              </a:lnSpc>
              <a:spcBef>
                <a:spcPts val="200"/>
              </a:spcBef>
              <a:spcAft>
                <a:spcPts val="0"/>
              </a:spcAft>
            </a:pPr>
            <a:r>
              <a:rPr sz="840" b="1" i="0">
                <a:solidFill>
                  <a:srgbClr val="C0392B"/>
                </a:solidFill>
                <a:latin typeface="Open Sans"/>
              </a:rPr>
              <a:t>Diese fünf Antworten entscheiden, ob SKP im Poolmarkt überhaupt antreten kann.</a:t>
            </a:r>
          </a:p>
        </p:txBody>
      </p:sp>
      <p:sp>
        <p:nvSpPr>
          <p:cNvPr id="16" name="TextBox 15"/>
          <p:cNvSpPr txBox="1"/>
          <p:nvPr/>
        </p:nvSpPr>
        <p:spPr>
          <a:xfrm>
            <a:off x="1426464" y="6446520"/>
            <a:ext cx="8686800" cy="274320"/>
          </a:xfrm>
          <a:prstGeom prst="rect">
            <a:avLst/>
          </a:prstGeom>
          <a:noFill/>
        </p:spPr>
        <p:txBody>
          <a:bodyPr wrap="square" lIns="0" rIns="0" tIns="0" bIns="0" anchor="t">
            <a:spAutoFit/>
          </a:bodyPr>
          <a:lstStyle/>
          <a:p>
            <a:pPr>
              <a:lnSpc>
                <a:spcPct val="105000"/>
              </a:lnSpc>
              <a:spcBef>
                <a:spcPts val="0"/>
              </a:spcBef>
              <a:spcAft>
                <a:spcPts val="0"/>
              </a:spcAft>
            </a:pPr>
            <a:r>
              <a:rPr sz="680" b="0" i="0">
                <a:solidFill>
                  <a:srgbClr val="888888"/>
                </a:solidFill>
                <a:latin typeface="Open Sans"/>
              </a:rPr>
              <a:t>Quellen: TED 246925-2024, Eignungs- und Zuschlagskriterien · Kreis Pinneberg, Konzept „Klassenassistenz“, Kap. 4–6 · TVöD SuE, Tabelle ab 01.05.2026 · § 124 Abs. 1 SGB IX · Dworschak u. a., Qualifikation von Schulbegleitungen · s-k-p.net.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1900"/>
              <a:t>Sechs Stellschrauben — die Menge stützt, der Preis je Fall drückt</a:t>
            </a:r>
          </a:p>
        </p:txBody>
      </p:sp>
      <p:sp>
        <p:nvSpPr>
          <p:cNvPr id="3" name="Text Placeholder 2"/>
          <p:cNvSpPr>
            <a:spLocks noGrp="1"/>
          </p:cNvSpPr>
          <p:nvPr>
            <p:ph type="body" idx="12" sz="quarter"/>
          </p:nvPr>
        </p:nvSpPr>
        <p:spPr/>
        <p:txBody>
          <a:bodyPr/>
          <a:lstStyle/>
          <a:p>
            <a:r>
              <a:t>Financial Model</a:t>
            </a:r>
          </a:p>
        </p:txBody>
      </p:sp>
      <p:sp>
        <p:nvSpPr>
          <p:cNvPr id="4" name="TextBox 3"/>
          <p:cNvSpPr txBox="1"/>
          <p:nvPr/>
        </p:nvSpPr>
        <p:spPr>
          <a:xfrm>
            <a:off x="1426464" y="1463040"/>
            <a:ext cx="3246120" cy="219456"/>
          </a:xfrm>
          <a:prstGeom prst="rect">
            <a:avLst/>
          </a:prstGeom>
          <a:noFill/>
        </p:spPr>
        <p:txBody>
          <a:bodyPr wrap="square" lIns="0" rIns="0" tIns="0" bIns="0" anchor="t">
            <a:spAutoFit/>
          </a:bodyPr>
          <a:lstStyle/>
          <a:p>
            <a:pPr>
              <a:spcBef>
                <a:spcPts val="0"/>
              </a:spcBef>
              <a:spcAft>
                <a:spcPts val="0"/>
              </a:spcAft>
            </a:pPr>
            <a:r>
              <a:rPr sz="1100" b="1" i="0">
                <a:solidFill>
                  <a:srgbClr val="1A70B8"/>
                </a:solidFill>
                <a:latin typeface="Quicksand"/>
              </a:rPr>
              <a:t>Neue Löhne — je Stunde brutto, in €</a:t>
            </a:r>
          </a:p>
        </p:txBody>
      </p:sp>
      <p:graphicFrame>
        <p:nvGraphicFramePr>
          <p:cNvPr id="5" name="Chart 4"/>
          <p:cNvGraphicFramePr>
            <a:graphicFrameLocks noGrp="1"/>
          </p:cNvGraphicFramePr>
          <p:nvPr/>
        </p:nvGraphicFramePr>
        <p:xfrm>
          <a:off x="1335024" y="1737360"/>
          <a:ext cx="3429000" cy="2240280"/>
        </p:xfrm>
        <a:graphic>
          <a:graphicData uri="http://schemas.openxmlformats.org/drawingml/2006/chart">
            <c:chart xmlns:c="http://schemas.openxmlformats.org/drawingml/2006/chart" r:id="rId2"/>
          </a:graphicData>
        </a:graphic>
      </p:graphicFrame>
      <p:sp>
        <p:nvSpPr>
          <p:cNvPr id="6" name="TextBox 5"/>
          <p:cNvSpPr txBox="1"/>
          <p:nvPr/>
        </p:nvSpPr>
        <p:spPr>
          <a:xfrm>
            <a:off x="1426464" y="4041648"/>
            <a:ext cx="3246120" cy="402336"/>
          </a:xfrm>
          <a:prstGeom prst="rect">
            <a:avLst/>
          </a:prstGeom>
          <a:noFill/>
        </p:spPr>
        <p:txBody>
          <a:bodyPr wrap="square" lIns="0" rIns="0" tIns="0" bIns="0" anchor="t">
            <a:spAutoFit/>
          </a:bodyPr>
          <a:lstStyle/>
          <a:p>
            <a:pPr>
              <a:lnSpc>
                <a:spcPct val="115000"/>
              </a:lnSpc>
              <a:spcBef>
                <a:spcPts val="0"/>
              </a:spcBef>
              <a:spcAft>
                <a:spcPts val="0"/>
              </a:spcAft>
            </a:pPr>
            <a:r>
              <a:rPr sz="780" b="0" i="0">
                <a:solidFill>
                  <a:srgbClr val="888888"/>
                </a:solidFill>
                <a:latin typeface="Open Sans"/>
              </a:rPr>
              <a:t>Der Tarifsatz, mit dem Pinneberg kalkuliert, liegt rund 40 % über dem Mindestlohn (S2 Stufe 5 = 3.330,92 €, 39 Wochenstunden).</a:t>
            </a:r>
          </a:p>
        </p:txBody>
      </p:sp>
      <p:sp>
        <p:nvSpPr>
          <p:cNvPr id="7" name="TextBox 6"/>
          <p:cNvSpPr txBox="1"/>
          <p:nvPr/>
        </p:nvSpPr>
        <p:spPr>
          <a:xfrm>
            <a:off x="4846320" y="1463040"/>
            <a:ext cx="3246120" cy="219456"/>
          </a:xfrm>
          <a:prstGeom prst="rect">
            <a:avLst/>
          </a:prstGeom>
          <a:noFill/>
        </p:spPr>
        <p:txBody>
          <a:bodyPr wrap="square" lIns="0" rIns="0" tIns="0" bIns="0" anchor="t">
            <a:spAutoFit/>
          </a:bodyPr>
          <a:lstStyle/>
          <a:p>
            <a:pPr>
              <a:spcBef>
                <a:spcPts val="0"/>
              </a:spcBef>
              <a:spcAft>
                <a:spcPts val="0"/>
              </a:spcAft>
            </a:pPr>
            <a:r>
              <a:rPr sz="1100" b="1" i="0">
                <a:solidFill>
                  <a:srgbClr val="1A70B8"/>
                </a:solidFill>
                <a:latin typeface="Quicksand"/>
              </a:rPr>
              <a:t>Nachfrage — begleitete Kinder</a:t>
            </a:r>
          </a:p>
        </p:txBody>
      </p:sp>
      <p:graphicFrame>
        <p:nvGraphicFramePr>
          <p:cNvPr id="8" name="Chart 7"/>
          <p:cNvGraphicFramePr>
            <a:graphicFrameLocks noGrp="1"/>
          </p:cNvGraphicFramePr>
          <p:nvPr/>
        </p:nvGraphicFramePr>
        <p:xfrm>
          <a:off x="4754880" y="1737360"/>
          <a:ext cx="3429000" cy="2240280"/>
        </p:xfrm>
        <a:graphic>
          <a:graphicData uri="http://schemas.openxmlformats.org/drawingml/2006/chart">
            <c:chart xmlns:c="http://schemas.openxmlformats.org/drawingml/2006/chart" r:id="rId3"/>
          </a:graphicData>
        </a:graphic>
      </p:graphicFrame>
      <p:sp>
        <p:nvSpPr>
          <p:cNvPr id="9" name="TextBox 8"/>
          <p:cNvSpPr txBox="1"/>
          <p:nvPr/>
        </p:nvSpPr>
        <p:spPr>
          <a:xfrm>
            <a:off x="4846320" y="4041648"/>
            <a:ext cx="3246120" cy="402336"/>
          </a:xfrm>
          <a:prstGeom prst="rect">
            <a:avLst/>
          </a:prstGeom>
          <a:noFill/>
        </p:spPr>
        <p:txBody>
          <a:bodyPr wrap="square" lIns="0" rIns="0" tIns="0" bIns="0" anchor="t">
            <a:spAutoFit/>
          </a:bodyPr>
          <a:lstStyle/>
          <a:p>
            <a:pPr>
              <a:lnSpc>
                <a:spcPct val="115000"/>
              </a:lnSpc>
              <a:spcBef>
                <a:spcPts val="0"/>
              </a:spcBef>
              <a:spcAft>
                <a:spcPts val="0"/>
              </a:spcAft>
            </a:pPr>
            <a:r>
              <a:rPr sz="780" b="0" i="0">
                <a:solidFill>
                  <a:srgbClr val="888888"/>
                </a:solidFill>
                <a:latin typeface="Open Sans"/>
              </a:rPr>
              <a:t>SH 2014 → 2022 (126 Mio. € Kreisausgaben). Hamburg 2014/15 → 2025/26 (42,15 Mio. €), Budget 2027 nur +4,4 %.</a:t>
            </a:r>
          </a:p>
        </p:txBody>
      </p:sp>
      <p:sp>
        <p:nvSpPr>
          <p:cNvPr id="10" name="TextBox 9"/>
          <p:cNvSpPr txBox="1"/>
          <p:nvPr/>
        </p:nvSpPr>
        <p:spPr>
          <a:xfrm>
            <a:off x="8266175" y="1463040"/>
            <a:ext cx="3246120" cy="219456"/>
          </a:xfrm>
          <a:prstGeom prst="rect">
            <a:avLst/>
          </a:prstGeom>
          <a:noFill/>
        </p:spPr>
        <p:txBody>
          <a:bodyPr wrap="square" lIns="0" rIns="0" tIns="0" bIns="0" anchor="t">
            <a:spAutoFit/>
          </a:bodyPr>
          <a:lstStyle/>
          <a:p>
            <a:pPr>
              <a:spcBef>
                <a:spcPts val="0"/>
              </a:spcBef>
              <a:spcAft>
                <a:spcPts val="0"/>
              </a:spcAft>
            </a:pPr>
            <a:r>
              <a:rPr sz="1100" b="1" i="0">
                <a:solidFill>
                  <a:srgbClr val="1A70B8"/>
                </a:solidFill>
                <a:latin typeface="Quicksand"/>
              </a:rPr>
              <a:t>Vergütung und Personalschlüssel</a:t>
            </a:r>
          </a:p>
        </p:txBody>
      </p:sp>
      <p:sp>
        <p:nvSpPr>
          <p:cNvPr id="11" name="Rounded Rectangle 10"/>
          <p:cNvSpPr/>
          <p:nvPr/>
        </p:nvSpPr>
        <p:spPr>
          <a:xfrm>
            <a:off x="8266175" y="1737360"/>
            <a:ext cx="3246120" cy="1572768"/>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80" y="1847088"/>
            <a:ext cx="2953512" cy="1353312"/>
          </a:xfrm>
          <a:prstGeom prst="rect">
            <a:avLst/>
          </a:prstGeom>
          <a:noFill/>
        </p:spPr>
        <p:txBody>
          <a:bodyPr wrap="square" lIns="0" rIns="0" tIns="0" bIns="0" anchor="t">
            <a:spAutoFit/>
          </a:bodyPr>
          <a:lstStyle/>
          <a:p>
            <a:pPr>
              <a:spcBef>
                <a:spcPts val="0"/>
              </a:spcBef>
              <a:spcAft>
                <a:spcPts val="0"/>
              </a:spcAft>
            </a:pPr>
            <a:r>
              <a:rPr sz="950" b="1" i="0">
                <a:solidFill>
                  <a:srgbClr val="1A70B8"/>
                </a:solidFill>
                <a:latin typeface="Quicksand"/>
              </a:rPr>
              <a:t>So rechnet der Kreis</a:t>
            </a:r>
          </a:p>
          <a:p>
            <a:pPr>
              <a:lnSpc>
                <a:spcPct val="112000"/>
              </a:lnSpc>
              <a:spcBef>
                <a:spcPts val="200"/>
              </a:spcBef>
              <a:spcAft>
                <a:spcPts val="0"/>
              </a:spcAft>
            </a:pPr>
            <a:r>
              <a:rPr sz="819" b="0" i="0">
                <a:solidFill>
                  <a:srgbClr val="3D3D3D"/>
                </a:solidFill>
                <a:latin typeface="Open Sans"/>
              </a:rPr>
              <a:t>Festbetrag aus TVöD SuE S2 Stufe 5, plus 10 % Sachkosten, plus 5 % Verwaltungskostenzuschlag auf die Personalkosten.</a:t>
            </a:r>
          </a:p>
          <a:p>
            <a:pPr>
              <a:lnSpc>
                <a:spcPct val="112000"/>
              </a:lnSpc>
              <a:spcBef>
                <a:spcPts val="200"/>
              </a:spcBef>
              <a:spcAft>
                <a:spcPts val="0"/>
              </a:spcAft>
            </a:pPr>
            <a:r>
              <a:rPr sz="780" b="0" i="0">
                <a:solidFill>
                  <a:srgbClr val="888888"/>
                </a:solidFill>
                <a:latin typeface="Open Sans"/>
              </a:rPr>
              <a:t>TVöD SuE = Tarifvertrag für den öffentlichen Dienst, Sozial- und Erziehungsdienst. S2 ist die unterste Entgeltgruppe für Helfertätigkeiten, die Stufe steht für Berufserfahrung.</a:t>
            </a:r>
          </a:p>
        </p:txBody>
      </p:sp>
      <p:sp>
        <p:nvSpPr>
          <p:cNvPr id="13" name="Rounded Rectangle 12"/>
          <p:cNvSpPr/>
          <p:nvPr/>
        </p:nvSpPr>
        <p:spPr>
          <a:xfrm>
            <a:off x="8266175" y="3419856"/>
            <a:ext cx="3246120" cy="96012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80" y="3529584"/>
            <a:ext cx="2953512" cy="740664"/>
          </a:xfrm>
          <a:prstGeom prst="rect">
            <a:avLst/>
          </a:prstGeom>
          <a:noFill/>
        </p:spPr>
        <p:txBody>
          <a:bodyPr wrap="square" lIns="0" rIns="0" tIns="0" bIns="0" anchor="t">
            <a:spAutoFit/>
          </a:bodyPr>
          <a:lstStyle/>
          <a:p>
            <a:pPr>
              <a:spcBef>
                <a:spcPts val="0"/>
              </a:spcBef>
              <a:spcAft>
                <a:spcPts val="0"/>
              </a:spcAft>
            </a:pPr>
            <a:r>
              <a:rPr sz="950" b="1" i="0">
                <a:solidFill>
                  <a:srgbClr val="1A70B8"/>
                </a:solidFill>
                <a:latin typeface="Quicksand"/>
              </a:rPr>
              <a:t>Personalschlüssel</a:t>
            </a:r>
          </a:p>
          <a:p>
            <a:pPr>
              <a:lnSpc>
                <a:spcPct val="112000"/>
              </a:lnSpc>
              <a:spcBef>
                <a:spcPts val="200"/>
              </a:spcBef>
              <a:spcAft>
                <a:spcPts val="0"/>
              </a:spcAft>
            </a:pPr>
            <a:r>
              <a:rPr sz="819" b="0" i="0">
                <a:solidFill>
                  <a:srgbClr val="3D3D3D"/>
                </a:solidFill>
                <a:latin typeface="Open Sans"/>
              </a:rPr>
              <a:t>Eine Klassenassistenz je Klasse — 24 Wochenstunden in Klasse 1–2, 30 in Klasse 3–4. Teamleitung 1:15.</a:t>
            </a:r>
          </a:p>
        </p:txBody>
      </p:sp>
      <p:sp>
        <p:nvSpPr>
          <p:cNvPr id="15" name="Rounded Rectangle 14"/>
          <p:cNvSpPr/>
          <p:nvPr/>
        </p:nvSpPr>
        <p:spPr>
          <a:xfrm>
            <a:off x="1426464" y="4590288"/>
            <a:ext cx="3246120" cy="1298448"/>
          </a:xfrm>
          <a:prstGeom prst="roundRect">
            <a:avLst>
              <a:gd name="adj" fmla="val 6000"/>
            </a:avLst>
          </a:prstGeom>
          <a:solidFill>
            <a:srgbClr val="FD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572768" y="4700016"/>
            <a:ext cx="2953512" cy="1078992"/>
          </a:xfrm>
          <a:prstGeom prst="rect">
            <a:avLst/>
          </a:prstGeom>
          <a:noFill/>
        </p:spPr>
        <p:txBody>
          <a:bodyPr wrap="square" lIns="0" rIns="0" tIns="0" bIns="0" anchor="t">
            <a:spAutoFit/>
          </a:bodyPr>
          <a:lstStyle/>
          <a:p>
            <a:pPr>
              <a:spcBef>
                <a:spcPts val="0"/>
              </a:spcBef>
              <a:spcAft>
                <a:spcPts val="0"/>
              </a:spcAft>
            </a:pPr>
            <a:r>
              <a:rPr sz="950" b="1" i="0">
                <a:solidFill>
                  <a:srgbClr val="E0861A"/>
                </a:solidFill>
                <a:latin typeface="Quicksand"/>
              </a:rPr>
              <a:t>Vertragsdauer</a:t>
            </a:r>
          </a:p>
          <a:p>
            <a:pPr>
              <a:lnSpc>
                <a:spcPct val="112000"/>
              </a:lnSpc>
              <a:spcBef>
                <a:spcPts val="200"/>
              </a:spcBef>
              <a:spcAft>
                <a:spcPts val="0"/>
              </a:spcAft>
            </a:pPr>
            <a:r>
              <a:rPr sz="840" b="0" i="0">
                <a:solidFill>
                  <a:srgbClr val="3D3D3D"/>
                </a:solidFill>
                <a:latin typeface="Open Sans"/>
              </a:rPr>
              <a:t>01.11.2024 bis 31.07.2029, einseitig um vier Jahre verlängerbar. Bis zu neun Jahre Festpreis ohne Tarifausgleich — bei einem Mindestlohn, der allein bis 2027 um 5 % steigt.</a:t>
            </a:r>
          </a:p>
        </p:txBody>
      </p:sp>
      <p:sp>
        <p:nvSpPr>
          <p:cNvPr id="17" name="Rounded Rectangle 16"/>
          <p:cNvSpPr/>
          <p:nvPr/>
        </p:nvSpPr>
        <p:spPr>
          <a:xfrm>
            <a:off x="4846320" y="4590288"/>
            <a:ext cx="3246120" cy="1298448"/>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992624" y="4700016"/>
            <a:ext cx="2953512" cy="1078992"/>
          </a:xfrm>
          <a:prstGeom prst="rect">
            <a:avLst/>
          </a:prstGeom>
          <a:noFill/>
        </p:spPr>
        <p:txBody>
          <a:bodyPr wrap="square" lIns="0" rIns="0" tIns="0" bIns="0" anchor="t">
            <a:spAutoFit/>
          </a:bodyPr>
          <a:lstStyle/>
          <a:p>
            <a:pPr>
              <a:spcBef>
                <a:spcPts val="0"/>
              </a:spcBef>
              <a:spcAft>
                <a:spcPts val="0"/>
              </a:spcAft>
            </a:pPr>
            <a:r>
              <a:rPr sz="950" b="1" i="0">
                <a:solidFill>
                  <a:srgbClr val="1A70B8"/>
                </a:solidFill>
                <a:latin typeface="Quicksand"/>
              </a:rPr>
              <a:t>Gerichtsverfahren Pinneberg</a:t>
            </a:r>
          </a:p>
          <a:p>
            <a:pPr>
              <a:lnSpc>
                <a:spcPct val="112000"/>
              </a:lnSpc>
              <a:spcBef>
                <a:spcPts val="200"/>
              </a:spcBef>
              <a:spcAft>
                <a:spcPts val="0"/>
              </a:spcAft>
            </a:pPr>
            <a:r>
              <a:rPr sz="840" b="0" i="0">
                <a:solidFill>
                  <a:srgbClr val="3D3D3D"/>
                </a:solidFill>
                <a:latin typeface="Open Sans"/>
              </a:rPr>
              <a:t>Vier Träger klagten, das OVG Schleswig wies sie am 03.09.2024 unanfechtbar ab (5 MB 7/24). Kein Bestandsschutz, kein Abwehrrecht. Das Verfahren selbst ist seit 2024 ohne Zuschlag.</a:t>
            </a:r>
          </a:p>
        </p:txBody>
      </p:sp>
      <p:sp>
        <p:nvSpPr>
          <p:cNvPr id="19" name="Rounded Rectangle 18"/>
          <p:cNvSpPr/>
          <p:nvPr/>
        </p:nvSpPr>
        <p:spPr>
          <a:xfrm>
            <a:off x="8266175" y="4590288"/>
            <a:ext cx="3246120" cy="1298448"/>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412480" y="4700016"/>
            <a:ext cx="2953512" cy="1078992"/>
          </a:xfrm>
          <a:prstGeom prst="rect">
            <a:avLst/>
          </a:prstGeom>
          <a:noFill/>
        </p:spPr>
        <p:txBody>
          <a:bodyPr wrap="square" lIns="0" rIns="0" tIns="0" bIns="0" anchor="t">
            <a:spAutoFit/>
          </a:bodyPr>
          <a:lstStyle/>
          <a:p>
            <a:pPr>
              <a:spcBef>
                <a:spcPts val="0"/>
              </a:spcBef>
              <a:spcAft>
                <a:spcPts val="0"/>
              </a:spcAft>
            </a:pPr>
            <a:r>
              <a:rPr sz="950" b="1" i="0">
                <a:solidFill>
                  <a:srgbClr val="1A70B8"/>
                </a:solidFill>
                <a:latin typeface="Quicksand"/>
              </a:rPr>
              <a:t>Unterm Strich</a:t>
            </a:r>
          </a:p>
          <a:p>
            <a:pPr>
              <a:lnSpc>
                <a:spcPct val="112000"/>
              </a:lnSpc>
              <a:spcBef>
                <a:spcPts val="200"/>
              </a:spcBef>
              <a:spcAft>
                <a:spcPts val="0"/>
              </a:spcAft>
            </a:pPr>
            <a:r>
              <a:rPr sz="840" b="0" i="0">
                <a:solidFill>
                  <a:srgbClr val="3D3D3D"/>
                </a:solidFill>
                <a:latin typeface="Open Sans"/>
              </a:rPr>
              <a:t>Die Menge wächst, der Preis je Fall wird gedeckelt. Der Ertrag entscheidet sich nicht am Markt, sondern an einer einzigen Frage: Gewinnt SKP den Standortvertrag oder nicht?</a:t>
            </a:r>
          </a:p>
        </p:txBody>
      </p:sp>
      <p:sp>
        <p:nvSpPr>
          <p:cNvPr id="21" name="TextBox 20"/>
          <p:cNvSpPr txBox="1"/>
          <p:nvPr/>
        </p:nvSpPr>
        <p:spPr>
          <a:xfrm>
            <a:off x="1426464" y="6446520"/>
            <a:ext cx="8686800" cy="274320"/>
          </a:xfrm>
          <a:prstGeom prst="rect">
            <a:avLst/>
          </a:prstGeom>
          <a:noFill/>
        </p:spPr>
        <p:txBody>
          <a:bodyPr wrap="square" lIns="0" rIns="0" tIns="0" bIns="0" anchor="t">
            <a:spAutoFit/>
          </a:bodyPr>
          <a:lstStyle/>
          <a:p>
            <a:pPr>
              <a:lnSpc>
                <a:spcPct val="105000"/>
              </a:lnSpc>
              <a:spcBef>
                <a:spcPts val="0"/>
              </a:spcBef>
              <a:spcAft>
                <a:spcPts val="0"/>
              </a:spcAft>
            </a:pPr>
            <a:r>
              <a:rPr sz="680" b="0" i="0">
                <a:solidFill>
                  <a:srgbClr val="888888"/>
                </a:solidFill>
                <a:latin typeface="Open Sans"/>
              </a:rPr>
              <a:t>Quellen: Mindestlohnkommission/BMAS · TVöD SuE, Tabelle 01.05.2026–31.03.2027 (VKA, 39 Wochenstunden), Stundensätze eigene Umrechnung · Kreis Pinneberg, Konzept „Klassenassistenz“, Kap. 5–6 · Landtag SH, Rede der Ministerin 28.02.2025 · BSFB Hamburg, PM 26.06.2026 · TED 246925-2024 · OVG Schleswig 5 MB 7/24.</a:t>
            </a:r>
          </a:p>
        </p:txBody>
      </p:sp>
    </p:spTree>
  </p:cSld>
  <p:clrMapOvr>
    <a:masterClrMapping/>
  </p:clrMapOvr>
</p:sld>
</file>

<file path=ppt/theme/theme1.xml><?xml version="1.0" encoding="utf-8"?>
<a:theme xmlns:a="http://schemas.openxmlformats.org/drawingml/2006/main" name="Info">
  <a:themeElements>
    <a:clrScheme name="opseo">
      <a:dk1>
        <a:srgbClr val="777777"/>
      </a:dk1>
      <a:lt1>
        <a:srgbClr val="FFFFFF"/>
      </a:lt1>
      <a:dk2>
        <a:srgbClr val="777777"/>
      </a:dk2>
      <a:lt2>
        <a:srgbClr val="FFFFFF"/>
      </a:lt2>
      <a:accent1>
        <a:srgbClr val="1A70B8"/>
      </a:accent1>
      <a:accent2>
        <a:srgbClr val="BBCF00"/>
      </a:accent2>
      <a:accent3>
        <a:srgbClr val="2A6A38"/>
      </a:accent3>
      <a:accent4>
        <a:srgbClr val="F89929"/>
      </a:accent4>
      <a:accent5>
        <a:srgbClr val="963A96"/>
      </a:accent5>
      <a:accent6>
        <a:srgbClr val="D73225"/>
      </a:accent6>
      <a:hlink>
        <a:srgbClr val="1A70B8"/>
      </a:hlink>
      <a:folHlink>
        <a:srgbClr val="777777"/>
      </a:folHlink>
    </a:clrScheme>
    <a:fontScheme name="opseo">
      <a:majorFont>
        <a:latin typeface="Quicksand"/>
        <a:ea typeface="Calibri"/>
        <a:cs typeface="Calibri"/>
      </a:majorFont>
      <a:minorFont>
        <a:latin typeface="Open Sans"/>
        <a:ea typeface="Helvetica"/>
        <a:cs typeface="Helvetic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äsentation1" id="{D3272F27-4E6E-40BF-AA54-B99C54D7E252}" vid="{8148176C-B240-4BDC-9E7A-759B927EF4A6}"/>
    </a:ext>
  </a:extLst>
</a:theme>
</file>

<file path=ppt/theme/theme2.xml><?xml version="1.0" encoding="utf-8"?>
<a:theme xmlns:a="http://schemas.openxmlformats.org/drawingml/2006/main" name="Sales">
  <a:themeElements>
    <a:clrScheme name="Benutzerdefiniert 2">
      <a:dk1>
        <a:srgbClr val="777777"/>
      </a:dk1>
      <a:lt1>
        <a:srgbClr val="FFFFFF"/>
      </a:lt1>
      <a:dk2>
        <a:srgbClr val="777777"/>
      </a:dk2>
      <a:lt2>
        <a:srgbClr val="FFFFFF"/>
      </a:lt2>
      <a:accent1>
        <a:srgbClr val="1A70B8"/>
      </a:accent1>
      <a:accent2>
        <a:srgbClr val="BBCF00"/>
      </a:accent2>
      <a:accent3>
        <a:srgbClr val="2A6A38"/>
      </a:accent3>
      <a:accent4>
        <a:srgbClr val="FFFFFF"/>
      </a:accent4>
      <a:accent5>
        <a:srgbClr val="FFFFFF"/>
      </a:accent5>
      <a:accent6>
        <a:srgbClr val="FFFFFF"/>
      </a:accent6>
      <a:hlink>
        <a:srgbClr val="1A70B8"/>
      </a:hlink>
      <a:folHlink>
        <a:srgbClr val="777777"/>
      </a:folHlink>
    </a:clrScheme>
    <a:fontScheme name="opseo">
      <a:majorFont>
        <a:latin typeface="Quicksand"/>
        <a:ea typeface="Calibri"/>
        <a:cs typeface="Calibri"/>
      </a:majorFont>
      <a:minorFont>
        <a:latin typeface="Open Sans"/>
        <a:ea typeface="Helvetica"/>
        <a:cs typeface="Helvetic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äsentation1" id="{D3272F27-4E6E-40BF-AA54-B99C54D7E252}" vid="{3032B20B-4343-469D-8DA7-8CC763296E01}"/>
    </a:ext>
  </a:extLst>
</a:theme>
</file>

<file path=ppt/theme/theme3.xml><?xml version="1.0" encoding="utf-8"?>
<a:theme xmlns:a="http://schemas.openxmlformats.org/drawingml/2006/main" name="Marketing">
  <a:themeElements>
    <a:clrScheme name="Benutzerdefiniert 1">
      <a:dk1>
        <a:srgbClr val="777777"/>
      </a:dk1>
      <a:lt1>
        <a:srgbClr val="FFFFFF"/>
      </a:lt1>
      <a:dk2>
        <a:srgbClr val="777777"/>
      </a:dk2>
      <a:lt2>
        <a:srgbClr val="FFFFFF"/>
      </a:lt2>
      <a:accent1>
        <a:srgbClr val="1A70B8"/>
      </a:accent1>
      <a:accent2>
        <a:srgbClr val="BBCF00"/>
      </a:accent2>
      <a:accent3>
        <a:srgbClr val="2A6A38"/>
      </a:accent3>
      <a:accent4>
        <a:srgbClr val="FFFFFF"/>
      </a:accent4>
      <a:accent5>
        <a:srgbClr val="FFFFFF"/>
      </a:accent5>
      <a:accent6>
        <a:srgbClr val="FFFFFF"/>
      </a:accent6>
      <a:hlink>
        <a:srgbClr val="1A70B8"/>
      </a:hlink>
      <a:folHlink>
        <a:srgbClr val="777777"/>
      </a:folHlink>
    </a:clrScheme>
    <a:fontScheme name="opseo">
      <a:majorFont>
        <a:latin typeface="Quicksand"/>
        <a:ea typeface="Calibri"/>
        <a:cs typeface="Calibri"/>
      </a:majorFont>
      <a:minorFont>
        <a:latin typeface="Open Sans"/>
        <a:ea typeface="Helvetica"/>
        <a:cs typeface="Helvetic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äsentation1" id="{D3272F27-4E6E-40BF-AA54-B99C54D7E252}" vid="{9C145A59-7867-49BF-BA69-FC18FECBDEEF}"/>
    </a:ext>
  </a:ext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7eddfa29-c289-435c-9968-91ab3df1d04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B84A185C9AB39C48804EAA9954BEF1F7" ma:contentTypeVersion="12" ma:contentTypeDescription="Ein neues Dokument erstellen." ma:contentTypeScope="" ma:versionID="f3ea5bd4ddd7061594707b95ba773a7f">
  <xsd:schema xmlns:xsd="http://www.w3.org/2001/XMLSchema" xmlns:xs="http://www.w3.org/2001/XMLSchema" xmlns:p="http://schemas.microsoft.com/office/2006/metadata/properties" xmlns:ns3="7eddfa29-c289-435c-9968-91ab3df1d04e" targetNamespace="http://schemas.microsoft.com/office/2006/metadata/properties" ma:root="true" ma:fieldsID="60393fcf5def6065c0394b4ef5f7108f" ns3:_="">
    <xsd:import namespace="7eddfa29-c289-435c-9968-91ab3df1d04e"/>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MediaLengthInSeconds" minOccurs="0"/>
                <xsd:element ref="ns3:_activity"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ddfa29-c289-435c-9968-91ab3df1d04e"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_activity" ma:index="18" nillable="true" ma:displayName="_activity" ma:hidden="true" ma:internalName="_activity">
      <xsd:simpleType>
        <xsd:restriction base="dms:Note"/>
      </xsd:simpleType>
    </xsd:element>
    <xsd:element name="MediaServiceLocation" ma:index="19"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D45D098-DBE4-4E0A-B2D4-88C37B1E8C80}">
  <ds:schemaRefs>
    <ds:schemaRef ds:uri="http://purl.org/dc/elements/1.1/"/>
    <ds:schemaRef ds:uri="http://purl.org/dc/terms/"/>
    <ds:schemaRef ds:uri="http://schemas.microsoft.com/office/2006/documentManagement/types"/>
    <ds:schemaRef ds:uri="http://schemas.microsoft.com/office/infopath/2007/PartnerControls"/>
    <ds:schemaRef ds:uri="http://schemas.microsoft.com/office/2006/metadata/properties"/>
    <ds:schemaRef ds:uri="http://purl.org/dc/dcmitype/"/>
    <ds:schemaRef ds:uri="http://schemas.openxmlformats.org/package/2006/metadata/core-properties"/>
    <ds:schemaRef ds:uri="7eddfa29-c289-435c-9968-91ab3df1d04e"/>
    <ds:schemaRef ds:uri="http://www.w3.org/XML/1998/namespace"/>
  </ds:schemaRefs>
</ds:datastoreItem>
</file>

<file path=customXml/itemProps2.xml><?xml version="1.0" encoding="utf-8"?>
<ds:datastoreItem xmlns:ds="http://schemas.openxmlformats.org/officeDocument/2006/customXml" ds:itemID="{C634E425-A7F3-4939-9C76-DDF688FFF85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eddfa29-c289-435c-9968-91ab3df1d04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AFC12DA-5F3A-46E8-A2F0-5563EB6EAF9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Powerpoint Template</Template>
  <TotalTime>0</TotalTime>
  <Words>38</Words>
  <Application>Microsoft Office PowerPoint</Application>
  <PresentationFormat>Breitbild</PresentationFormat>
  <Paragraphs>2</Paragraphs>
  <Slides>5</Slides>
  <Notes>0</Notes>
  <HiddenSlides>0</HiddenSlides>
  <MMClips>0</MMClips>
  <ScaleCrop>false</ScaleCrop>
  <HeadingPairs>
    <vt:vector size="6" baseType="variant">
      <vt:variant>
        <vt:lpstr>Verwendete Schriftarten</vt:lpstr>
      </vt:variant>
      <vt:variant>
        <vt:i4>6</vt:i4>
      </vt:variant>
      <vt:variant>
        <vt:lpstr>Design</vt:lpstr>
      </vt:variant>
      <vt:variant>
        <vt:i4>3</vt:i4>
      </vt:variant>
      <vt:variant>
        <vt:lpstr>Folientitel</vt:lpstr>
      </vt:variant>
      <vt:variant>
        <vt:i4>5</vt:i4>
      </vt:variant>
    </vt:vector>
  </HeadingPairs>
  <TitlesOfParts>
    <vt:vector size="14" baseType="lpstr">
      <vt:lpstr>Aptos</vt:lpstr>
      <vt:lpstr>Arial</vt:lpstr>
      <vt:lpstr>Arsilon</vt:lpstr>
      <vt:lpstr>Open Sans</vt:lpstr>
      <vt:lpstr>Quicksand</vt:lpstr>
      <vt:lpstr>Wingdings</vt:lpstr>
      <vt:lpstr>Info</vt:lpstr>
      <vt:lpstr>Sales</vt:lpstr>
      <vt:lpstr>Marketing</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Neal, Jeffrey</dc:creator>
  <cp:lastModifiedBy>Neal, Jeffrey</cp:lastModifiedBy>
  <cp:revision>1</cp:revision>
  <dcterms:created xsi:type="dcterms:W3CDTF">2026-08-04T09:10:47Z</dcterms:created>
  <dcterms:modified xsi:type="dcterms:W3CDTF">2026-08-04T09:16:45Z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0x010100B84A185C9AB39C48804EAA9954BEF1F7</vt:lpwstr>
  </property>
</Properties>
</file>