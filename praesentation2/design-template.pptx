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11.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4"/>
    <p:sldMasterId id="2147483696" r:id="rId5"/>
    <p:sldMasterId id="2147483713" r:id="rId6"/>
  </p:sldMasterIdLst>
  <p:notesMasterIdLst>
    <p:notesMasterId r:id="rId12"/>
  </p:notesMasterIdLst>
  <p:handoutMasterIdLst>
    <p:handoutMasterId r:id="rId13"/>
  </p:handoutMasterIdLst>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3225"/>
    <a:srgbClr val="963A96"/>
    <a:srgbClr val="F89929"/>
    <a:srgbClr val="FFFFFF"/>
    <a:srgbClr val="2A6A38"/>
    <a:srgbClr val="7BA999"/>
    <a:srgbClr val="BBCF00"/>
    <a:srgbClr val="777777"/>
    <a:srgbClr val="8CB3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6" autoAdjust="0"/>
    <p:restoredTop sz="94673" autoAdjust="0"/>
  </p:normalViewPr>
  <p:slideViewPr>
    <p:cSldViewPr snapToGrid="0">
      <p:cViewPr varScale="1">
        <p:scale>
          <a:sx n="105" d="100"/>
          <a:sy n="105" d="100"/>
        </p:scale>
        <p:origin x="828" y="96"/>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1" d="100"/>
          <a:sy n="81" d="100"/>
        </p:scale>
        <p:origin x="3144"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de-DE" sz="1400" b="0" dirty="0"/>
              <a:t>Beispieldiagramm</a:t>
            </a:r>
            <a:endParaRPr lang="de-DE" b="0" dirty="0"/>
          </a:p>
        </c:rich>
      </c:tx>
      <c:layout>
        <c:manualLayout>
          <c:xMode val="edge"/>
          <c:yMode val="edge"/>
          <c:x val="0.28509147346070529"/>
          <c:y val="7.53603893494246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de-DE"/>
        </a:p>
      </c:txPr>
    </c:title>
    <c:autoTitleDeleted val="0"/>
    <c:plotArea>
      <c:layout/>
      <c:pieChart>
        <c:varyColors val="1"/>
        <c:ser>
          <c:idx val="0"/>
          <c:order val="0"/>
          <c:tx>
            <c:strRef>
              <c:f>Tabelle1!$B$1</c:f>
              <c:strCache>
                <c:ptCount val="1"/>
                <c:pt idx="0">
                  <c:v>Verkauf</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A913-4ACD-B760-5F1C36596FE9}"/>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A913-4ACD-B760-5F1C36596FE9}"/>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A913-4ACD-B760-5F1C36596FE9}"/>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A913-4ACD-B760-5F1C36596FE9}"/>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A913-4ACD-B760-5F1C36596FE9}"/>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A913-4ACD-B760-5F1C36596FE9}"/>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A913-4ACD-B760-5F1C36596FE9}"/>
              </c:ext>
            </c:extLst>
          </c:dPt>
          <c:dLbls>
            <c:spPr>
              <a:pattFill prst="pct75">
                <a:fgClr>
                  <a:srgbClr val="777777">
                    <a:lumMod val="75000"/>
                    <a:lumOff val="25000"/>
                  </a:srgbClr>
                </a:fgClr>
                <a:bgClr>
                  <a:srgbClr val="777777">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de-DE"/>
              </a:p>
            </c:txPr>
            <c:dLblPos val="bestFit"/>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Tabelle1!$A$2:$A$8</c:f>
              <c:strCache>
                <c:ptCount val="6"/>
                <c:pt idx="0">
                  <c:v>1.</c:v>
                </c:pt>
                <c:pt idx="1">
                  <c:v>2.</c:v>
                </c:pt>
                <c:pt idx="2">
                  <c:v>3.</c:v>
                </c:pt>
                <c:pt idx="3">
                  <c:v>4.</c:v>
                </c:pt>
                <c:pt idx="4">
                  <c:v>5.</c:v>
                </c:pt>
                <c:pt idx="5">
                  <c:v>6.</c:v>
                </c:pt>
              </c:strCache>
            </c:strRef>
          </c:cat>
          <c:val>
            <c:numRef>
              <c:f>Tabelle1!$B$2:$B$8</c:f>
              <c:numCache>
                <c:formatCode>General</c:formatCode>
                <c:ptCount val="7"/>
                <c:pt idx="0">
                  <c:v>7</c:v>
                </c:pt>
                <c:pt idx="1">
                  <c:v>3.33</c:v>
                </c:pt>
                <c:pt idx="2">
                  <c:v>0.25</c:v>
                </c:pt>
                <c:pt idx="3">
                  <c:v>0.85</c:v>
                </c:pt>
                <c:pt idx="4">
                  <c:v>1.5</c:v>
                </c:pt>
                <c:pt idx="5">
                  <c:v>2.8</c:v>
                </c:pt>
              </c:numCache>
            </c:numRef>
          </c:val>
          <c:extLst>
            <c:ext xmlns:c16="http://schemas.microsoft.com/office/drawing/2014/chart" uri="{C3380CC4-5D6E-409C-BE32-E72D297353CC}">
              <c16:uniqueId val="{00000000-3A74-4D83-BD91-704F1B0E44A0}"/>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B481A-5002-42F2-9C18-A3CB77CB091F}" type="doc">
      <dgm:prSet loTypeId="urn:microsoft.com/office/officeart/2005/8/layout/hChevron3" loCatId="process" qsTypeId="urn:microsoft.com/office/officeart/2005/8/quickstyle/simple1" qsCatId="simple" csTypeId="urn:microsoft.com/office/officeart/2005/8/colors/accent1_2" csCatId="accent1" phldr="1"/>
      <dgm:spPr/>
    </dgm:pt>
    <dgm:pt modelId="{2E40D5F4-646B-4535-9E55-BCCEB4115845}">
      <dgm:prSet phldrT="[Text]"/>
      <dgm:spPr/>
      <dgm:t>
        <a:bodyPr/>
        <a:lstStyle/>
        <a:p>
          <a:r>
            <a:rPr lang="de-DE" dirty="0"/>
            <a:t> </a:t>
          </a:r>
        </a:p>
      </dgm:t>
    </dgm:pt>
    <dgm:pt modelId="{2272ACEB-DA1F-4B28-9507-EDF373131E4C}" type="parTrans" cxnId="{D6CC087D-7138-46A3-9273-F6D71B4F3C32}">
      <dgm:prSet/>
      <dgm:spPr/>
      <dgm:t>
        <a:bodyPr/>
        <a:lstStyle/>
        <a:p>
          <a:endParaRPr lang="de-DE"/>
        </a:p>
      </dgm:t>
    </dgm:pt>
    <dgm:pt modelId="{24DFD26B-4FF8-4994-BDE5-B3DB6ACE8A0F}" type="sibTrans" cxnId="{D6CC087D-7138-46A3-9273-F6D71B4F3C32}">
      <dgm:prSet/>
      <dgm:spPr/>
      <dgm:t>
        <a:bodyPr/>
        <a:lstStyle/>
        <a:p>
          <a:endParaRPr lang="de-DE"/>
        </a:p>
      </dgm:t>
    </dgm:pt>
    <dgm:pt modelId="{491437FC-D15B-4033-AA21-BE9972FFFC37}">
      <dgm:prSet phldrT="[Text]"/>
      <dgm:spPr/>
      <dgm:t>
        <a:bodyPr/>
        <a:lstStyle/>
        <a:p>
          <a:endParaRPr lang="de-DE" dirty="0"/>
        </a:p>
      </dgm:t>
    </dgm:pt>
    <dgm:pt modelId="{BCFDFF90-C012-4618-A2D3-648C182C8C08}" type="parTrans" cxnId="{02CE5344-9037-4AE0-B2B8-EB9665348354}">
      <dgm:prSet/>
      <dgm:spPr/>
      <dgm:t>
        <a:bodyPr/>
        <a:lstStyle/>
        <a:p>
          <a:endParaRPr lang="de-DE"/>
        </a:p>
      </dgm:t>
    </dgm:pt>
    <dgm:pt modelId="{76C9B214-FCC9-412E-8198-DB7EDD4D42C5}" type="sibTrans" cxnId="{02CE5344-9037-4AE0-B2B8-EB9665348354}">
      <dgm:prSet/>
      <dgm:spPr/>
      <dgm:t>
        <a:bodyPr/>
        <a:lstStyle/>
        <a:p>
          <a:endParaRPr lang="de-DE"/>
        </a:p>
      </dgm:t>
    </dgm:pt>
    <dgm:pt modelId="{93325859-10A1-4709-9FFF-4F96194F4AD3}">
      <dgm:prSet phldrT="[Text]"/>
      <dgm:spPr/>
      <dgm:t>
        <a:bodyPr/>
        <a:lstStyle/>
        <a:p>
          <a:endParaRPr lang="de-DE" dirty="0"/>
        </a:p>
      </dgm:t>
    </dgm:pt>
    <dgm:pt modelId="{E696A457-63E4-48E4-A393-243785100924}" type="parTrans" cxnId="{B04B918C-8920-4D2F-8FCB-079885F2731E}">
      <dgm:prSet/>
      <dgm:spPr/>
      <dgm:t>
        <a:bodyPr/>
        <a:lstStyle/>
        <a:p>
          <a:endParaRPr lang="de-DE"/>
        </a:p>
      </dgm:t>
    </dgm:pt>
    <dgm:pt modelId="{1AEEAEF4-1296-46D9-8021-BEA087E4019E}" type="sibTrans" cxnId="{B04B918C-8920-4D2F-8FCB-079885F2731E}">
      <dgm:prSet/>
      <dgm:spPr/>
      <dgm:t>
        <a:bodyPr/>
        <a:lstStyle/>
        <a:p>
          <a:endParaRPr lang="de-DE"/>
        </a:p>
      </dgm:t>
    </dgm:pt>
    <dgm:pt modelId="{477AB4B0-F14C-4FB5-A880-E36E8790D030}">
      <dgm:prSet phldrT="[Text]"/>
      <dgm:spPr/>
      <dgm:t>
        <a:bodyPr/>
        <a:lstStyle/>
        <a:p>
          <a:endParaRPr lang="de-DE" dirty="0"/>
        </a:p>
      </dgm:t>
    </dgm:pt>
    <dgm:pt modelId="{3CB5F95C-F2B0-4E65-9ECD-55B4B6207D13}" type="parTrans" cxnId="{5F7D0672-908B-4701-9A34-F9773197D7B6}">
      <dgm:prSet/>
      <dgm:spPr/>
      <dgm:t>
        <a:bodyPr/>
        <a:lstStyle/>
        <a:p>
          <a:endParaRPr lang="de-DE"/>
        </a:p>
      </dgm:t>
    </dgm:pt>
    <dgm:pt modelId="{9732B2F7-A143-467E-BFFE-72D34FCE572D}" type="sibTrans" cxnId="{5F7D0672-908B-4701-9A34-F9773197D7B6}">
      <dgm:prSet/>
      <dgm:spPr/>
      <dgm:t>
        <a:bodyPr/>
        <a:lstStyle/>
        <a:p>
          <a:endParaRPr lang="de-DE"/>
        </a:p>
      </dgm:t>
    </dgm:pt>
    <dgm:pt modelId="{5ED3A560-479B-4D61-B4B6-AFDE6209E8B1}">
      <dgm:prSet phldrT="[Text]"/>
      <dgm:spPr/>
      <dgm:t>
        <a:bodyPr/>
        <a:lstStyle/>
        <a:p>
          <a:endParaRPr lang="de-DE" dirty="0"/>
        </a:p>
      </dgm:t>
    </dgm:pt>
    <dgm:pt modelId="{B1FA837B-A593-4FD6-BB3A-35ECB0C72A0B}" type="parTrans" cxnId="{11F346F5-DE31-4071-941B-A904347531F2}">
      <dgm:prSet/>
      <dgm:spPr/>
      <dgm:t>
        <a:bodyPr/>
        <a:lstStyle/>
        <a:p>
          <a:endParaRPr lang="de-DE"/>
        </a:p>
      </dgm:t>
    </dgm:pt>
    <dgm:pt modelId="{8C956620-49A9-46E9-BF4E-B46FD86804F8}" type="sibTrans" cxnId="{11F346F5-DE31-4071-941B-A904347531F2}">
      <dgm:prSet/>
      <dgm:spPr/>
      <dgm:t>
        <a:bodyPr/>
        <a:lstStyle/>
        <a:p>
          <a:endParaRPr lang="de-DE"/>
        </a:p>
      </dgm:t>
    </dgm:pt>
    <dgm:pt modelId="{5D99C669-D917-4462-83AB-8276712D503D}" type="pres">
      <dgm:prSet presAssocID="{62EB481A-5002-42F2-9C18-A3CB77CB091F}" presName="Name0" presStyleCnt="0">
        <dgm:presLayoutVars>
          <dgm:dir/>
          <dgm:resizeHandles val="exact"/>
        </dgm:presLayoutVars>
      </dgm:prSet>
      <dgm:spPr/>
    </dgm:pt>
    <dgm:pt modelId="{7E4C85D2-F39C-4400-95A0-28C0F6E3E247}" type="pres">
      <dgm:prSet presAssocID="{2E40D5F4-646B-4535-9E55-BCCEB4115845}" presName="parTxOnly" presStyleLbl="node1" presStyleIdx="0" presStyleCnt="5" custLinFactNeighborX="-3845">
        <dgm:presLayoutVars>
          <dgm:bulletEnabled val="1"/>
        </dgm:presLayoutVars>
      </dgm:prSet>
      <dgm:spPr/>
    </dgm:pt>
    <dgm:pt modelId="{C9260466-CA3A-4939-B2CB-4073EE79EDA7}" type="pres">
      <dgm:prSet presAssocID="{24DFD26B-4FF8-4994-BDE5-B3DB6ACE8A0F}" presName="parSpace" presStyleCnt="0"/>
      <dgm:spPr/>
    </dgm:pt>
    <dgm:pt modelId="{FAFB2673-A74D-484A-9D5C-9A43F8FEFC55}" type="pres">
      <dgm:prSet presAssocID="{93325859-10A1-4709-9FFF-4F96194F4AD3}" presName="parTxOnly" presStyleLbl="node1" presStyleIdx="1" presStyleCnt="5">
        <dgm:presLayoutVars>
          <dgm:bulletEnabled val="1"/>
        </dgm:presLayoutVars>
      </dgm:prSet>
      <dgm:spPr/>
    </dgm:pt>
    <dgm:pt modelId="{426DE082-FF56-4AA4-BA3B-C3DD1548A377}" type="pres">
      <dgm:prSet presAssocID="{1AEEAEF4-1296-46D9-8021-BEA087E4019E}" presName="parSpace" presStyleCnt="0"/>
      <dgm:spPr/>
    </dgm:pt>
    <dgm:pt modelId="{AF43BECB-ED54-4168-9A2C-8493932E20C0}" type="pres">
      <dgm:prSet presAssocID="{477AB4B0-F14C-4FB5-A880-E36E8790D030}" presName="parTxOnly" presStyleLbl="node1" presStyleIdx="2" presStyleCnt="5">
        <dgm:presLayoutVars>
          <dgm:bulletEnabled val="1"/>
        </dgm:presLayoutVars>
      </dgm:prSet>
      <dgm:spPr/>
    </dgm:pt>
    <dgm:pt modelId="{017B880D-93D5-4BD7-B989-AF57195058C9}" type="pres">
      <dgm:prSet presAssocID="{9732B2F7-A143-467E-BFFE-72D34FCE572D}" presName="parSpace" presStyleCnt="0"/>
      <dgm:spPr/>
    </dgm:pt>
    <dgm:pt modelId="{90B9EB82-DB66-4703-8FF8-6B9A1D30625E}" type="pres">
      <dgm:prSet presAssocID="{5ED3A560-479B-4D61-B4B6-AFDE6209E8B1}" presName="parTxOnly" presStyleLbl="node1" presStyleIdx="3" presStyleCnt="5">
        <dgm:presLayoutVars>
          <dgm:bulletEnabled val="1"/>
        </dgm:presLayoutVars>
      </dgm:prSet>
      <dgm:spPr/>
    </dgm:pt>
    <dgm:pt modelId="{C6C5178F-6E61-41B3-97ED-019439679BD4}" type="pres">
      <dgm:prSet presAssocID="{8C956620-49A9-46E9-BF4E-B46FD86804F8}" presName="parSpace" presStyleCnt="0"/>
      <dgm:spPr/>
    </dgm:pt>
    <dgm:pt modelId="{B64E7CEF-516D-499F-BC68-820A44F54CF3}" type="pres">
      <dgm:prSet presAssocID="{491437FC-D15B-4033-AA21-BE9972FFFC37}" presName="parTxOnly" presStyleLbl="node1" presStyleIdx="4" presStyleCnt="5">
        <dgm:presLayoutVars>
          <dgm:bulletEnabled val="1"/>
        </dgm:presLayoutVars>
      </dgm:prSet>
      <dgm:spPr/>
    </dgm:pt>
  </dgm:ptLst>
  <dgm:cxnLst>
    <dgm:cxn modelId="{02CE5344-9037-4AE0-B2B8-EB9665348354}" srcId="{62EB481A-5002-42F2-9C18-A3CB77CB091F}" destId="{491437FC-D15B-4033-AA21-BE9972FFFC37}" srcOrd="4" destOrd="0" parTransId="{BCFDFF90-C012-4618-A2D3-648C182C8C08}" sibTransId="{76C9B214-FCC9-412E-8198-DB7EDD4D42C5}"/>
    <dgm:cxn modelId="{5F7D0672-908B-4701-9A34-F9773197D7B6}" srcId="{62EB481A-5002-42F2-9C18-A3CB77CB091F}" destId="{477AB4B0-F14C-4FB5-A880-E36E8790D030}" srcOrd="2" destOrd="0" parTransId="{3CB5F95C-F2B0-4E65-9ECD-55B4B6207D13}" sibTransId="{9732B2F7-A143-467E-BFFE-72D34FCE572D}"/>
    <dgm:cxn modelId="{D6CC087D-7138-46A3-9273-F6D71B4F3C32}" srcId="{62EB481A-5002-42F2-9C18-A3CB77CB091F}" destId="{2E40D5F4-646B-4535-9E55-BCCEB4115845}" srcOrd="0" destOrd="0" parTransId="{2272ACEB-DA1F-4B28-9507-EDF373131E4C}" sibTransId="{24DFD26B-4FF8-4994-BDE5-B3DB6ACE8A0F}"/>
    <dgm:cxn modelId="{1BC36181-4D2E-4B91-8FCB-2AAB49435FF4}" type="presOf" srcId="{93325859-10A1-4709-9FFF-4F96194F4AD3}" destId="{FAFB2673-A74D-484A-9D5C-9A43F8FEFC55}" srcOrd="0" destOrd="0" presId="urn:microsoft.com/office/officeart/2005/8/layout/hChevron3"/>
    <dgm:cxn modelId="{B04B918C-8920-4D2F-8FCB-079885F2731E}" srcId="{62EB481A-5002-42F2-9C18-A3CB77CB091F}" destId="{93325859-10A1-4709-9FFF-4F96194F4AD3}" srcOrd="1" destOrd="0" parTransId="{E696A457-63E4-48E4-A393-243785100924}" sibTransId="{1AEEAEF4-1296-46D9-8021-BEA087E4019E}"/>
    <dgm:cxn modelId="{DA7BF38C-5A25-4CC4-9B39-C24F83F4450F}" type="presOf" srcId="{491437FC-D15B-4033-AA21-BE9972FFFC37}" destId="{B64E7CEF-516D-499F-BC68-820A44F54CF3}" srcOrd="0" destOrd="0" presId="urn:microsoft.com/office/officeart/2005/8/layout/hChevron3"/>
    <dgm:cxn modelId="{506767BD-2AF7-4B7B-B108-23327E926478}" type="presOf" srcId="{62EB481A-5002-42F2-9C18-A3CB77CB091F}" destId="{5D99C669-D917-4462-83AB-8276712D503D}" srcOrd="0" destOrd="0" presId="urn:microsoft.com/office/officeart/2005/8/layout/hChevron3"/>
    <dgm:cxn modelId="{757EE3DF-8BCC-4FC5-8719-E9AEB79F1591}" type="presOf" srcId="{477AB4B0-F14C-4FB5-A880-E36E8790D030}" destId="{AF43BECB-ED54-4168-9A2C-8493932E20C0}" srcOrd="0" destOrd="0" presId="urn:microsoft.com/office/officeart/2005/8/layout/hChevron3"/>
    <dgm:cxn modelId="{FFF4DBE0-ABC7-4B33-A8C6-3D0EE4B1BD2D}" type="presOf" srcId="{5ED3A560-479B-4D61-B4B6-AFDE6209E8B1}" destId="{90B9EB82-DB66-4703-8FF8-6B9A1D30625E}" srcOrd="0" destOrd="0" presId="urn:microsoft.com/office/officeart/2005/8/layout/hChevron3"/>
    <dgm:cxn modelId="{6C2526E6-4598-4EE4-8341-967779501AE1}" type="presOf" srcId="{2E40D5F4-646B-4535-9E55-BCCEB4115845}" destId="{7E4C85D2-F39C-4400-95A0-28C0F6E3E247}" srcOrd="0" destOrd="0" presId="urn:microsoft.com/office/officeart/2005/8/layout/hChevron3"/>
    <dgm:cxn modelId="{11F346F5-DE31-4071-941B-A904347531F2}" srcId="{62EB481A-5002-42F2-9C18-A3CB77CB091F}" destId="{5ED3A560-479B-4D61-B4B6-AFDE6209E8B1}" srcOrd="3" destOrd="0" parTransId="{B1FA837B-A593-4FD6-BB3A-35ECB0C72A0B}" sibTransId="{8C956620-49A9-46E9-BF4E-B46FD86804F8}"/>
    <dgm:cxn modelId="{37CD411C-0D6F-4F79-B632-9BCFC99924AB}" type="presParOf" srcId="{5D99C669-D917-4462-83AB-8276712D503D}" destId="{7E4C85D2-F39C-4400-95A0-28C0F6E3E247}" srcOrd="0" destOrd="0" presId="urn:microsoft.com/office/officeart/2005/8/layout/hChevron3"/>
    <dgm:cxn modelId="{FAD55200-1883-4410-9FE7-FE7A1F2751F7}" type="presParOf" srcId="{5D99C669-D917-4462-83AB-8276712D503D}" destId="{C9260466-CA3A-4939-B2CB-4073EE79EDA7}" srcOrd="1" destOrd="0" presId="urn:microsoft.com/office/officeart/2005/8/layout/hChevron3"/>
    <dgm:cxn modelId="{C2AA11A7-DB80-4B33-8DF3-0C5A08613906}" type="presParOf" srcId="{5D99C669-D917-4462-83AB-8276712D503D}" destId="{FAFB2673-A74D-484A-9D5C-9A43F8FEFC55}" srcOrd="2" destOrd="0" presId="urn:microsoft.com/office/officeart/2005/8/layout/hChevron3"/>
    <dgm:cxn modelId="{4C5DEE3A-07CD-40B3-9E20-07F545942B76}" type="presParOf" srcId="{5D99C669-D917-4462-83AB-8276712D503D}" destId="{426DE082-FF56-4AA4-BA3B-C3DD1548A377}" srcOrd="3" destOrd="0" presId="urn:microsoft.com/office/officeart/2005/8/layout/hChevron3"/>
    <dgm:cxn modelId="{8B476539-ACD2-4FB2-A814-ED4D26AC1815}" type="presParOf" srcId="{5D99C669-D917-4462-83AB-8276712D503D}" destId="{AF43BECB-ED54-4168-9A2C-8493932E20C0}" srcOrd="4" destOrd="0" presId="urn:microsoft.com/office/officeart/2005/8/layout/hChevron3"/>
    <dgm:cxn modelId="{54049724-6BAA-4589-9A0C-B93E10160FB4}" type="presParOf" srcId="{5D99C669-D917-4462-83AB-8276712D503D}" destId="{017B880D-93D5-4BD7-B989-AF57195058C9}" srcOrd="5" destOrd="0" presId="urn:microsoft.com/office/officeart/2005/8/layout/hChevron3"/>
    <dgm:cxn modelId="{1BA1F7FA-2D49-4B5B-85A3-4B366227BF26}" type="presParOf" srcId="{5D99C669-D917-4462-83AB-8276712D503D}" destId="{90B9EB82-DB66-4703-8FF8-6B9A1D30625E}" srcOrd="6" destOrd="0" presId="urn:microsoft.com/office/officeart/2005/8/layout/hChevron3"/>
    <dgm:cxn modelId="{0762C023-0262-4CBE-8778-6DE58BB6B38C}" type="presParOf" srcId="{5D99C669-D917-4462-83AB-8276712D503D}" destId="{C6C5178F-6E61-41B3-97ED-019439679BD4}" srcOrd="7" destOrd="0" presId="urn:microsoft.com/office/officeart/2005/8/layout/hChevron3"/>
    <dgm:cxn modelId="{829C89A1-3FA1-429A-8255-D9EB500BF847}" type="presParOf" srcId="{5D99C669-D917-4462-83AB-8276712D503D}" destId="{B64E7CEF-516D-499F-BC68-820A44F54CF3}"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C85D2-F39C-4400-95A0-28C0F6E3E247}">
      <dsp:nvSpPr>
        <dsp:cNvPr id="0" name=""/>
        <dsp:cNvSpPr/>
      </dsp:nvSpPr>
      <dsp:spPr>
        <a:xfrm>
          <a:off x="0" y="0"/>
          <a:ext cx="2083446" cy="652924"/>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354" tIns="82677" rIns="41339" bIns="82677" numCol="1" spcCol="1270" anchor="ctr" anchorCtr="0">
          <a:noAutofit/>
        </a:bodyPr>
        <a:lstStyle/>
        <a:p>
          <a:pPr marL="0" lvl="0" indent="0" algn="ctr" defTabSz="1377950">
            <a:lnSpc>
              <a:spcPct val="90000"/>
            </a:lnSpc>
            <a:spcBef>
              <a:spcPct val="0"/>
            </a:spcBef>
            <a:spcAft>
              <a:spcPct val="35000"/>
            </a:spcAft>
            <a:buNone/>
          </a:pPr>
          <a:r>
            <a:rPr lang="de-DE" sz="3100" kern="1200" dirty="0"/>
            <a:t> </a:t>
          </a:r>
        </a:p>
      </dsp:txBody>
      <dsp:txXfrm>
        <a:off x="0" y="0"/>
        <a:ext cx="1920215" cy="652924"/>
      </dsp:txXfrm>
    </dsp:sp>
    <dsp:sp modelId="{FAFB2673-A74D-484A-9D5C-9A43F8FEFC55}">
      <dsp:nvSpPr>
        <dsp:cNvPr id="0" name=""/>
        <dsp:cNvSpPr/>
      </dsp:nvSpPr>
      <dsp:spPr>
        <a:xfrm>
          <a:off x="1667825"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1994287" y="0"/>
        <a:ext cx="1430522" cy="652924"/>
      </dsp:txXfrm>
    </dsp:sp>
    <dsp:sp modelId="{AF43BECB-ED54-4168-9A2C-8493932E20C0}">
      <dsp:nvSpPr>
        <dsp:cNvPr id="0" name=""/>
        <dsp:cNvSpPr/>
      </dsp:nvSpPr>
      <dsp:spPr>
        <a:xfrm>
          <a:off x="3334582"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3661044" y="0"/>
        <a:ext cx="1430522" cy="652924"/>
      </dsp:txXfrm>
    </dsp:sp>
    <dsp:sp modelId="{90B9EB82-DB66-4703-8FF8-6B9A1D30625E}">
      <dsp:nvSpPr>
        <dsp:cNvPr id="0" name=""/>
        <dsp:cNvSpPr/>
      </dsp:nvSpPr>
      <dsp:spPr>
        <a:xfrm>
          <a:off x="5001339"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5327801" y="0"/>
        <a:ext cx="1430522" cy="652924"/>
      </dsp:txXfrm>
    </dsp:sp>
    <dsp:sp modelId="{B64E7CEF-516D-499F-BC68-820A44F54CF3}">
      <dsp:nvSpPr>
        <dsp:cNvPr id="0" name=""/>
        <dsp:cNvSpPr/>
      </dsp:nvSpPr>
      <dsp:spPr>
        <a:xfrm>
          <a:off x="6668096"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6994558" y="0"/>
        <a:ext cx="1430522" cy="65292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EF99FB1-727C-DCAA-862B-9CEBC7D86F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de-DE"/>
              <a:t>[Thema]</a:t>
            </a:r>
          </a:p>
        </p:txBody>
      </p:sp>
      <p:sp>
        <p:nvSpPr>
          <p:cNvPr id="3" name="Datumsplatzhalter 2">
            <a:extLst>
              <a:ext uri="{FF2B5EF4-FFF2-40B4-BE49-F238E27FC236}">
                <a16:creationId xmlns:a16="http://schemas.microsoft.com/office/drawing/2014/main" id="{1A0CA173-A435-3CFA-E5DC-A36CC33A34C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E311EF-9538-461C-A291-3765A7750B43}" type="datetimeFigureOut">
              <a:rPr lang="de-DE" smtClean="0"/>
              <a:t>04.08.2026</a:t>
            </a:fld>
            <a:endParaRPr lang="de-DE"/>
          </a:p>
        </p:txBody>
      </p:sp>
      <p:sp>
        <p:nvSpPr>
          <p:cNvPr id="4" name="Fußzeilenplatzhalter 3">
            <a:extLst>
              <a:ext uri="{FF2B5EF4-FFF2-40B4-BE49-F238E27FC236}">
                <a16:creationId xmlns:a16="http://schemas.microsoft.com/office/drawing/2014/main" id="{16D4C069-0FC1-DF28-103C-78AE8A7583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1EE78261-C23A-EABB-E9C7-B69A85368E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F3C680-C71B-4AD5-9797-D6B2812905F5}" type="slidenum">
              <a:rPr lang="de-DE" smtClean="0"/>
              <a:t>‹Nr.›</a:t>
            </a:fld>
            <a:endParaRPr lang="de-DE"/>
          </a:p>
        </p:txBody>
      </p:sp>
    </p:spTree>
    <p:extLst>
      <p:ext uri="{BB962C8B-B14F-4D97-AF65-F5344CB8AC3E}">
        <p14:creationId xmlns:p14="http://schemas.microsoft.com/office/powerpoint/2010/main" val="10661290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de-DE"/>
              <a:t>[Thema]</a:t>
            </a:r>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2D8998-791A-46BE-9961-77164C0EBF3B}" type="datetimeFigureOut">
              <a:rPr lang="de-DE" smtClean="0"/>
              <a:t>04.08.2026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DDD353-A883-4F98-9B42-258E1E9E112C}" type="slidenum">
              <a:rPr lang="de-DE" smtClean="0"/>
              <a:t>‹Nr.›</a:t>
            </a:fld>
            <a:endParaRPr lang="de-DE"/>
          </a:p>
        </p:txBody>
      </p:sp>
    </p:spTree>
    <p:extLst>
      <p:ext uri="{BB962C8B-B14F-4D97-AF65-F5344CB8AC3E}">
        <p14:creationId xmlns:p14="http://schemas.microsoft.com/office/powerpoint/2010/main" val="204868352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chart" Target="../charts/chart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g"/><Relationship Id="rId3" Type="http://schemas.openxmlformats.org/officeDocument/2006/relationships/image" Target="../media/image9.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 Id="rId3"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jpg"/><Relationship Id="rId3"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utzung von Farb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r>
              <a:rPr lang="de-DE" dirty="0"/>
              <a:t>*Diese Farben sollten in fast allen Fällen verwendet werden, wenn der Einsatz von Farben Sinn ergibt.</a:t>
            </a: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71295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7129531" y="1328465"/>
            <a:ext cx="4265467" cy="3970318"/>
          </a:xfrm>
          <a:prstGeom prst="rect">
            <a:avLst/>
          </a:prstGeom>
          <a:noFill/>
        </p:spPr>
        <p:txBody>
          <a:bodyPr wrap="square" rtlCol="0">
            <a:spAutoFit/>
          </a:bodyPr>
          <a:lstStyle/>
          <a:p>
            <a:pPr lvl="0"/>
            <a:r>
              <a:rPr lang="de-DE" sz="1200" dirty="0"/>
              <a:t>Alle Texte im opseo-Grau, außer auf dunklem Grund, dann weißen Text verwenden. </a:t>
            </a:r>
          </a:p>
          <a:p>
            <a:pPr lvl="0"/>
            <a:endParaRPr lang="de-DE" sz="1200" dirty="0"/>
          </a:p>
          <a:p>
            <a:pPr lvl="0"/>
            <a:endParaRPr lang="de-DE" sz="1200" dirty="0"/>
          </a:p>
          <a:p>
            <a:pPr lvl="0"/>
            <a:endParaRPr lang="de-DE" sz="1200" dirty="0"/>
          </a:p>
          <a:p>
            <a:pPr lvl="0"/>
            <a:endParaRPr lang="de-DE" sz="1200" dirty="0"/>
          </a:p>
          <a:p>
            <a:pPr lvl="0"/>
            <a:r>
              <a:rPr lang="de-DE" sz="1200" dirty="0"/>
              <a:t>Hauptfarbe, kann flächig oder subtil eingesetzt werden. </a:t>
            </a:r>
          </a:p>
          <a:p>
            <a:pPr lvl="0"/>
            <a:endParaRPr lang="de-DE" sz="1200" dirty="0"/>
          </a:p>
          <a:p>
            <a:pPr lvl="0"/>
            <a:endParaRPr lang="de-DE" sz="1200" dirty="0"/>
          </a:p>
          <a:p>
            <a:pPr lvl="0"/>
            <a:endParaRPr lang="de-DE" sz="1200" dirty="0"/>
          </a:p>
          <a:p>
            <a:pPr lvl="0"/>
            <a:endParaRPr lang="de-DE" sz="1200" dirty="0"/>
          </a:p>
          <a:p>
            <a:pPr lvl="0"/>
            <a:endParaRPr lang="de-DE" sz="1200" dirty="0"/>
          </a:p>
          <a:p>
            <a:pPr lvl="0"/>
            <a:r>
              <a:rPr lang="de-DE" sz="1200" dirty="0"/>
              <a:t>Hervorhebung. Das opseo-Grün ist deutlich auffälliger und greller als das ruhige opseo-Blau und sollte gezielt und dosiert eingesetzt werden.</a:t>
            </a:r>
            <a:br>
              <a:rPr lang="de-DE" sz="1200" dirty="0"/>
            </a:br>
            <a:endParaRPr lang="de-DE" sz="1200" dirty="0"/>
          </a:p>
          <a:p>
            <a:pPr lvl="0"/>
            <a:br>
              <a:rPr lang="de-DE" sz="1200" dirty="0"/>
            </a:br>
            <a:endParaRPr lang="de-DE" sz="1200" dirty="0"/>
          </a:p>
          <a:p>
            <a:pPr lvl="0"/>
            <a:r>
              <a:rPr lang="de-DE" sz="1200" dirty="0"/>
              <a:t>Der opseo-Farbverlauf ist dynamisch und fließt von grellem grün zu ruhigem Blau. Sollte gezielt und in nicht zu großen Flächen eingesetzt werden.</a:t>
            </a:r>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3939861"/>
          </a:xfrm>
          <a:prstGeom prst="rect">
            <a:avLst/>
          </a:prstGeom>
          <a:noFill/>
        </p:spPr>
        <p:txBody>
          <a:bodyPr wrap="square" rtlCol="0">
            <a:spAutoFit/>
          </a:bodyPr>
          <a:lstStyle/>
          <a:p>
            <a:pPr lvl="0">
              <a:lnSpc>
                <a:spcPct val="150000"/>
              </a:lnSpc>
            </a:pPr>
            <a:r>
              <a:rPr lang="de-DE" sz="1200" b="1" dirty="0"/>
              <a:t>opseo-Grau</a:t>
            </a:r>
          </a:p>
          <a:p>
            <a:pPr lvl="0">
              <a:lnSpc>
                <a:spcPct val="150000"/>
              </a:lnSpc>
            </a:pPr>
            <a:r>
              <a:rPr lang="nn-NO" sz="1200" dirty="0"/>
              <a:t>Digital: sRGB 119/119/119 – Hex: #777777</a:t>
            </a:r>
            <a:endParaRPr lang="de-DE" sz="1200" dirty="0"/>
          </a:p>
          <a:p>
            <a:pPr lvl="0"/>
            <a:endParaRPr lang="de-DE" sz="1200" dirty="0"/>
          </a:p>
          <a:p>
            <a:pPr lvl="0"/>
            <a:endParaRPr lang="de-DE" sz="1200" dirty="0"/>
          </a:p>
          <a:p>
            <a:pPr lvl="0"/>
            <a:endParaRPr lang="de-DE" sz="1200" dirty="0"/>
          </a:p>
          <a:p>
            <a:pPr lvl="0">
              <a:lnSpc>
                <a:spcPct val="150000"/>
              </a:lnSpc>
            </a:pPr>
            <a:r>
              <a:rPr lang="de-DE" sz="1200" b="1" dirty="0"/>
              <a:t>opseo-Blau</a:t>
            </a:r>
          </a:p>
          <a:p>
            <a:pPr lvl="0">
              <a:lnSpc>
                <a:spcPct val="150000"/>
              </a:lnSpc>
            </a:pPr>
            <a:r>
              <a:rPr lang="de-DE" sz="1200" dirty="0"/>
              <a:t>Digital: </a:t>
            </a:r>
            <a:r>
              <a:rPr lang="de-DE" sz="1200" dirty="0" err="1"/>
              <a:t>sRGB</a:t>
            </a:r>
            <a:r>
              <a:rPr lang="de-DE" sz="1200" dirty="0"/>
              <a:t> 26/112/184 – Hex: #1a70b8</a:t>
            </a:r>
          </a:p>
          <a:p>
            <a:pPr lvl="0"/>
            <a:endParaRPr lang="de-DE" sz="1200" dirty="0"/>
          </a:p>
          <a:p>
            <a:pPr lvl="0"/>
            <a:endParaRPr lang="de-DE" sz="1200" dirty="0"/>
          </a:p>
          <a:p>
            <a:pPr lvl="0"/>
            <a:endParaRPr lang="de-DE" sz="1200" dirty="0"/>
          </a:p>
          <a:p>
            <a:pPr lvl="0">
              <a:lnSpc>
                <a:spcPct val="150000"/>
              </a:lnSpc>
            </a:pPr>
            <a:r>
              <a:rPr lang="de-DE" sz="1200" b="1" dirty="0"/>
              <a:t>opseo-Grün</a:t>
            </a:r>
          </a:p>
          <a:p>
            <a:pPr lvl="0">
              <a:lnSpc>
                <a:spcPct val="150000"/>
              </a:lnSpc>
            </a:pPr>
            <a:r>
              <a:rPr lang="de-DE" sz="1200" dirty="0"/>
              <a:t>Digital: </a:t>
            </a:r>
            <a:r>
              <a:rPr lang="de-DE" sz="1200" dirty="0" err="1"/>
              <a:t>sRGB</a:t>
            </a:r>
            <a:r>
              <a:rPr lang="de-DE" sz="1200" dirty="0"/>
              <a:t> 187/207/0 – Hex: #bbcf00</a:t>
            </a:r>
          </a:p>
          <a:p>
            <a:pPr lvl="0"/>
            <a:endParaRPr lang="de-DE" sz="1200" dirty="0"/>
          </a:p>
          <a:p>
            <a:pPr lvl="0"/>
            <a:endParaRPr lang="de-DE" sz="1200" dirty="0"/>
          </a:p>
          <a:p>
            <a:pPr lvl="0"/>
            <a:endParaRPr lang="de-DE" sz="1200" dirty="0"/>
          </a:p>
          <a:p>
            <a:pPr lvl="0">
              <a:lnSpc>
                <a:spcPct val="150000"/>
              </a:lnSpc>
            </a:pPr>
            <a:r>
              <a:rPr lang="de-DE" sz="1200" b="1" dirty="0"/>
              <a:t>opseo-Verlauf </a:t>
            </a:r>
          </a:p>
          <a:p>
            <a:pPr lvl="0">
              <a:lnSpc>
                <a:spcPct val="150000"/>
              </a:lnSpc>
            </a:pPr>
            <a:r>
              <a:rPr lang="de-DE" sz="1200" dirty="0"/>
              <a:t>von Grün zu Blau, immer 35° geneigt</a:t>
            </a:r>
          </a:p>
        </p:txBody>
      </p:sp>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Primärfarben*</a:t>
            </a:r>
          </a:p>
        </p:txBody>
      </p:sp>
      <p:sp>
        <p:nvSpPr>
          <p:cNvPr id="17" name="Rechteck: abgerundete Ecken 16">
            <a:extLst>
              <a:ext uri="{FF2B5EF4-FFF2-40B4-BE49-F238E27FC236}">
                <a16:creationId xmlns:a16="http://schemas.microsoft.com/office/drawing/2014/main" id="{4E67611E-C42A-2FE1-0402-369F8FF78E42}"/>
              </a:ext>
            </a:extLst>
          </p:cNvPr>
          <p:cNvSpPr/>
          <p:nvPr userDrawn="1"/>
        </p:nvSpPr>
        <p:spPr>
          <a:xfrm>
            <a:off x="5295900" y="1353494"/>
            <a:ext cx="1600200" cy="647504"/>
          </a:xfrm>
          <a:prstGeom prst="roundRect">
            <a:avLst/>
          </a:prstGeom>
          <a:solidFill>
            <a:srgbClr val="7777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n-NO" sz="1800" dirty="0"/>
              <a:t>119/119/119</a:t>
            </a:r>
            <a:endParaRPr lang="de-DE" dirty="0"/>
          </a:p>
        </p:txBody>
      </p:sp>
      <p:sp>
        <p:nvSpPr>
          <p:cNvPr id="21" name="Rechteck: abgerundete Ecken 20">
            <a:extLst>
              <a:ext uri="{FF2B5EF4-FFF2-40B4-BE49-F238E27FC236}">
                <a16:creationId xmlns:a16="http://schemas.microsoft.com/office/drawing/2014/main" id="{569DD45C-1B24-2B32-4204-2863AFF16E7C}"/>
              </a:ext>
            </a:extLst>
          </p:cNvPr>
          <p:cNvSpPr/>
          <p:nvPr userDrawn="1"/>
        </p:nvSpPr>
        <p:spPr>
          <a:xfrm>
            <a:off x="5295900" y="2440102"/>
            <a:ext cx="1600200" cy="64750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26/112/184</a:t>
            </a:r>
            <a:endParaRPr lang="de-DE" dirty="0"/>
          </a:p>
        </p:txBody>
      </p:sp>
      <p:sp>
        <p:nvSpPr>
          <p:cNvPr id="23" name="Rechteck: abgerundete Ecken 22">
            <a:extLst>
              <a:ext uri="{FF2B5EF4-FFF2-40B4-BE49-F238E27FC236}">
                <a16:creationId xmlns:a16="http://schemas.microsoft.com/office/drawing/2014/main" id="{5A3455B9-B5C5-56E5-8D34-5F8A00371C2F}"/>
              </a:ext>
            </a:extLst>
          </p:cNvPr>
          <p:cNvSpPr/>
          <p:nvPr userDrawn="1"/>
        </p:nvSpPr>
        <p:spPr>
          <a:xfrm>
            <a:off x="5295900" y="3526710"/>
            <a:ext cx="1600200" cy="64750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187/207/0</a:t>
            </a:r>
            <a:endParaRPr lang="de-DE" dirty="0"/>
          </a:p>
        </p:txBody>
      </p:sp>
      <p:sp>
        <p:nvSpPr>
          <p:cNvPr id="26" name="Rechteck: abgerundete Ecken 25">
            <a:extLst>
              <a:ext uri="{FF2B5EF4-FFF2-40B4-BE49-F238E27FC236}">
                <a16:creationId xmlns:a16="http://schemas.microsoft.com/office/drawing/2014/main" id="{1E9FDD36-3A94-8D39-442A-677B643A4A96}"/>
              </a:ext>
            </a:extLst>
          </p:cNvPr>
          <p:cNvSpPr/>
          <p:nvPr userDrawn="1"/>
        </p:nvSpPr>
        <p:spPr>
          <a:xfrm>
            <a:off x="5295900" y="4613318"/>
            <a:ext cx="1600200" cy="647504"/>
          </a:xfrm>
          <a:prstGeom prst="roundRect">
            <a:avLst/>
          </a:prstGeom>
          <a:gradFill flip="none" rotWithShape="1">
            <a:gsLst>
              <a:gs pos="100000">
                <a:schemeClr val="accent1"/>
              </a:gs>
              <a:gs pos="0">
                <a:schemeClr val="accent2"/>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gradFill>
                <a:gsLst>
                  <a:gs pos="100000">
                    <a:schemeClr val="accent2"/>
                  </a:gs>
                  <a:gs pos="0">
                    <a:schemeClr val="accent1"/>
                  </a:gs>
                </a:gsLst>
                <a:lin ang="19800000" scaled="0"/>
              </a:gradFill>
            </a:endParaRPr>
          </a:p>
        </p:txBody>
      </p:sp>
      <p:sp>
        <p:nvSpPr>
          <p:cNvPr id="37" name="Rechteck: eine Ecke abgerundet 36">
            <a:extLst>
              <a:ext uri="{FF2B5EF4-FFF2-40B4-BE49-F238E27FC236}">
                <a16:creationId xmlns:a16="http://schemas.microsoft.com/office/drawing/2014/main" id="{03D2C612-DBE7-FA4E-B46B-FC02C1C3AF61}"/>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8" name="Foliennummernplatzhalter 15">
            <a:extLst>
              <a:ext uri="{FF2B5EF4-FFF2-40B4-BE49-F238E27FC236}">
                <a16:creationId xmlns:a16="http://schemas.microsoft.com/office/drawing/2014/main" id="{0A85A397-1ED2-DB45-C17F-E87A73E884EC}"/>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1</a:t>
            </a:r>
            <a:endParaRPr lang="de-DE" sz="1100" b="1" dirty="0">
              <a:solidFill>
                <a:schemeClr val="accent1"/>
              </a:solidFill>
            </a:endParaRPr>
          </a:p>
        </p:txBody>
      </p:sp>
      <p:sp>
        <p:nvSpPr>
          <p:cNvPr id="39" name="Foliennummernplatzhalter 15">
            <a:extLst>
              <a:ext uri="{FF2B5EF4-FFF2-40B4-BE49-F238E27FC236}">
                <a16:creationId xmlns:a16="http://schemas.microsoft.com/office/drawing/2014/main" id="{7739F0AC-D869-A6B4-9994-3F3A3D7F7497}"/>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40" name="Textplatzhalter 16">
            <a:extLst>
              <a:ext uri="{FF2B5EF4-FFF2-40B4-BE49-F238E27FC236}">
                <a16:creationId xmlns:a16="http://schemas.microsoft.com/office/drawing/2014/main" id="{FA63647F-67B0-3935-3821-4DABDE3A3DB7}"/>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3491966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utzung von Farben">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71295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7129531" y="1328465"/>
            <a:ext cx="4265467" cy="1938992"/>
          </a:xfrm>
          <a:prstGeom prst="rect">
            <a:avLst/>
          </a:prstGeom>
          <a:noFill/>
        </p:spPr>
        <p:txBody>
          <a:bodyPr wrap="square" rtlCol="0">
            <a:spAutoFit/>
          </a:bodyPr>
          <a:lstStyle/>
          <a:p>
            <a:pPr lvl="0"/>
            <a:r>
              <a:rPr lang="de-DE" sz="1200" dirty="0"/>
              <a:t>Die Akzentfarben können reduziert angewendet werden um Elemente besonders hervorzuheben oder wenn die Verwendung von vielen Farben durch den Kontext der Datenmenge auf der Folie begründbar ist, zum Beispiel in Diagrammen:</a:t>
            </a:r>
          </a:p>
          <a:p>
            <a:pPr lvl="0"/>
            <a:endParaRPr lang="de-DE" sz="1200" dirty="0"/>
          </a:p>
          <a:p>
            <a:pPr lvl="0"/>
            <a:endParaRPr lang="de-DE" sz="1200" dirty="0"/>
          </a:p>
          <a:p>
            <a:pPr lvl="0"/>
            <a:endParaRPr lang="de-DE" sz="1200" dirty="0"/>
          </a:p>
          <a:p>
            <a:pPr lvl="0"/>
            <a:endParaRPr lang="de-DE" sz="1200" dirty="0"/>
          </a:p>
          <a:p>
            <a:endParaRPr lang="de-DE" sz="1200" dirty="0"/>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3877985"/>
          </a:xfrm>
          <a:prstGeom prst="rect">
            <a:avLst/>
          </a:prstGeom>
          <a:noFill/>
        </p:spPr>
        <p:txBody>
          <a:bodyPr wrap="square" rtlCol="0">
            <a:spAutoFit/>
          </a:bodyPr>
          <a:lstStyle/>
          <a:p>
            <a:pPr lvl="0">
              <a:lnSpc>
                <a:spcPct val="150000"/>
              </a:lnSpc>
            </a:pPr>
            <a:r>
              <a:rPr lang="de-DE" sz="1200" b="1" dirty="0"/>
              <a:t>Akzentfarbe dunkelgrün</a:t>
            </a:r>
          </a:p>
          <a:p>
            <a:pPr lvl="0">
              <a:lnSpc>
                <a:spcPct val="150000"/>
              </a:lnSpc>
            </a:pPr>
            <a:r>
              <a:rPr lang="de-DE" sz="1200" dirty="0"/>
              <a:t>Schnittmenge zwischen Grün und Blau im Logo</a:t>
            </a:r>
          </a:p>
          <a:p>
            <a:pPr lvl="0">
              <a:lnSpc>
                <a:spcPct val="150000"/>
              </a:lnSpc>
            </a:pPr>
            <a:r>
              <a:rPr lang="de-DE" sz="1200" dirty="0"/>
              <a:t>Digital: </a:t>
            </a:r>
            <a:r>
              <a:rPr lang="de-DE" sz="1200" dirty="0" err="1"/>
              <a:t>sRGB</a:t>
            </a:r>
            <a:r>
              <a:rPr lang="de-DE" sz="1200" dirty="0"/>
              <a:t> 42/106/56 </a:t>
            </a:r>
            <a:r>
              <a:rPr lang="nn-NO" sz="1200" dirty="0"/>
              <a:t>– Hex: # </a:t>
            </a:r>
            <a:r>
              <a:rPr lang="de-DE" sz="1200" dirty="0"/>
              <a:t>2A6A38</a:t>
            </a:r>
          </a:p>
          <a:p>
            <a:pPr lvl="0"/>
            <a:endParaRPr lang="de-DE" sz="1200" dirty="0"/>
          </a:p>
          <a:p>
            <a:pPr lvl="0"/>
            <a:endParaRPr lang="de-DE" sz="1200" dirty="0"/>
          </a:p>
          <a:p>
            <a:pPr lvl="0">
              <a:lnSpc>
                <a:spcPct val="150000"/>
              </a:lnSpc>
            </a:pPr>
            <a:r>
              <a:rPr lang="de-DE" sz="1200" b="1" dirty="0"/>
              <a:t>Akzentfarbe orange</a:t>
            </a:r>
          </a:p>
          <a:p>
            <a:pPr lvl="0">
              <a:lnSpc>
                <a:spcPct val="150000"/>
              </a:lnSpc>
            </a:pPr>
            <a:r>
              <a:rPr lang="de-DE" sz="1200" dirty="0"/>
              <a:t>Digital: </a:t>
            </a:r>
            <a:r>
              <a:rPr lang="de-DE" sz="1200" dirty="0" err="1"/>
              <a:t>sRGB</a:t>
            </a:r>
            <a:r>
              <a:rPr lang="de-DE" sz="1200" dirty="0"/>
              <a:t> 248/153/41 </a:t>
            </a:r>
            <a:r>
              <a:rPr lang="nn-NO" sz="1200" dirty="0"/>
              <a:t>– Hex: # </a:t>
            </a:r>
            <a:r>
              <a:rPr lang="de-DE" sz="1200" dirty="0"/>
              <a:t>f89929</a:t>
            </a:r>
          </a:p>
          <a:p>
            <a:pPr lvl="0"/>
            <a:endParaRPr lang="de-DE" sz="1200" dirty="0"/>
          </a:p>
          <a:p>
            <a:pPr lvl="0"/>
            <a:endParaRPr lang="de-DE" sz="1200" dirty="0"/>
          </a:p>
          <a:p>
            <a:pPr lvl="0">
              <a:lnSpc>
                <a:spcPct val="150000"/>
              </a:lnSpc>
            </a:pPr>
            <a:r>
              <a:rPr lang="de-DE" sz="1200" b="1" dirty="0"/>
              <a:t>Akzentfarbe lila</a:t>
            </a:r>
          </a:p>
          <a:p>
            <a:pPr lvl="0">
              <a:lnSpc>
                <a:spcPct val="150000"/>
              </a:lnSpc>
            </a:pPr>
            <a:r>
              <a:rPr lang="de-DE" sz="1200" dirty="0"/>
              <a:t>Digital: </a:t>
            </a:r>
            <a:r>
              <a:rPr lang="de-DE" sz="1200" dirty="0" err="1"/>
              <a:t>sRGB</a:t>
            </a:r>
            <a:r>
              <a:rPr lang="de-DE" sz="1200" dirty="0"/>
              <a:t> 150/58/150 </a:t>
            </a:r>
            <a:r>
              <a:rPr lang="nn-NO" sz="1200" dirty="0"/>
              <a:t>– Hex: # </a:t>
            </a:r>
            <a:r>
              <a:rPr lang="de-DE" sz="1200" dirty="0"/>
              <a:t>963a96</a:t>
            </a:r>
          </a:p>
          <a:p>
            <a:pPr lvl="0"/>
            <a:endParaRPr lang="de-DE" sz="1200" dirty="0"/>
          </a:p>
          <a:p>
            <a:pPr lvl="0"/>
            <a:endParaRPr lang="de-DE" sz="1200" dirty="0"/>
          </a:p>
          <a:p>
            <a:pPr lvl="0">
              <a:lnSpc>
                <a:spcPct val="150000"/>
              </a:lnSpc>
            </a:pPr>
            <a:r>
              <a:rPr lang="de-DE" sz="1200" b="1" dirty="0"/>
              <a:t>Akzentfarbe rot</a:t>
            </a:r>
          </a:p>
          <a:p>
            <a:pPr lvl="0">
              <a:lnSpc>
                <a:spcPct val="150000"/>
              </a:lnSpc>
            </a:pPr>
            <a:r>
              <a:rPr lang="de-DE" sz="1200" dirty="0"/>
              <a:t>Digital: </a:t>
            </a:r>
            <a:r>
              <a:rPr lang="de-DE" sz="1200" dirty="0" err="1"/>
              <a:t>sRGB</a:t>
            </a:r>
            <a:r>
              <a:rPr lang="de-DE" sz="1200" dirty="0"/>
              <a:t> 215/50/37 </a:t>
            </a:r>
            <a:r>
              <a:rPr lang="nn-NO" sz="1200" dirty="0"/>
              <a:t>– Hex: # </a:t>
            </a:r>
            <a:r>
              <a:rPr lang="de-DE" sz="1200" dirty="0"/>
              <a:t>d73225</a:t>
            </a:r>
          </a:p>
          <a:p>
            <a:pPr lvl="0"/>
            <a:endParaRPr lang="de-DE" sz="1200" dirty="0"/>
          </a:p>
        </p:txBody>
      </p:sp>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Sekundärfarben</a:t>
            </a:r>
          </a:p>
        </p:txBody>
      </p:sp>
      <p:sp>
        <p:nvSpPr>
          <p:cNvPr id="27" name="Rechteck: abgerundete Ecken 26">
            <a:extLst>
              <a:ext uri="{FF2B5EF4-FFF2-40B4-BE49-F238E27FC236}">
                <a16:creationId xmlns:a16="http://schemas.microsoft.com/office/drawing/2014/main" id="{A7DD1699-8E1B-16F2-FB79-D46A61A71634}"/>
              </a:ext>
            </a:extLst>
          </p:cNvPr>
          <p:cNvSpPr/>
          <p:nvPr userDrawn="1"/>
        </p:nvSpPr>
        <p:spPr>
          <a:xfrm>
            <a:off x="5295900" y="1390918"/>
            <a:ext cx="1600200" cy="647504"/>
          </a:xfrm>
          <a:prstGeom prst="roundRect">
            <a:avLst/>
          </a:prstGeom>
          <a:solidFill>
            <a:srgbClr val="2A6A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42/106/56</a:t>
            </a:r>
            <a:endParaRPr lang="de-DE" dirty="0"/>
          </a:p>
        </p:txBody>
      </p:sp>
      <p:sp>
        <p:nvSpPr>
          <p:cNvPr id="7" name="Rechteck: abgerundete Ecken 6">
            <a:extLst>
              <a:ext uri="{FF2B5EF4-FFF2-40B4-BE49-F238E27FC236}">
                <a16:creationId xmlns:a16="http://schemas.microsoft.com/office/drawing/2014/main" id="{5E7118F5-3708-6036-20A1-C08B9B0AC370}"/>
              </a:ext>
            </a:extLst>
          </p:cNvPr>
          <p:cNvSpPr/>
          <p:nvPr userDrawn="1"/>
        </p:nvSpPr>
        <p:spPr>
          <a:xfrm>
            <a:off x="5295900" y="2465609"/>
            <a:ext cx="1600200" cy="647504"/>
          </a:xfrm>
          <a:prstGeom prst="roundRect">
            <a:avLst/>
          </a:prstGeom>
          <a:solidFill>
            <a:srgbClr val="F89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248/153/41</a:t>
            </a:r>
            <a:endParaRPr lang="de-DE" dirty="0"/>
          </a:p>
        </p:txBody>
      </p:sp>
      <p:sp>
        <p:nvSpPr>
          <p:cNvPr id="9" name="Rechteck: abgerundete Ecken 8">
            <a:extLst>
              <a:ext uri="{FF2B5EF4-FFF2-40B4-BE49-F238E27FC236}">
                <a16:creationId xmlns:a16="http://schemas.microsoft.com/office/drawing/2014/main" id="{B49AC6AD-8048-8375-390C-EE75F9C3C70E}"/>
              </a:ext>
            </a:extLst>
          </p:cNvPr>
          <p:cNvSpPr/>
          <p:nvPr userDrawn="1"/>
        </p:nvSpPr>
        <p:spPr>
          <a:xfrm>
            <a:off x="5295900" y="3540300"/>
            <a:ext cx="1600200" cy="647504"/>
          </a:xfrm>
          <a:prstGeom prst="roundRect">
            <a:avLst/>
          </a:prstGeom>
          <a:solidFill>
            <a:srgbClr val="963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150/58/150</a:t>
            </a:r>
            <a:endParaRPr lang="de-DE" dirty="0"/>
          </a:p>
        </p:txBody>
      </p:sp>
      <p:sp>
        <p:nvSpPr>
          <p:cNvPr id="10" name="Rechteck: abgerundete Ecken 9">
            <a:extLst>
              <a:ext uri="{FF2B5EF4-FFF2-40B4-BE49-F238E27FC236}">
                <a16:creationId xmlns:a16="http://schemas.microsoft.com/office/drawing/2014/main" id="{DA1638E4-D892-F219-4185-9967FA8DB44D}"/>
              </a:ext>
            </a:extLst>
          </p:cNvPr>
          <p:cNvSpPr/>
          <p:nvPr userDrawn="1"/>
        </p:nvSpPr>
        <p:spPr>
          <a:xfrm>
            <a:off x="5295900" y="4614991"/>
            <a:ext cx="1600200" cy="647504"/>
          </a:xfrm>
          <a:prstGeom prst="roundRect">
            <a:avLst/>
          </a:prstGeom>
          <a:solidFill>
            <a:srgbClr val="D732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215/50/37</a:t>
            </a:r>
            <a:endParaRPr lang="de-DE" dirty="0"/>
          </a:p>
        </p:txBody>
      </p:sp>
      <p:graphicFrame>
        <p:nvGraphicFramePr>
          <p:cNvPr id="13" name="Diagramm 12">
            <a:extLst>
              <a:ext uri="{FF2B5EF4-FFF2-40B4-BE49-F238E27FC236}">
                <a16:creationId xmlns:a16="http://schemas.microsoft.com/office/drawing/2014/main" id="{243E3B36-4EAE-1B62-488B-FE715669918D}"/>
              </a:ext>
            </a:extLst>
          </p:cNvPr>
          <p:cNvGraphicFramePr/>
          <p:nvPr userDrawn="1">
            <p:extLst>
              <p:ext uri="{D42A27DB-BD31-4B8C-83A1-F6EECF244321}">
                <p14:modId xmlns:p14="http://schemas.microsoft.com/office/powerpoint/2010/main" val="3042144781"/>
              </p:ext>
            </p:extLst>
          </p:nvPr>
        </p:nvGraphicFramePr>
        <p:xfrm>
          <a:off x="8164863" y="2384981"/>
          <a:ext cx="3590167" cy="3554712"/>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hteck: eine Ecke abgerundet 14">
            <a:extLst>
              <a:ext uri="{FF2B5EF4-FFF2-40B4-BE49-F238E27FC236}">
                <a16:creationId xmlns:a16="http://schemas.microsoft.com/office/drawing/2014/main" id="{00BB86F7-B8A6-16BA-9A87-F539B5768FC8}"/>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8" name="Foliennummernplatzhalter 15">
            <a:extLst>
              <a:ext uri="{FF2B5EF4-FFF2-40B4-BE49-F238E27FC236}">
                <a16:creationId xmlns:a16="http://schemas.microsoft.com/office/drawing/2014/main" id="{5E5BD10B-DDE5-AA09-DF8C-EEB2D57D731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2</a:t>
            </a:r>
            <a:endParaRPr lang="de-DE" sz="1100" b="1" dirty="0">
              <a:solidFill>
                <a:schemeClr val="accent1"/>
              </a:solidFill>
            </a:endParaRPr>
          </a:p>
        </p:txBody>
      </p:sp>
      <p:sp>
        <p:nvSpPr>
          <p:cNvPr id="19" name="Foliennummernplatzhalter 15">
            <a:extLst>
              <a:ext uri="{FF2B5EF4-FFF2-40B4-BE49-F238E27FC236}">
                <a16:creationId xmlns:a16="http://schemas.microsoft.com/office/drawing/2014/main" id="{52D751CC-0228-75C2-C3C6-1FC7866CD33C}"/>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20" name="Textplatzhalter 16">
            <a:extLst>
              <a:ext uri="{FF2B5EF4-FFF2-40B4-BE49-F238E27FC236}">
                <a16:creationId xmlns:a16="http://schemas.microsoft.com/office/drawing/2014/main" id="{091E0CD0-7485-AD8A-96ED-6EB9959226ED}"/>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1858549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Nutzung von Farb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r>
              <a:rPr lang="de-DE" dirty="0"/>
              <a:t>Wenn die Basisfarbe zu einem schwer lesbaren oder irritierenden Kontrastverhältnis führt, dürfen Varianten der Farben eingesetzt werden.</a:t>
            </a: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492938"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Hellere &amp; dunklere Varianten der Farben:</a:t>
            </a:r>
          </a:p>
        </p:txBody>
      </p:sp>
      <p:grpSp>
        <p:nvGrpSpPr>
          <p:cNvPr id="35" name="Gruppieren 34">
            <a:extLst>
              <a:ext uri="{FF2B5EF4-FFF2-40B4-BE49-F238E27FC236}">
                <a16:creationId xmlns:a16="http://schemas.microsoft.com/office/drawing/2014/main" id="{02505BE0-9C73-CBFC-6CDC-C4E9A45C0559}"/>
              </a:ext>
            </a:extLst>
          </p:cNvPr>
          <p:cNvGrpSpPr/>
          <p:nvPr userDrawn="1"/>
        </p:nvGrpSpPr>
        <p:grpSpPr>
          <a:xfrm rot="16200000">
            <a:off x="124183" y="3008013"/>
            <a:ext cx="3265576" cy="680130"/>
            <a:chOff x="1465276" y="5477463"/>
            <a:chExt cx="1826040" cy="380314"/>
          </a:xfrm>
        </p:grpSpPr>
        <p:sp>
          <p:nvSpPr>
            <p:cNvPr id="7" name="Rechteck: abgerundete Ecken 6">
              <a:extLst>
                <a:ext uri="{FF2B5EF4-FFF2-40B4-BE49-F238E27FC236}">
                  <a16:creationId xmlns:a16="http://schemas.microsoft.com/office/drawing/2014/main" id="{D624B314-599B-7A4C-E2E1-7E60F3B27555}"/>
                </a:ext>
              </a:extLst>
            </p:cNvPr>
            <p:cNvSpPr/>
            <p:nvPr userDrawn="1"/>
          </p:nvSpPr>
          <p:spPr>
            <a:xfrm>
              <a:off x="2324384" y="5477463"/>
              <a:ext cx="380318" cy="3803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9" name="Rechteck: abgerundete Ecken 8">
              <a:extLst>
                <a:ext uri="{FF2B5EF4-FFF2-40B4-BE49-F238E27FC236}">
                  <a16:creationId xmlns:a16="http://schemas.microsoft.com/office/drawing/2014/main" id="{738A85B0-B456-50FB-85C3-D324E6FC61E8}"/>
                </a:ext>
              </a:extLst>
            </p:cNvPr>
            <p:cNvSpPr/>
            <p:nvPr userDrawn="1"/>
          </p:nvSpPr>
          <p:spPr>
            <a:xfrm>
              <a:off x="1465276" y="5546286"/>
              <a:ext cx="242667" cy="242667"/>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abgerundete Ecken 9">
              <a:extLst>
                <a:ext uri="{FF2B5EF4-FFF2-40B4-BE49-F238E27FC236}">
                  <a16:creationId xmlns:a16="http://schemas.microsoft.com/office/drawing/2014/main" id="{8E9AB361-A22A-26EE-B780-083439171B74}"/>
                </a:ext>
              </a:extLst>
            </p:cNvPr>
            <p:cNvSpPr/>
            <p:nvPr userDrawn="1"/>
          </p:nvSpPr>
          <p:spPr>
            <a:xfrm>
              <a:off x="1739008" y="5546286"/>
              <a:ext cx="242667" cy="242667"/>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abgerundete Ecken 10">
              <a:extLst>
                <a:ext uri="{FF2B5EF4-FFF2-40B4-BE49-F238E27FC236}">
                  <a16:creationId xmlns:a16="http://schemas.microsoft.com/office/drawing/2014/main" id="{C5C4C47F-3EC0-EC42-A2D1-939F3A3F3D7C}"/>
                </a:ext>
              </a:extLst>
            </p:cNvPr>
            <p:cNvSpPr/>
            <p:nvPr userDrawn="1"/>
          </p:nvSpPr>
          <p:spPr>
            <a:xfrm>
              <a:off x="2012740" y="5546286"/>
              <a:ext cx="242667" cy="242667"/>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abgerundete Ecken 11">
              <a:extLst>
                <a:ext uri="{FF2B5EF4-FFF2-40B4-BE49-F238E27FC236}">
                  <a16:creationId xmlns:a16="http://schemas.microsoft.com/office/drawing/2014/main" id="{9AE1233C-0D44-C690-4AFD-8F346B511B42}"/>
                </a:ext>
              </a:extLst>
            </p:cNvPr>
            <p:cNvSpPr/>
            <p:nvPr userDrawn="1"/>
          </p:nvSpPr>
          <p:spPr>
            <a:xfrm>
              <a:off x="2773679" y="5546286"/>
              <a:ext cx="242667" cy="242667"/>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abgerundete Ecken 12">
              <a:extLst>
                <a:ext uri="{FF2B5EF4-FFF2-40B4-BE49-F238E27FC236}">
                  <a16:creationId xmlns:a16="http://schemas.microsoft.com/office/drawing/2014/main" id="{A88CB48A-5023-E6E1-6B88-57F6EF37B3D1}"/>
                </a:ext>
              </a:extLst>
            </p:cNvPr>
            <p:cNvSpPr/>
            <p:nvPr userDrawn="1"/>
          </p:nvSpPr>
          <p:spPr>
            <a:xfrm>
              <a:off x="3048649" y="5546286"/>
              <a:ext cx="242667" cy="242667"/>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15" name="Gruppieren 14">
            <a:extLst>
              <a:ext uri="{FF2B5EF4-FFF2-40B4-BE49-F238E27FC236}">
                <a16:creationId xmlns:a16="http://schemas.microsoft.com/office/drawing/2014/main" id="{CEF75561-D67C-4542-5079-485C4FBF76F3}"/>
              </a:ext>
            </a:extLst>
          </p:cNvPr>
          <p:cNvGrpSpPr/>
          <p:nvPr userDrawn="1"/>
        </p:nvGrpSpPr>
        <p:grpSpPr>
          <a:xfrm rot="16200000">
            <a:off x="971317" y="3008013"/>
            <a:ext cx="3265576" cy="680130"/>
            <a:chOff x="1465276" y="5477463"/>
            <a:chExt cx="1826040" cy="380314"/>
          </a:xfrm>
        </p:grpSpPr>
        <p:sp>
          <p:nvSpPr>
            <p:cNvPr id="18" name="Rechteck: abgerundete Ecken 17">
              <a:extLst>
                <a:ext uri="{FF2B5EF4-FFF2-40B4-BE49-F238E27FC236}">
                  <a16:creationId xmlns:a16="http://schemas.microsoft.com/office/drawing/2014/main" id="{E4660E48-C31D-21A6-52C6-023F8990A585}"/>
                </a:ext>
              </a:extLst>
            </p:cNvPr>
            <p:cNvSpPr/>
            <p:nvPr userDrawn="1"/>
          </p:nvSpPr>
          <p:spPr>
            <a:xfrm>
              <a:off x="2324384" y="5477463"/>
              <a:ext cx="380318" cy="3803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Rechteck: abgerundete Ecken 18">
              <a:extLst>
                <a:ext uri="{FF2B5EF4-FFF2-40B4-BE49-F238E27FC236}">
                  <a16:creationId xmlns:a16="http://schemas.microsoft.com/office/drawing/2014/main" id="{775CD950-7960-20CA-99CA-002B26461314}"/>
                </a:ext>
              </a:extLst>
            </p:cNvPr>
            <p:cNvSpPr/>
            <p:nvPr userDrawn="1"/>
          </p:nvSpPr>
          <p:spPr>
            <a:xfrm>
              <a:off x="1465276" y="5546286"/>
              <a:ext cx="242667" cy="24266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0" name="Rechteck: abgerundete Ecken 19">
              <a:extLst>
                <a:ext uri="{FF2B5EF4-FFF2-40B4-BE49-F238E27FC236}">
                  <a16:creationId xmlns:a16="http://schemas.microsoft.com/office/drawing/2014/main" id="{F176C352-F51F-D90B-C94F-DF2C66449D98}"/>
                </a:ext>
              </a:extLst>
            </p:cNvPr>
            <p:cNvSpPr/>
            <p:nvPr userDrawn="1"/>
          </p:nvSpPr>
          <p:spPr>
            <a:xfrm>
              <a:off x="1739008" y="5546286"/>
              <a:ext cx="242667" cy="242667"/>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7" name="Rechteck: abgerundete Ecken 26">
              <a:extLst>
                <a:ext uri="{FF2B5EF4-FFF2-40B4-BE49-F238E27FC236}">
                  <a16:creationId xmlns:a16="http://schemas.microsoft.com/office/drawing/2014/main" id="{2EF8F68D-5F5C-4C9D-F5FC-BB0E53BA71BA}"/>
                </a:ext>
              </a:extLst>
            </p:cNvPr>
            <p:cNvSpPr/>
            <p:nvPr userDrawn="1"/>
          </p:nvSpPr>
          <p:spPr>
            <a:xfrm>
              <a:off x="2012740" y="5546286"/>
              <a:ext cx="242667" cy="242667"/>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8" name="Rechteck: abgerundete Ecken 27">
              <a:extLst>
                <a:ext uri="{FF2B5EF4-FFF2-40B4-BE49-F238E27FC236}">
                  <a16:creationId xmlns:a16="http://schemas.microsoft.com/office/drawing/2014/main" id="{DBF0C9FA-41D4-F227-635A-BAAEF8A93521}"/>
                </a:ext>
              </a:extLst>
            </p:cNvPr>
            <p:cNvSpPr/>
            <p:nvPr userDrawn="1"/>
          </p:nvSpPr>
          <p:spPr>
            <a:xfrm>
              <a:off x="2773679" y="5546286"/>
              <a:ext cx="242667" cy="242667"/>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9" name="Rechteck: abgerundete Ecken 28">
              <a:extLst>
                <a:ext uri="{FF2B5EF4-FFF2-40B4-BE49-F238E27FC236}">
                  <a16:creationId xmlns:a16="http://schemas.microsoft.com/office/drawing/2014/main" id="{1D755076-899F-8D2F-8F39-BF606602B87B}"/>
                </a:ext>
              </a:extLst>
            </p:cNvPr>
            <p:cNvSpPr/>
            <p:nvPr userDrawn="1"/>
          </p:nvSpPr>
          <p:spPr>
            <a:xfrm>
              <a:off x="3048649" y="5546286"/>
              <a:ext cx="242667" cy="242667"/>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30" name="Gruppieren 29">
            <a:extLst>
              <a:ext uri="{FF2B5EF4-FFF2-40B4-BE49-F238E27FC236}">
                <a16:creationId xmlns:a16="http://schemas.microsoft.com/office/drawing/2014/main" id="{2B4D5008-7D7C-5786-32C8-BB2B9B435A75}"/>
              </a:ext>
            </a:extLst>
          </p:cNvPr>
          <p:cNvGrpSpPr/>
          <p:nvPr userDrawn="1"/>
        </p:nvGrpSpPr>
        <p:grpSpPr>
          <a:xfrm rot="16200000">
            <a:off x="3174671" y="3008013"/>
            <a:ext cx="3265576" cy="680130"/>
            <a:chOff x="1465276" y="5477463"/>
            <a:chExt cx="1826040" cy="380314"/>
          </a:xfrm>
        </p:grpSpPr>
        <p:sp>
          <p:nvSpPr>
            <p:cNvPr id="31" name="Rechteck: abgerundete Ecken 30">
              <a:extLst>
                <a:ext uri="{FF2B5EF4-FFF2-40B4-BE49-F238E27FC236}">
                  <a16:creationId xmlns:a16="http://schemas.microsoft.com/office/drawing/2014/main" id="{30722120-7AD4-C5E1-7A53-948B83A0B12E}"/>
                </a:ext>
              </a:extLst>
            </p:cNvPr>
            <p:cNvSpPr/>
            <p:nvPr userDrawn="1"/>
          </p:nvSpPr>
          <p:spPr>
            <a:xfrm>
              <a:off x="2324384" y="5477463"/>
              <a:ext cx="380318" cy="3803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Rechteck: abgerundete Ecken 31">
              <a:extLst>
                <a:ext uri="{FF2B5EF4-FFF2-40B4-BE49-F238E27FC236}">
                  <a16:creationId xmlns:a16="http://schemas.microsoft.com/office/drawing/2014/main" id="{E3739542-9C30-BD92-AEFB-8140B0B2D40C}"/>
                </a:ext>
              </a:extLst>
            </p:cNvPr>
            <p:cNvSpPr/>
            <p:nvPr userDrawn="1"/>
          </p:nvSpPr>
          <p:spPr>
            <a:xfrm>
              <a:off x="1465276" y="5546286"/>
              <a:ext cx="242667" cy="242667"/>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abgerundete Ecken 32">
              <a:extLst>
                <a:ext uri="{FF2B5EF4-FFF2-40B4-BE49-F238E27FC236}">
                  <a16:creationId xmlns:a16="http://schemas.microsoft.com/office/drawing/2014/main" id="{6F1CD248-5011-15C8-09C3-1AB1CEE7CA2C}"/>
                </a:ext>
              </a:extLst>
            </p:cNvPr>
            <p:cNvSpPr/>
            <p:nvPr userDrawn="1"/>
          </p:nvSpPr>
          <p:spPr>
            <a:xfrm>
              <a:off x="1739008" y="5546286"/>
              <a:ext cx="242667" cy="242667"/>
            </a:xfrm>
            <a:prstGeom prst="round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abgerundete Ecken 33">
              <a:extLst>
                <a:ext uri="{FF2B5EF4-FFF2-40B4-BE49-F238E27FC236}">
                  <a16:creationId xmlns:a16="http://schemas.microsoft.com/office/drawing/2014/main" id="{2D774794-50CF-BCC4-EFA9-F7CEE56C492B}"/>
                </a:ext>
              </a:extLst>
            </p:cNvPr>
            <p:cNvSpPr/>
            <p:nvPr userDrawn="1"/>
          </p:nvSpPr>
          <p:spPr>
            <a:xfrm>
              <a:off x="2012740" y="5546286"/>
              <a:ext cx="242667" cy="242667"/>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abgerundete Ecken 35">
              <a:extLst>
                <a:ext uri="{FF2B5EF4-FFF2-40B4-BE49-F238E27FC236}">
                  <a16:creationId xmlns:a16="http://schemas.microsoft.com/office/drawing/2014/main" id="{84DA42E6-97AB-7F6B-431B-15A37FCD6AFC}"/>
                </a:ext>
              </a:extLst>
            </p:cNvPr>
            <p:cNvSpPr/>
            <p:nvPr userDrawn="1"/>
          </p:nvSpPr>
          <p:spPr>
            <a:xfrm>
              <a:off x="2773679" y="5546286"/>
              <a:ext cx="242667" cy="242667"/>
            </a:xfrm>
            <a:prstGeom prst="round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abgerundete Ecken 36">
              <a:extLst>
                <a:ext uri="{FF2B5EF4-FFF2-40B4-BE49-F238E27FC236}">
                  <a16:creationId xmlns:a16="http://schemas.microsoft.com/office/drawing/2014/main" id="{15BF0E3A-DF67-5119-0422-6DC4E31DED01}"/>
                </a:ext>
              </a:extLst>
            </p:cNvPr>
            <p:cNvSpPr/>
            <p:nvPr userDrawn="1"/>
          </p:nvSpPr>
          <p:spPr>
            <a:xfrm>
              <a:off x="3048649" y="5546286"/>
              <a:ext cx="242667" cy="242667"/>
            </a:xfrm>
            <a:prstGeom prst="roundRect">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38" name="Gruppieren 37">
            <a:extLst>
              <a:ext uri="{FF2B5EF4-FFF2-40B4-BE49-F238E27FC236}">
                <a16:creationId xmlns:a16="http://schemas.microsoft.com/office/drawing/2014/main" id="{ED58E894-D2DA-A357-5C38-B9505C6DF13B}"/>
              </a:ext>
            </a:extLst>
          </p:cNvPr>
          <p:cNvGrpSpPr/>
          <p:nvPr userDrawn="1"/>
        </p:nvGrpSpPr>
        <p:grpSpPr>
          <a:xfrm rot="16200000">
            <a:off x="1818451" y="3008011"/>
            <a:ext cx="3265576" cy="680130"/>
            <a:chOff x="1465276" y="5477463"/>
            <a:chExt cx="1826040" cy="380314"/>
          </a:xfrm>
        </p:grpSpPr>
        <p:sp>
          <p:nvSpPr>
            <p:cNvPr id="39" name="Rechteck: abgerundete Ecken 38">
              <a:extLst>
                <a:ext uri="{FF2B5EF4-FFF2-40B4-BE49-F238E27FC236}">
                  <a16:creationId xmlns:a16="http://schemas.microsoft.com/office/drawing/2014/main" id="{0D645AFD-3E20-BB8F-D1F6-CCD1F59B86E6}"/>
                </a:ext>
              </a:extLst>
            </p:cNvPr>
            <p:cNvSpPr/>
            <p:nvPr userDrawn="1"/>
          </p:nvSpPr>
          <p:spPr>
            <a:xfrm>
              <a:off x="2324384" y="5477463"/>
              <a:ext cx="380318" cy="38031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abgerundete Ecken 39">
              <a:extLst>
                <a:ext uri="{FF2B5EF4-FFF2-40B4-BE49-F238E27FC236}">
                  <a16:creationId xmlns:a16="http://schemas.microsoft.com/office/drawing/2014/main" id="{B094F751-4B5B-B7FB-80CA-96450BA1B71A}"/>
                </a:ext>
              </a:extLst>
            </p:cNvPr>
            <p:cNvSpPr/>
            <p:nvPr userDrawn="1"/>
          </p:nvSpPr>
          <p:spPr>
            <a:xfrm>
              <a:off x="1465276" y="5546286"/>
              <a:ext cx="242667" cy="242667"/>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Rechteck: abgerundete Ecken 40">
              <a:extLst>
                <a:ext uri="{FF2B5EF4-FFF2-40B4-BE49-F238E27FC236}">
                  <a16:creationId xmlns:a16="http://schemas.microsoft.com/office/drawing/2014/main" id="{D94A0E8C-95A1-EB2C-B9E4-9B6367E71202}"/>
                </a:ext>
              </a:extLst>
            </p:cNvPr>
            <p:cNvSpPr/>
            <p:nvPr userDrawn="1"/>
          </p:nvSpPr>
          <p:spPr>
            <a:xfrm>
              <a:off x="1739008" y="5546286"/>
              <a:ext cx="242667" cy="242667"/>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Rechteck: abgerundete Ecken 41">
              <a:extLst>
                <a:ext uri="{FF2B5EF4-FFF2-40B4-BE49-F238E27FC236}">
                  <a16:creationId xmlns:a16="http://schemas.microsoft.com/office/drawing/2014/main" id="{C7EE83AB-3D5A-160B-B722-88027DEA8690}"/>
                </a:ext>
              </a:extLst>
            </p:cNvPr>
            <p:cNvSpPr/>
            <p:nvPr userDrawn="1"/>
          </p:nvSpPr>
          <p:spPr>
            <a:xfrm>
              <a:off x="2012740" y="5546286"/>
              <a:ext cx="242667" cy="242667"/>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Rechteck: abgerundete Ecken 42">
              <a:extLst>
                <a:ext uri="{FF2B5EF4-FFF2-40B4-BE49-F238E27FC236}">
                  <a16:creationId xmlns:a16="http://schemas.microsoft.com/office/drawing/2014/main" id="{0E78762F-4E93-60BF-76F8-297AB014FBB3}"/>
                </a:ext>
              </a:extLst>
            </p:cNvPr>
            <p:cNvSpPr/>
            <p:nvPr userDrawn="1"/>
          </p:nvSpPr>
          <p:spPr>
            <a:xfrm>
              <a:off x="2773679" y="5546286"/>
              <a:ext cx="242667" cy="242667"/>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4" name="Rechteck: abgerundete Ecken 43">
              <a:extLst>
                <a:ext uri="{FF2B5EF4-FFF2-40B4-BE49-F238E27FC236}">
                  <a16:creationId xmlns:a16="http://schemas.microsoft.com/office/drawing/2014/main" id="{164D3808-88CB-67EA-7583-F2B36D9D5D35}"/>
                </a:ext>
              </a:extLst>
            </p:cNvPr>
            <p:cNvSpPr/>
            <p:nvPr userDrawn="1"/>
          </p:nvSpPr>
          <p:spPr>
            <a:xfrm>
              <a:off x="3048649" y="5546286"/>
              <a:ext cx="242667" cy="242667"/>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45" name="Gruppieren 44">
            <a:extLst>
              <a:ext uri="{FF2B5EF4-FFF2-40B4-BE49-F238E27FC236}">
                <a16:creationId xmlns:a16="http://schemas.microsoft.com/office/drawing/2014/main" id="{F22CEE9D-2A55-7AE5-4E6F-298395C5716D}"/>
              </a:ext>
            </a:extLst>
          </p:cNvPr>
          <p:cNvGrpSpPr/>
          <p:nvPr userDrawn="1"/>
        </p:nvGrpSpPr>
        <p:grpSpPr>
          <a:xfrm rot="16200000">
            <a:off x="4021805" y="3008011"/>
            <a:ext cx="3265576" cy="680130"/>
            <a:chOff x="1465276" y="5477463"/>
            <a:chExt cx="1826040" cy="380314"/>
          </a:xfrm>
        </p:grpSpPr>
        <p:sp>
          <p:nvSpPr>
            <p:cNvPr id="46" name="Rechteck: abgerundete Ecken 45">
              <a:extLst>
                <a:ext uri="{FF2B5EF4-FFF2-40B4-BE49-F238E27FC236}">
                  <a16:creationId xmlns:a16="http://schemas.microsoft.com/office/drawing/2014/main" id="{1ADF1250-D52E-3BBA-304C-5222B484EA2D}"/>
                </a:ext>
              </a:extLst>
            </p:cNvPr>
            <p:cNvSpPr/>
            <p:nvPr userDrawn="1"/>
          </p:nvSpPr>
          <p:spPr>
            <a:xfrm>
              <a:off x="2324384" y="5477463"/>
              <a:ext cx="380318" cy="3803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Rechteck: abgerundete Ecken 46">
              <a:extLst>
                <a:ext uri="{FF2B5EF4-FFF2-40B4-BE49-F238E27FC236}">
                  <a16:creationId xmlns:a16="http://schemas.microsoft.com/office/drawing/2014/main" id="{2429FF07-2268-ECAA-1307-071C1EB958B3}"/>
                </a:ext>
              </a:extLst>
            </p:cNvPr>
            <p:cNvSpPr/>
            <p:nvPr userDrawn="1"/>
          </p:nvSpPr>
          <p:spPr>
            <a:xfrm>
              <a:off x="1465276" y="5546286"/>
              <a:ext cx="242667" cy="242667"/>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Rechteck: abgerundete Ecken 47">
              <a:extLst>
                <a:ext uri="{FF2B5EF4-FFF2-40B4-BE49-F238E27FC236}">
                  <a16:creationId xmlns:a16="http://schemas.microsoft.com/office/drawing/2014/main" id="{29750A80-9DA4-266F-F776-CC742A856A75}"/>
                </a:ext>
              </a:extLst>
            </p:cNvPr>
            <p:cNvSpPr/>
            <p:nvPr userDrawn="1"/>
          </p:nvSpPr>
          <p:spPr>
            <a:xfrm>
              <a:off x="1739008" y="5546286"/>
              <a:ext cx="242667" cy="24266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85F1EA58-F225-8E62-D56F-90A8ABE1B0FF}"/>
                </a:ext>
              </a:extLst>
            </p:cNvPr>
            <p:cNvSpPr/>
            <p:nvPr userDrawn="1"/>
          </p:nvSpPr>
          <p:spPr>
            <a:xfrm>
              <a:off x="2012740" y="5546286"/>
              <a:ext cx="242667" cy="242667"/>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Rechteck: abgerundete Ecken 49">
              <a:extLst>
                <a:ext uri="{FF2B5EF4-FFF2-40B4-BE49-F238E27FC236}">
                  <a16:creationId xmlns:a16="http://schemas.microsoft.com/office/drawing/2014/main" id="{C8FC3569-5F40-0146-B89D-1EF265D220FD}"/>
                </a:ext>
              </a:extLst>
            </p:cNvPr>
            <p:cNvSpPr/>
            <p:nvPr userDrawn="1"/>
          </p:nvSpPr>
          <p:spPr>
            <a:xfrm>
              <a:off x="2773679" y="5546286"/>
              <a:ext cx="242667" cy="242667"/>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Rechteck: abgerundete Ecken 50">
              <a:extLst>
                <a:ext uri="{FF2B5EF4-FFF2-40B4-BE49-F238E27FC236}">
                  <a16:creationId xmlns:a16="http://schemas.microsoft.com/office/drawing/2014/main" id="{13BACF10-BF44-AEDC-B368-A37957479AC9}"/>
                </a:ext>
              </a:extLst>
            </p:cNvPr>
            <p:cNvSpPr/>
            <p:nvPr userDrawn="1"/>
          </p:nvSpPr>
          <p:spPr>
            <a:xfrm>
              <a:off x="3048649" y="5546286"/>
              <a:ext cx="242667" cy="242667"/>
            </a:xfrm>
            <a:prstGeom prst="round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2" name="Gruppieren 51">
            <a:extLst>
              <a:ext uri="{FF2B5EF4-FFF2-40B4-BE49-F238E27FC236}">
                <a16:creationId xmlns:a16="http://schemas.microsoft.com/office/drawing/2014/main" id="{834D9B2B-3E90-AAE7-D7EE-F59054382CB0}"/>
              </a:ext>
            </a:extLst>
          </p:cNvPr>
          <p:cNvGrpSpPr/>
          <p:nvPr userDrawn="1"/>
        </p:nvGrpSpPr>
        <p:grpSpPr>
          <a:xfrm rot="16200000">
            <a:off x="4868939" y="3008013"/>
            <a:ext cx="3265576" cy="680130"/>
            <a:chOff x="1465276" y="5477463"/>
            <a:chExt cx="1826040" cy="380314"/>
          </a:xfrm>
        </p:grpSpPr>
        <p:sp>
          <p:nvSpPr>
            <p:cNvPr id="53" name="Rechteck: abgerundete Ecken 52">
              <a:extLst>
                <a:ext uri="{FF2B5EF4-FFF2-40B4-BE49-F238E27FC236}">
                  <a16:creationId xmlns:a16="http://schemas.microsoft.com/office/drawing/2014/main" id="{6443BBA7-7033-947E-8FB1-3F7016238E92}"/>
                </a:ext>
              </a:extLst>
            </p:cNvPr>
            <p:cNvSpPr/>
            <p:nvPr userDrawn="1"/>
          </p:nvSpPr>
          <p:spPr>
            <a:xfrm>
              <a:off x="2324384" y="5477463"/>
              <a:ext cx="380318" cy="380314"/>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4" name="Rechteck: abgerundete Ecken 53">
              <a:extLst>
                <a:ext uri="{FF2B5EF4-FFF2-40B4-BE49-F238E27FC236}">
                  <a16:creationId xmlns:a16="http://schemas.microsoft.com/office/drawing/2014/main" id="{0C538DEE-059D-CA92-8799-9059EC6EEC48}"/>
                </a:ext>
              </a:extLst>
            </p:cNvPr>
            <p:cNvSpPr/>
            <p:nvPr userDrawn="1"/>
          </p:nvSpPr>
          <p:spPr>
            <a:xfrm>
              <a:off x="1465276" y="5546286"/>
              <a:ext cx="242667" cy="242667"/>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abgerundete Ecken 54">
              <a:extLst>
                <a:ext uri="{FF2B5EF4-FFF2-40B4-BE49-F238E27FC236}">
                  <a16:creationId xmlns:a16="http://schemas.microsoft.com/office/drawing/2014/main" id="{47F18E0A-011B-78FE-1E48-0C822F1BFA04}"/>
                </a:ext>
              </a:extLst>
            </p:cNvPr>
            <p:cNvSpPr/>
            <p:nvPr userDrawn="1"/>
          </p:nvSpPr>
          <p:spPr>
            <a:xfrm>
              <a:off x="1739008" y="5546286"/>
              <a:ext cx="242667" cy="242667"/>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abgerundete Ecken 55">
              <a:extLst>
                <a:ext uri="{FF2B5EF4-FFF2-40B4-BE49-F238E27FC236}">
                  <a16:creationId xmlns:a16="http://schemas.microsoft.com/office/drawing/2014/main" id="{2F58EA06-53BA-F0D8-32BC-6B3B813B075A}"/>
                </a:ext>
              </a:extLst>
            </p:cNvPr>
            <p:cNvSpPr/>
            <p:nvPr userDrawn="1"/>
          </p:nvSpPr>
          <p:spPr>
            <a:xfrm>
              <a:off x="2012740" y="5546286"/>
              <a:ext cx="242667" cy="242667"/>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abgerundete Ecken 56">
              <a:extLst>
                <a:ext uri="{FF2B5EF4-FFF2-40B4-BE49-F238E27FC236}">
                  <a16:creationId xmlns:a16="http://schemas.microsoft.com/office/drawing/2014/main" id="{AADB1575-E309-6C54-6E58-5AE4E36A77FA}"/>
                </a:ext>
              </a:extLst>
            </p:cNvPr>
            <p:cNvSpPr/>
            <p:nvPr userDrawn="1"/>
          </p:nvSpPr>
          <p:spPr>
            <a:xfrm>
              <a:off x="2773679" y="5546286"/>
              <a:ext cx="242667" cy="24266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abgerundete Ecken 57">
              <a:extLst>
                <a:ext uri="{FF2B5EF4-FFF2-40B4-BE49-F238E27FC236}">
                  <a16:creationId xmlns:a16="http://schemas.microsoft.com/office/drawing/2014/main" id="{F171D793-E3FF-4733-210B-AB943B44A30E}"/>
                </a:ext>
              </a:extLst>
            </p:cNvPr>
            <p:cNvSpPr/>
            <p:nvPr userDrawn="1"/>
          </p:nvSpPr>
          <p:spPr>
            <a:xfrm>
              <a:off x="3048649" y="5546286"/>
              <a:ext cx="242667" cy="242667"/>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9" name="Gruppieren 58">
            <a:extLst>
              <a:ext uri="{FF2B5EF4-FFF2-40B4-BE49-F238E27FC236}">
                <a16:creationId xmlns:a16="http://schemas.microsoft.com/office/drawing/2014/main" id="{1687F9C1-6ED4-F852-E5A4-FBE04346037C}"/>
              </a:ext>
            </a:extLst>
          </p:cNvPr>
          <p:cNvGrpSpPr/>
          <p:nvPr userDrawn="1"/>
        </p:nvGrpSpPr>
        <p:grpSpPr>
          <a:xfrm rot="16200000">
            <a:off x="5716072" y="3008013"/>
            <a:ext cx="3265576" cy="680130"/>
            <a:chOff x="1465276" y="5477463"/>
            <a:chExt cx="1826040" cy="380314"/>
          </a:xfrm>
        </p:grpSpPr>
        <p:sp>
          <p:nvSpPr>
            <p:cNvPr id="60" name="Rechteck: abgerundete Ecken 59">
              <a:extLst>
                <a:ext uri="{FF2B5EF4-FFF2-40B4-BE49-F238E27FC236}">
                  <a16:creationId xmlns:a16="http://schemas.microsoft.com/office/drawing/2014/main" id="{5D0D9D6B-A832-AC66-A9CB-035F3727A3CE}"/>
                </a:ext>
              </a:extLst>
            </p:cNvPr>
            <p:cNvSpPr/>
            <p:nvPr userDrawn="1"/>
          </p:nvSpPr>
          <p:spPr>
            <a:xfrm>
              <a:off x="2324384" y="5477463"/>
              <a:ext cx="380318" cy="380314"/>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1" name="Rechteck: abgerundete Ecken 60">
              <a:extLst>
                <a:ext uri="{FF2B5EF4-FFF2-40B4-BE49-F238E27FC236}">
                  <a16:creationId xmlns:a16="http://schemas.microsoft.com/office/drawing/2014/main" id="{43E0BBB0-3255-B8AF-1BF1-86CDCF431DAE}"/>
                </a:ext>
              </a:extLst>
            </p:cNvPr>
            <p:cNvSpPr/>
            <p:nvPr userDrawn="1"/>
          </p:nvSpPr>
          <p:spPr>
            <a:xfrm>
              <a:off x="1465276" y="5546286"/>
              <a:ext cx="242667" cy="2426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2" name="Rechteck: abgerundete Ecken 61">
              <a:extLst>
                <a:ext uri="{FF2B5EF4-FFF2-40B4-BE49-F238E27FC236}">
                  <a16:creationId xmlns:a16="http://schemas.microsoft.com/office/drawing/2014/main" id="{DDEE90FC-EF4F-9A82-4CFC-6E9691F537B7}"/>
                </a:ext>
              </a:extLst>
            </p:cNvPr>
            <p:cNvSpPr/>
            <p:nvPr userDrawn="1"/>
          </p:nvSpPr>
          <p:spPr>
            <a:xfrm>
              <a:off x="1739008" y="5546286"/>
              <a:ext cx="242667" cy="242667"/>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3" name="Rechteck: abgerundete Ecken 62">
              <a:extLst>
                <a:ext uri="{FF2B5EF4-FFF2-40B4-BE49-F238E27FC236}">
                  <a16:creationId xmlns:a16="http://schemas.microsoft.com/office/drawing/2014/main" id="{48277903-E325-3C19-3E4E-21C2F728FED3}"/>
                </a:ext>
              </a:extLst>
            </p:cNvPr>
            <p:cNvSpPr/>
            <p:nvPr userDrawn="1"/>
          </p:nvSpPr>
          <p:spPr>
            <a:xfrm>
              <a:off x="2012740" y="5546286"/>
              <a:ext cx="242667" cy="24266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4" name="Rechteck: abgerundete Ecken 63">
              <a:extLst>
                <a:ext uri="{FF2B5EF4-FFF2-40B4-BE49-F238E27FC236}">
                  <a16:creationId xmlns:a16="http://schemas.microsoft.com/office/drawing/2014/main" id="{8B79A4F7-4F72-CCEF-AB25-CB09A149B38B}"/>
                </a:ext>
              </a:extLst>
            </p:cNvPr>
            <p:cNvSpPr/>
            <p:nvPr userDrawn="1"/>
          </p:nvSpPr>
          <p:spPr>
            <a:xfrm>
              <a:off x="2773679" y="5546286"/>
              <a:ext cx="242667" cy="242667"/>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abgerundete Ecken 64">
              <a:extLst>
                <a:ext uri="{FF2B5EF4-FFF2-40B4-BE49-F238E27FC236}">
                  <a16:creationId xmlns:a16="http://schemas.microsoft.com/office/drawing/2014/main" id="{069137F5-BE4A-FC21-9163-7C1E2917D3E1}"/>
                </a:ext>
              </a:extLst>
            </p:cNvPr>
            <p:cNvSpPr/>
            <p:nvPr userDrawn="1"/>
          </p:nvSpPr>
          <p:spPr>
            <a:xfrm>
              <a:off x="3048649" y="5546286"/>
              <a:ext cx="242667" cy="2426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cxnSp>
        <p:nvCxnSpPr>
          <p:cNvPr id="68" name="Gerader Verbinder 67">
            <a:extLst>
              <a:ext uri="{FF2B5EF4-FFF2-40B4-BE49-F238E27FC236}">
                <a16:creationId xmlns:a16="http://schemas.microsoft.com/office/drawing/2014/main" id="{80282675-4DB2-F484-583D-1CBE881D5D6B}"/>
              </a:ext>
            </a:extLst>
          </p:cNvPr>
          <p:cNvCxnSpPr>
            <a:cxnSpLocks/>
          </p:cNvCxnSpPr>
          <p:nvPr userDrawn="1"/>
        </p:nvCxnSpPr>
        <p:spPr>
          <a:xfrm>
            <a:off x="4129349" y="1725795"/>
            <a:ext cx="0" cy="3255069"/>
          </a:xfrm>
          <a:prstGeom prst="line">
            <a:avLst/>
          </a:prstGeom>
        </p:spPr>
        <p:style>
          <a:lnRef idx="2">
            <a:schemeClr val="accent1"/>
          </a:lnRef>
          <a:fillRef idx="0">
            <a:schemeClr val="accent1"/>
          </a:fillRef>
          <a:effectRef idx="1">
            <a:schemeClr val="accent1"/>
          </a:effectRef>
          <a:fontRef idx="minor">
            <a:schemeClr val="tx1"/>
          </a:fontRef>
        </p:style>
      </p:cxnSp>
      <p:sp>
        <p:nvSpPr>
          <p:cNvPr id="69" name="Titelplatzhalter 1">
            <a:extLst>
              <a:ext uri="{FF2B5EF4-FFF2-40B4-BE49-F238E27FC236}">
                <a16:creationId xmlns:a16="http://schemas.microsoft.com/office/drawing/2014/main" id="{8D7A5F10-02E6-4D85-B5B1-C53C08D1C628}"/>
              </a:ext>
            </a:extLst>
          </p:cNvPr>
          <p:cNvSpPr txBox="1">
            <a:spLocks/>
          </p:cNvSpPr>
          <p:nvPr userDrawn="1"/>
        </p:nvSpPr>
        <p:spPr>
          <a:xfrm>
            <a:off x="7850382" y="1725795"/>
            <a:ext cx="1156019" cy="373992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sz="1200" dirty="0">
                <a:latin typeface="+mn-lt"/>
              </a:rPr>
              <a:t>Dunkler 50%</a:t>
            </a:r>
          </a:p>
          <a:p>
            <a:endParaRPr lang="de-DE" sz="1200" dirty="0">
              <a:latin typeface="+mn-lt"/>
            </a:endParaRPr>
          </a:p>
          <a:p>
            <a:endParaRPr lang="de-DE" sz="1200" dirty="0">
              <a:latin typeface="+mn-lt"/>
            </a:endParaRPr>
          </a:p>
          <a:p>
            <a:r>
              <a:rPr lang="de-DE" sz="1200" dirty="0">
                <a:latin typeface="+mn-lt"/>
              </a:rPr>
              <a:t>Dunkler 25%</a:t>
            </a:r>
          </a:p>
          <a:p>
            <a:endParaRPr lang="de-DE" sz="1200" dirty="0">
              <a:latin typeface="+mn-lt"/>
            </a:endParaRPr>
          </a:p>
          <a:p>
            <a:endParaRPr lang="de-DE" sz="1200" dirty="0">
              <a:latin typeface="+mn-lt"/>
            </a:endParaRPr>
          </a:p>
          <a:p>
            <a:endParaRPr lang="de-DE" sz="1200" dirty="0">
              <a:latin typeface="+mn-lt"/>
            </a:endParaRPr>
          </a:p>
          <a:p>
            <a:r>
              <a:rPr lang="de-DE" sz="1200" dirty="0">
                <a:latin typeface="+mn-lt"/>
              </a:rPr>
              <a:t>Basis</a:t>
            </a:r>
          </a:p>
          <a:p>
            <a:endParaRPr lang="de-DE" sz="1200" dirty="0">
              <a:latin typeface="+mn-lt"/>
            </a:endParaRPr>
          </a:p>
          <a:p>
            <a:endParaRPr lang="de-DE" sz="1200" dirty="0">
              <a:latin typeface="+mn-lt"/>
            </a:endParaRPr>
          </a:p>
          <a:p>
            <a:endParaRPr lang="de-DE" sz="1200" dirty="0">
              <a:latin typeface="+mn-lt"/>
            </a:endParaRPr>
          </a:p>
          <a:p>
            <a:r>
              <a:rPr lang="de-DE" sz="1200" dirty="0">
                <a:latin typeface="+mn-lt"/>
              </a:rPr>
              <a:t>Heller 40%</a:t>
            </a:r>
          </a:p>
          <a:p>
            <a:endParaRPr lang="de-DE" sz="1200" dirty="0">
              <a:latin typeface="+mn-lt"/>
            </a:endParaRPr>
          </a:p>
          <a:p>
            <a:endParaRPr lang="de-DE" sz="1200" dirty="0">
              <a:latin typeface="+mn-lt"/>
            </a:endParaRPr>
          </a:p>
          <a:p>
            <a:r>
              <a:rPr lang="de-DE" sz="1200" dirty="0">
                <a:latin typeface="+mn-lt"/>
              </a:rPr>
              <a:t>Heller 60%</a:t>
            </a:r>
          </a:p>
          <a:p>
            <a:endParaRPr lang="de-DE" sz="1200" dirty="0">
              <a:latin typeface="+mn-lt"/>
            </a:endParaRPr>
          </a:p>
          <a:p>
            <a:endParaRPr lang="de-DE" sz="1200" dirty="0">
              <a:latin typeface="+mn-lt"/>
            </a:endParaRPr>
          </a:p>
          <a:p>
            <a:r>
              <a:rPr lang="de-DE" sz="1200" dirty="0">
                <a:latin typeface="+mn-lt"/>
              </a:rPr>
              <a:t>Heller 80%</a:t>
            </a:r>
          </a:p>
        </p:txBody>
      </p:sp>
      <p:pic>
        <p:nvPicPr>
          <p:cNvPr id="73" name="Grafik 72">
            <a:extLst>
              <a:ext uri="{FF2B5EF4-FFF2-40B4-BE49-F238E27FC236}">
                <a16:creationId xmlns:a16="http://schemas.microsoft.com/office/drawing/2014/main" id="{4B6ECC8B-5779-F91E-D9F6-20427238B949}"/>
              </a:ext>
            </a:extLst>
          </p:cNvPr>
          <p:cNvPicPr>
            <a:picLocks noChangeAspect="1"/>
          </p:cNvPicPr>
          <p:nvPr userDrawn="1"/>
        </p:nvPicPr>
        <p:blipFill>
          <a:blip r:embed="rId3"/>
          <a:stretch>
            <a:fillRect/>
          </a:stretch>
        </p:blipFill>
        <p:spPr>
          <a:xfrm>
            <a:off x="9349623" y="881616"/>
            <a:ext cx="2049952" cy="4273754"/>
          </a:xfrm>
          <a:prstGeom prst="rect">
            <a:avLst/>
          </a:prstGeom>
          <a:effectLst>
            <a:outerShdw blurRad="50800" dist="38100" dir="2700000" algn="tl" rotWithShape="0">
              <a:prstClr val="black">
                <a:alpha val="40000"/>
              </a:prstClr>
            </a:outerShdw>
          </a:effectLst>
        </p:spPr>
      </p:pic>
      <p:sp>
        <p:nvSpPr>
          <p:cNvPr id="74" name="Titelplatzhalter 1">
            <a:extLst>
              <a:ext uri="{FF2B5EF4-FFF2-40B4-BE49-F238E27FC236}">
                <a16:creationId xmlns:a16="http://schemas.microsoft.com/office/drawing/2014/main" id="{3ED7DD3D-1471-8456-6DCE-CF53D4CB3FBB}"/>
              </a:ext>
            </a:extLst>
          </p:cNvPr>
          <p:cNvSpPr txBox="1">
            <a:spLocks/>
          </p:cNvSpPr>
          <p:nvPr userDrawn="1"/>
        </p:nvSpPr>
        <p:spPr>
          <a:xfrm>
            <a:off x="9078404" y="5244587"/>
            <a:ext cx="2592390" cy="3651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gn="ctr"/>
            <a:r>
              <a:rPr lang="de-DE" sz="1100" dirty="0">
                <a:latin typeface="+mn-lt"/>
              </a:rPr>
              <a:t>automatisch durch PP generiert</a:t>
            </a:r>
          </a:p>
        </p:txBody>
      </p:sp>
      <p:sp>
        <p:nvSpPr>
          <p:cNvPr id="75" name="Rechteck: eine Ecke abgerundet 74">
            <a:extLst>
              <a:ext uri="{FF2B5EF4-FFF2-40B4-BE49-F238E27FC236}">
                <a16:creationId xmlns:a16="http://schemas.microsoft.com/office/drawing/2014/main" id="{B327D6C7-19FD-A1B1-9FCB-5B5CAF95DC8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6" name="Foliennummernplatzhalter 15">
            <a:extLst>
              <a:ext uri="{FF2B5EF4-FFF2-40B4-BE49-F238E27FC236}">
                <a16:creationId xmlns:a16="http://schemas.microsoft.com/office/drawing/2014/main" id="{D97C66F1-9C15-F761-158E-EEF6AD607AD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3</a:t>
            </a:r>
            <a:endParaRPr lang="de-DE" sz="1100" b="1" dirty="0">
              <a:solidFill>
                <a:schemeClr val="accent1"/>
              </a:solidFill>
            </a:endParaRPr>
          </a:p>
        </p:txBody>
      </p:sp>
      <p:sp>
        <p:nvSpPr>
          <p:cNvPr id="77" name="Foliennummernplatzhalter 15">
            <a:extLst>
              <a:ext uri="{FF2B5EF4-FFF2-40B4-BE49-F238E27FC236}">
                <a16:creationId xmlns:a16="http://schemas.microsoft.com/office/drawing/2014/main" id="{D4F5DE8B-69DC-6E8B-7775-E66C3BBF39C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78" name="Textplatzhalter 16">
            <a:extLst>
              <a:ext uri="{FF2B5EF4-FFF2-40B4-BE49-F238E27FC236}">
                <a16:creationId xmlns:a16="http://schemas.microsoft.com/office/drawing/2014/main" id="{ED97C1EA-D450-4E7B-370A-DDCB3A488A7C}"/>
              </a:ext>
            </a:extLst>
          </p:cNvPr>
          <p:cNvSpPr>
            <a:spLocks noGrp="1"/>
          </p:cNvSpPr>
          <p:nvPr userDrawn="1">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2330533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tzung von Schrift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endParaRPr lang="de-DE" dirty="0"/>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62079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6351733" y="1328465"/>
            <a:ext cx="4265467" cy="1724831"/>
          </a:xfrm>
          <a:prstGeom prst="rect">
            <a:avLst/>
          </a:prstGeom>
          <a:noFill/>
        </p:spPr>
        <p:txBody>
          <a:bodyPr wrap="square" rtlCol="0">
            <a:spAutoFit/>
          </a:bodyPr>
          <a:lstStyle/>
          <a:p>
            <a:pPr lvl="0">
              <a:lnSpc>
                <a:spcPct val="150000"/>
              </a:lnSpc>
            </a:pPr>
            <a:r>
              <a:rPr lang="de-DE" sz="1200" dirty="0"/>
              <a:t>Texte sind generell in Dunkelgrau zu setzen. Ausnahme hiervon sind Überschriften, die auf weißen oder hellgrauen Flächen in der Hauptfarbe der betreffenden Markenwelt gesetzt werden. Bei Verwendung auf farbigen oder dunkelgrauen Flächen werden Überschriften und Text in Weiß gesetzt.</a:t>
            </a:r>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4443717"/>
          </a:xfrm>
          <a:prstGeom prst="rect">
            <a:avLst/>
          </a:prstGeom>
          <a:noFill/>
        </p:spPr>
        <p:txBody>
          <a:bodyPr wrap="square" rtlCol="0">
            <a:spAutoFit/>
          </a:bodyPr>
          <a:lstStyle/>
          <a:p>
            <a:pPr lvl="0">
              <a:lnSpc>
                <a:spcPct val="150000"/>
              </a:lnSpc>
            </a:pPr>
            <a:r>
              <a:rPr lang="de-DE" sz="2800" b="1" dirty="0">
                <a:latin typeface="+mj-lt"/>
              </a:rPr>
              <a:t>Quicksand </a:t>
            </a:r>
            <a:r>
              <a:rPr lang="de-DE" sz="2800" b="1" dirty="0" err="1">
                <a:latin typeface="+mj-lt"/>
              </a:rPr>
              <a:t>Bold</a:t>
            </a:r>
            <a:endParaRPr lang="de-DE" sz="2800" b="1" dirty="0">
              <a:latin typeface="+mj-lt"/>
            </a:endParaRPr>
          </a:p>
          <a:p>
            <a:pPr lvl="0">
              <a:lnSpc>
                <a:spcPct val="150000"/>
              </a:lnSpc>
            </a:pPr>
            <a:r>
              <a:rPr lang="de-DE" sz="1200" b="0" dirty="0"/>
              <a:t>Überschriften</a:t>
            </a:r>
          </a:p>
          <a:p>
            <a:pPr lvl="0">
              <a:lnSpc>
                <a:spcPct val="150000"/>
              </a:lnSpc>
            </a:pPr>
            <a:endParaRPr lang="de-DE" sz="1200" b="1" dirty="0"/>
          </a:p>
          <a:p>
            <a:pPr lvl="0">
              <a:lnSpc>
                <a:spcPct val="150000"/>
              </a:lnSpc>
            </a:pPr>
            <a:r>
              <a:rPr lang="de-DE" sz="2400" b="0" dirty="0">
                <a:latin typeface="+mj-lt"/>
              </a:rPr>
              <a:t>Quicksand Regular</a:t>
            </a:r>
          </a:p>
          <a:p>
            <a:pPr marL="0" marR="0" lvl="0" indent="0" algn="l" defTabSz="914400" rtl="0" eaLnBrk="1" fontAlgn="auto" latinLnBrk="0" hangingPunct="1">
              <a:lnSpc>
                <a:spcPct val="150000"/>
              </a:lnSpc>
              <a:spcBef>
                <a:spcPts val="0"/>
              </a:spcBef>
              <a:spcAft>
                <a:spcPts val="0"/>
              </a:spcAft>
              <a:buClrTx/>
              <a:buSzTx/>
              <a:buFontTx/>
              <a:buNone/>
              <a:tabLst/>
              <a:defRPr/>
            </a:pPr>
            <a:r>
              <a:rPr lang="de-DE" sz="1200" b="0" dirty="0"/>
              <a:t>Untergeordnete Überschriften</a:t>
            </a:r>
            <a:endParaRPr lang="de-DE" sz="1200" b="1" dirty="0"/>
          </a:p>
          <a:p>
            <a:pPr lvl="0">
              <a:lnSpc>
                <a:spcPct val="150000"/>
              </a:lnSpc>
            </a:pPr>
            <a:endParaRPr lang="de-DE" sz="1200" b="1" dirty="0"/>
          </a:p>
          <a:p>
            <a:pPr lvl="0">
              <a:lnSpc>
                <a:spcPct val="150000"/>
              </a:lnSpc>
            </a:pPr>
            <a:r>
              <a:rPr lang="de-DE" sz="2000" b="0" dirty="0"/>
              <a:t>Open Sans Regular</a:t>
            </a:r>
          </a:p>
          <a:p>
            <a:pPr lvl="0">
              <a:lnSpc>
                <a:spcPct val="150000"/>
              </a:lnSpc>
            </a:pPr>
            <a:r>
              <a:rPr lang="de-DE" sz="1200" b="0" dirty="0"/>
              <a:t>Fließtext, Bildunterschriften</a:t>
            </a:r>
          </a:p>
          <a:p>
            <a:pPr lvl="0">
              <a:lnSpc>
                <a:spcPct val="150000"/>
              </a:lnSpc>
            </a:pPr>
            <a:endParaRPr lang="de-DE" sz="1200" b="0" dirty="0"/>
          </a:p>
          <a:p>
            <a:pPr lvl="0">
              <a:lnSpc>
                <a:spcPct val="150000"/>
              </a:lnSpc>
            </a:pPr>
            <a:r>
              <a:rPr lang="de-DE" sz="3200" dirty="0" err="1">
                <a:latin typeface="Arsilon" panose="02000505080000020004" pitchFamily="50" charset="0"/>
              </a:rPr>
              <a:t>Arsilon</a:t>
            </a:r>
            <a:r>
              <a:rPr lang="de-DE" sz="3200" dirty="0">
                <a:latin typeface="Arsilon" panose="02000505080000020004" pitchFamily="50" charset="0"/>
              </a:rPr>
              <a:t> Regular</a:t>
            </a:r>
          </a:p>
          <a:p>
            <a:pPr marL="0" marR="0" lvl="0" indent="0" algn="l" defTabSz="914400" rtl="0" eaLnBrk="1" fontAlgn="auto" latinLnBrk="0" hangingPunct="1">
              <a:lnSpc>
                <a:spcPct val="150000"/>
              </a:lnSpc>
              <a:spcBef>
                <a:spcPts val="0"/>
              </a:spcBef>
              <a:spcAft>
                <a:spcPts val="0"/>
              </a:spcAft>
              <a:buClrTx/>
              <a:buSzTx/>
              <a:buFontTx/>
              <a:buNone/>
              <a:tabLst/>
              <a:defRPr/>
            </a:pPr>
            <a:r>
              <a:rPr lang="de-DE" sz="1400" b="0" dirty="0"/>
              <a:t>Claims, Slogans, Zitate</a:t>
            </a:r>
          </a:p>
        </p:txBody>
      </p:sp>
      <p:sp>
        <p:nvSpPr>
          <p:cNvPr id="13" name="Textfeld 12">
            <a:extLst>
              <a:ext uri="{FF2B5EF4-FFF2-40B4-BE49-F238E27FC236}">
                <a16:creationId xmlns:a16="http://schemas.microsoft.com/office/drawing/2014/main" id="{892CC482-4831-7827-32CB-1FB2BB9B45E8}"/>
              </a:ext>
            </a:extLst>
          </p:cNvPr>
          <p:cNvSpPr txBox="1"/>
          <p:nvPr userDrawn="1"/>
        </p:nvSpPr>
        <p:spPr>
          <a:xfrm>
            <a:off x="6351733" y="3524543"/>
            <a:ext cx="4759612" cy="779150"/>
          </a:xfrm>
          <a:prstGeom prst="roundRect">
            <a:avLst/>
          </a:prstGeom>
          <a:solidFill>
            <a:schemeClr val="accent1"/>
          </a:solidFill>
        </p:spPr>
        <p:txBody>
          <a:bodyPr wrap="square" rtlCol="0">
            <a:spAutoFit/>
          </a:bodyPr>
          <a:lstStyle/>
          <a:p>
            <a:pPr lvl="0">
              <a:lnSpc>
                <a:spcPct val="150000"/>
              </a:lnSpc>
            </a:pPr>
            <a:r>
              <a:rPr lang="de-DE" sz="1400" dirty="0">
                <a:solidFill>
                  <a:schemeClr val="bg1"/>
                </a:solidFill>
              </a:rPr>
              <a:t>Bitte möglichst keine anderen als diese Schriften verwenden.</a:t>
            </a:r>
          </a:p>
        </p:txBody>
      </p:sp>
      <p:sp>
        <p:nvSpPr>
          <p:cNvPr id="17" name="Titelplatzhalter 1">
            <a:extLst>
              <a:ext uri="{FF2B5EF4-FFF2-40B4-BE49-F238E27FC236}">
                <a16:creationId xmlns:a16="http://schemas.microsoft.com/office/drawing/2014/main" id="{BA262C86-FC38-77AF-A316-036499B03951}"/>
              </a:ext>
            </a:extLst>
          </p:cNvPr>
          <p:cNvSpPr txBox="1">
            <a:spLocks/>
          </p:cNvSpPr>
          <p:nvPr userDrawn="1"/>
        </p:nvSpPr>
        <p:spPr>
          <a:xfrm>
            <a:off x="1371439"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Schriftnutzung</a:t>
            </a:r>
          </a:p>
        </p:txBody>
      </p:sp>
      <p:sp>
        <p:nvSpPr>
          <p:cNvPr id="7" name="Rechteck: eine Ecke abgerundet 6">
            <a:extLst>
              <a:ext uri="{FF2B5EF4-FFF2-40B4-BE49-F238E27FC236}">
                <a16:creationId xmlns:a16="http://schemas.microsoft.com/office/drawing/2014/main" id="{979BB6DD-FC48-29E9-17C6-5A6CA05008F5}"/>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9" name="Foliennummernplatzhalter 15">
            <a:extLst>
              <a:ext uri="{FF2B5EF4-FFF2-40B4-BE49-F238E27FC236}">
                <a16:creationId xmlns:a16="http://schemas.microsoft.com/office/drawing/2014/main" id="{4EBF5F09-A9D4-281B-2838-FE08210DE19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4</a:t>
            </a:r>
            <a:endParaRPr lang="de-DE" sz="1100" b="1" dirty="0">
              <a:solidFill>
                <a:schemeClr val="accent1"/>
              </a:solidFill>
            </a:endParaRPr>
          </a:p>
        </p:txBody>
      </p:sp>
      <p:sp>
        <p:nvSpPr>
          <p:cNvPr id="10" name="Foliennummernplatzhalter 15">
            <a:extLst>
              <a:ext uri="{FF2B5EF4-FFF2-40B4-BE49-F238E27FC236}">
                <a16:creationId xmlns:a16="http://schemas.microsoft.com/office/drawing/2014/main" id="{422D5DFB-2497-7FEA-29AF-B5C2C3AB7766}"/>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11" name="Textplatzhalter 16">
            <a:extLst>
              <a:ext uri="{FF2B5EF4-FFF2-40B4-BE49-F238E27FC236}">
                <a16:creationId xmlns:a16="http://schemas.microsoft.com/office/drawing/2014/main" id="{9606D7F6-5EE3-E022-8E4C-78EBE213E64F}"/>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3988035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le-Folien-find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4" name="Titelplatzhalter 1">
            <a:extLst>
              <a:ext uri="{FF2B5EF4-FFF2-40B4-BE49-F238E27FC236}">
                <a16:creationId xmlns:a16="http://schemas.microsoft.com/office/drawing/2014/main" id="{EE6DD08D-A0AD-8AF8-B65D-3311A7B6A7FA}"/>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Wo alle Folien zu finden sind:</a:t>
            </a:r>
          </a:p>
        </p:txBody>
      </p:sp>
      <p:pic>
        <p:nvPicPr>
          <p:cNvPr id="10" name="Grafik 9" descr="Ein Bild, das Text, Computer, Software, Screenshot enthält.&#10;&#10;KI-generierte Inhalte können fehlerhaft sein.">
            <a:extLst>
              <a:ext uri="{FF2B5EF4-FFF2-40B4-BE49-F238E27FC236}">
                <a16:creationId xmlns:a16="http://schemas.microsoft.com/office/drawing/2014/main" id="{AE211AD4-C787-12EC-28B4-C4F9E3C9FD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82300" y="1565599"/>
            <a:ext cx="5427400" cy="4432850"/>
          </a:xfrm>
          <a:prstGeom prst="rect">
            <a:avLst/>
          </a:prstGeom>
          <a:effectLst>
            <a:outerShdw blurRad="50800" dist="38100" dir="2700000" algn="tl" rotWithShape="0">
              <a:prstClr val="black">
                <a:alpha val="40000"/>
              </a:prstClr>
            </a:outerShdw>
          </a:effectLst>
        </p:spPr>
      </p:pic>
      <p:sp>
        <p:nvSpPr>
          <p:cNvPr id="15" name="Rechteck: abgerundete Ecken 14">
            <a:extLst>
              <a:ext uri="{FF2B5EF4-FFF2-40B4-BE49-F238E27FC236}">
                <a16:creationId xmlns:a16="http://schemas.microsoft.com/office/drawing/2014/main" id="{9C3237B4-3CDC-72E2-C3CA-3F8C36B4B0DF}"/>
              </a:ext>
            </a:extLst>
          </p:cNvPr>
          <p:cNvSpPr/>
          <p:nvPr userDrawn="1"/>
        </p:nvSpPr>
        <p:spPr>
          <a:xfrm>
            <a:off x="4856085" y="1704513"/>
            <a:ext cx="390618" cy="230819"/>
          </a:xfrm>
          <a:prstGeom prst="round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abgerundete Ecken 15">
            <a:extLst>
              <a:ext uri="{FF2B5EF4-FFF2-40B4-BE49-F238E27FC236}">
                <a16:creationId xmlns:a16="http://schemas.microsoft.com/office/drawing/2014/main" id="{BB76AB57-40A5-89A0-6960-6927AB648F90}"/>
              </a:ext>
            </a:extLst>
          </p:cNvPr>
          <p:cNvSpPr/>
          <p:nvPr userDrawn="1"/>
        </p:nvSpPr>
        <p:spPr>
          <a:xfrm>
            <a:off x="4065972" y="1704513"/>
            <a:ext cx="390618" cy="495732"/>
          </a:xfrm>
          <a:prstGeom prst="round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9" name="Gerader Verbinder 18">
            <a:extLst>
              <a:ext uri="{FF2B5EF4-FFF2-40B4-BE49-F238E27FC236}">
                <a16:creationId xmlns:a16="http://schemas.microsoft.com/office/drawing/2014/main" id="{7E57B415-0A4C-B155-0FD0-1992BFA84F93}"/>
              </a:ext>
            </a:extLst>
          </p:cNvPr>
          <p:cNvCxnSpPr>
            <a:stCxn id="16" idx="1"/>
          </p:cNvCxnSpPr>
          <p:nvPr userDrawn="1"/>
        </p:nvCxnSpPr>
        <p:spPr>
          <a:xfrm flipH="1">
            <a:off x="2379216" y="1952379"/>
            <a:ext cx="1686756"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0" name="Gerader Verbinder 19">
            <a:extLst>
              <a:ext uri="{FF2B5EF4-FFF2-40B4-BE49-F238E27FC236}">
                <a16:creationId xmlns:a16="http://schemas.microsoft.com/office/drawing/2014/main" id="{C37A25EF-E93D-6B85-F072-8D2C570EB1CA}"/>
              </a:ext>
            </a:extLst>
          </p:cNvPr>
          <p:cNvCxnSpPr>
            <a:cxnSpLocks/>
          </p:cNvCxnSpPr>
          <p:nvPr userDrawn="1"/>
        </p:nvCxnSpPr>
        <p:spPr>
          <a:xfrm flipH="1">
            <a:off x="2379216" y="1819922"/>
            <a:ext cx="247686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Gerader Verbinder 22">
            <a:extLst>
              <a:ext uri="{FF2B5EF4-FFF2-40B4-BE49-F238E27FC236}">
                <a16:creationId xmlns:a16="http://schemas.microsoft.com/office/drawing/2014/main" id="{96908B00-72E9-AEE7-A34F-1C74261BA9E2}"/>
              </a:ext>
            </a:extLst>
          </p:cNvPr>
          <p:cNvCxnSpPr/>
          <p:nvPr userDrawn="1"/>
        </p:nvCxnSpPr>
        <p:spPr>
          <a:xfrm flipV="1">
            <a:off x="2379216" y="1207698"/>
            <a:ext cx="0" cy="744681"/>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3" name="Rechteck: eine Ecke abgerundet 2">
            <a:extLst>
              <a:ext uri="{FF2B5EF4-FFF2-40B4-BE49-F238E27FC236}">
                <a16:creationId xmlns:a16="http://schemas.microsoft.com/office/drawing/2014/main" id="{927628D3-185F-C533-32D0-2A35D59A540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A6CD1A92-7493-103E-87DC-406CDFBBE82F}"/>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5</a:t>
            </a:r>
            <a:endParaRPr lang="de-DE" sz="1100" b="1" dirty="0">
              <a:solidFill>
                <a:schemeClr val="accent1"/>
              </a:solidFill>
            </a:endParaRPr>
          </a:p>
        </p:txBody>
      </p:sp>
      <p:sp>
        <p:nvSpPr>
          <p:cNvPr id="9" name="Foliennummernplatzhalter 15">
            <a:extLst>
              <a:ext uri="{FF2B5EF4-FFF2-40B4-BE49-F238E27FC236}">
                <a16:creationId xmlns:a16="http://schemas.microsoft.com/office/drawing/2014/main" id="{9E24804B-CF36-AD17-8F9A-5BD61244F638}"/>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12" name="Textplatzhalter 16">
            <a:extLst>
              <a:ext uri="{FF2B5EF4-FFF2-40B4-BE49-F238E27FC236}">
                <a16:creationId xmlns:a16="http://schemas.microsoft.com/office/drawing/2014/main" id="{86299754-A420-2E30-AA3E-5C4650944DB5}"/>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3458257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mplate-richtig-speicher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4" name="Titelplatzhalter 1">
            <a:extLst>
              <a:ext uri="{FF2B5EF4-FFF2-40B4-BE49-F238E27FC236}">
                <a16:creationId xmlns:a16="http://schemas.microsoft.com/office/drawing/2014/main" id="{EE6DD08D-A0AD-8AF8-B65D-3311A7B6A7FA}"/>
              </a:ext>
            </a:extLst>
          </p:cNvPr>
          <p:cNvSpPr txBox="1">
            <a:spLocks/>
          </p:cNvSpPr>
          <p:nvPr userDrawn="1"/>
        </p:nvSpPr>
        <p:spPr>
          <a:xfrm>
            <a:off x="1416906" y="918307"/>
            <a:ext cx="10081895"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Eine .</a:t>
            </a:r>
            <a:r>
              <a:rPr lang="de-DE" dirty="0" err="1"/>
              <a:t>potx</a:t>
            </a:r>
            <a:r>
              <a:rPr lang="de-DE" dirty="0"/>
              <a:t>-Datei richtig speichern, sodass sie in </a:t>
            </a:r>
            <a:r>
              <a:rPr lang="de-DE" dirty="0" err="1"/>
              <a:t>Powerpoint</a:t>
            </a:r>
            <a:r>
              <a:rPr lang="de-DE" dirty="0"/>
              <a:t> unter Vorlagen zu finden ist:</a:t>
            </a:r>
          </a:p>
        </p:txBody>
      </p:sp>
      <p:sp>
        <p:nvSpPr>
          <p:cNvPr id="12" name="Titelplatzhalter 1">
            <a:extLst>
              <a:ext uri="{FF2B5EF4-FFF2-40B4-BE49-F238E27FC236}">
                <a16:creationId xmlns:a16="http://schemas.microsoft.com/office/drawing/2014/main" id="{EFD493BB-520B-9C3B-ED54-736FB26AE9CA}"/>
              </a:ext>
            </a:extLst>
          </p:cNvPr>
          <p:cNvSpPr txBox="1">
            <a:spLocks/>
          </p:cNvSpPr>
          <p:nvPr userDrawn="1"/>
        </p:nvSpPr>
        <p:spPr>
          <a:xfrm>
            <a:off x="1416907" y="1630087"/>
            <a:ext cx="3430302"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dirty="0"/>
              <a:t>1.  Windowstaste + R </a:t>
            </a:r>
            <a:r>
              <a:rPr lang="de-DE" sz="1200" dirty="0">
                <a:sym typeface="Wingdings" panose="05000000000000000000" pitchFamily="2" charset="2"/>
              </a:rPr>
              <a:t> %</a:t>
            </a:r>
            <a:r>
              <a:rPr lang="de-DE" sz="1200" dirty="0" err="1">
                <a:sym typeface="Wingdings" panose="05000000000000000000" pitchFamily="2" charset="2"/>
              </a:rPr>
              <a:t>appdata</a:t>
            </a:r>
            <a:r>
              <a:rPr lang="de-DE" sz="1200" dirty="0">
                <a:sym typeface="Wingdings" panose="05000000000000000000" pitchFamily="2" charset="2"/>
              </a:rPr>
              <a:t>% eingeben</a:t>
            </a:r>
            <a:endParaRPr lang="de-DE" sz="1200" dirty="0"/>
          </a:p>
        </p:txBody>
      </p:sp>
      <p:grpSp>
        <p:nvGrpSpPr>
          <p:cNvPr id="26" name="Gruppieren 25">
            <a:extLst>
              <a:ext uri="{FF2B5EF4-FFF2-40B4-BE49-F238E27FC236}">
                <a16:creationId xmlns:a16="http://schemas.microsoft.com/office/drawing/2014/main" id="{7862EA2E-B1AC-10A1-DDC1-D8431D6C2A07}"/>
              </a:ext>
            </a:extLst>
          </p:cNvPr>
          <p:cNvGrpSpPr/>
          <p:nvPr userDrawn="1"/>
        </p:nvGrpSpPr>
        <p:grpSpPr>
          <a:xfrm>
            <a:off x="5053413" y="1691343"/>
            <a:ext cx="1616033" cy="492921"/>
            <a:chOff x="4938003" y="2924206"/>
            <a:chExt cx="1616033" cy="492921"/>
          </a:xfrm>
        </p:grpSpPr>
        <p:sp>
          <p:nvSpPr>
            <p:cNvPr id="14" name="Rechteck: abgerundete Ecken 13">
              <a:extLst>
                <a:ext uri="{FF2B5EF4-FFF2-40B4-BE49-F238E27FC236}">
                  <a16:creationId xmlns:a16="http://schemas.microsoft.com/office/drawing/2014/main" id="{AC862D99-FB20-CBFB-2746-706E35EA2F11}"/>
                </a:ext>
              </a:extLst>
            </p:cNvPr>
            <p:cNvSpPr/>
            <p:nvPr userDrawn="1"/>
          </p:nvSpPr>
          <p:spPr>
            <a:xfrm>
              <a:off x="4938003" y="2924206"/>
              <a:ext cx="917978" cy="49292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t>Windows</a:t>
              </a:r>
              <a:endParaRPr lang="de-DE" dirty="0"/>
            </a:p>
          </p:txBody>
        </p:sp>
        <p:sp>
          <p:nvSpPr>
            <p:cNvPr id="17" name="Rechteck: abgerundete Ecken 16">
              <a:extLst>
                <a:ext uri="{FF2B5EF4-FFF2-40B4-BE49-F238E27FC236}">
                  <a16:creationId xmlns:a16="http://schemas.microsoft.com/office/drawing/2014/main" id="{3DC50E65-CF1B-8D83-DB89-3B1F01F70C73}"/>
                </a:ext>
              </a:extLst>
            </p:cNvPr>
            <p:cNvSpPr/>
            <p:nvPr userDrawn="1"/>
          </p:nvSpPr>
          <p:spPr>
            <a:xfrm>
              <a:off x="6131234" y="2924206"/>
              <a:ext cx="422802" cy="49292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t>R</a:t>
              </a:r>
              <a:endParaRPr lang="de-DE" dirty="0"/>
            </a:p>
          </p:txBody>
        </p:sp>
        <p:grpSp>
          <p:nvGrpSpPr>
            <p:cNvPr id="25" name="Gruppieren 24">
              <a:extLst>
                <a:ext uri="{FF2B5EF4-FFF2-40B4-BE49-F238E27FC236}">
                  <a16:creationId xmlns:a16="http://schemas.microsoft.com/office/drawing/2014/main" id="{23D5938D-36FA-68BA-5610-A28CD82B2F4D}"/>
                </a:ext>
              </a:extLst>
            </p:cNvPr>
            <p:cNvGrpSpPr/>
            <p:nvPr userDrawn="1"/>
          </p:nvGrpSpPr>
          <p:grpSpPr>
            <a:xfrm>
              <a:off x="5929079" y="3098006"/>
              <a:ext cx="129057" cy="136351"/>
              <a:chOff x="5929079" y="2452432"/>
              <a:chExt cx="129057" cy="136351"/>
            </a:xfrm>
          </p:grpSpPr>
          <p:cxnSp>
            <p:nvCxnSpPr>
              <p:cNvPr id="21" name="Gerader Verbinder 20">
                <a:extLst>
                  <a:ext uri="{FF2B5EF4-FFF2-40B4-BE49-F238E27FC236}">
                    <a16:creationId xmlns:a16="http://schemas.microsoft.com/office/drawing/2014/main" id="{C792C0C0-D6F9-9645-0D3E-E353D318C065}"/>
                  </a:ext>
                </a:extLst>
              </p:cNvPr>
              <p:cNvCxnSpPr>
                <a:cxnSpLocks/>
              </p:cNvCxnSpPr>
              <p:nvPr userDrawn="1"/>
            </p:nvCxnSpPr>
            <p:spPr>
              <a:xfrm>
                <a:off x="5993608" y="2452432"/>
                <a:ext cx="0" cy="136351"/>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Gerader Verbinder 21">
                <a:extLst>
                  <a:ext uri="{FF2B5EF4-FFF2-40B4-BE49-F238E27FC236}">
                    <a16:creationId xmlns:a16="http://schemas.microsoft.com/office/drawing/2014/main" id="{6E9F9BBB-088B-CAB4-31CA-90B4AF16E00B}"/>
                  </a:ext>
                </a:extLst>
              </p:cNvPr>
              <p:cNvCxnSpPr>
                <a:cxnSpLocks/>
              </p:cNvCxnSpPr>
              <p:nvPr userDrawn="1"/>
            </p:nvCxnSpPr>
            <p:spPr>
              <a:xfrm>
                <a:off x="5929079" y="2516617"/>
                <a:ext cx="129057" cy="0"/>
              </a:xfrm>
              <a:prstGeom prst="line">
                <a:avLst/>
              </a:prstGeom>
            </p:spPr>
            <p:style>
              <a:lnRef idx="2">
                <a:schemeClr val="accent1"/>
              </a:lnRef>
              <a:fillRef idx="0">
                <a:schemeClr val="accent1"/>
              </a:fillRef>
              <a:effectRef idx="1">
                <a:schemeClr val="accent1"/>
              </a:effectRef>
              <a:fontRef idx="minor">
                <a:schemeClr val="tx1"/>
              </a:fontRef>
            </p:style>
          </p:cxnSp>
        </p:grpSp>
      </p:grpSp>
      <p:pic>
        <p:nvPicPr>
          <p:cNvPr id="32" name="Grafik 31" descr="Ein Bild, das Text, Screenshot, Software, Betriebssystem enthält.&#10;&#10;KI-generierte Inhalte können fehlerhaft sein.">
            <a:extLst>
              <a:ext uri="{FF2B5EF4-FFF2-40B4-BE49-F238E27FC236}">
                <a16:creationId xmlns:a16="http://schemas.microsoft.com/office/drawing/2014/main" id="{06DC4217-D445-BC20-5A90-639D3CD52D8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76525" y="1368664"/>
            <a:ext cx="2267116" cy="1431336"/>
          </a:xfrm>
          <a:prstGeom prst="rect">
            <a:avLst/>
          </a:prstGeom>
          <a:effectLst>
            <a:outerShdw blurRad="50800" dist="38100" dir="2700000" algn="tl" rotWithShape="0">
              <a:prstClr val="black">
                <a:alpha val="40000"/>
              </a:prstClr>
            </a:outerShdw>
          </a:effectLst>
        </p:spPr>
      </p:pic>
      <p:pic>
        <p:nvPicPr>
          <p:cNvPr id="34" name="Grafik 33" descr="Ein Bild, das Text, Screenshot, Software, Multimedia-Software enthält.&#10;&#10;KI-generierte Inhalte können fehlerhaft sein.">
            <a:extLst>
              <a:ext uri="{FF2B5EF4-FFF2-40B4-BE49-F238E27FC236}">
                <a16:creationId xmlns:a16="http://schemas.microsoft.com/office/drawing/2014/main" id="{98C781B0-3325-2AA4-513D-74C0997F9481}"/>
              </a:ext>
            </a:extLst>
          </p:cNvPr>
          <p:cNvPicPr>
            <a:picLocks noChangeAspect="1"/>
          </p:cNvPicPr>
          <p:nvPr userDrawn="1"/>
        </p:nvPicPr>
        <p:blipFill>
          <a:blip r:embed="rId4">
            <a:extLst>
              <a:ext uri="{28A0092B-C50C-407E-A947-70E740481C1C}">
                <a14:useLocalDpi xmlns:a14="http://schemas.microsoft.com/office/drawing/2010/main" val="0"/>
              </a:ext>
            </a:extLst>
          </a:blip>
          <a:srcRect r="21329"/>
          <a:stretch/>
        </p:blipFill>
        <p:spPr>
          <a:xfrm>
            <a:off x="1416906" y="3038537"/>
            <a:ext cx="2819139" cy="1927879"/>
          </a:xfrm>
          <a:prstGeom prst="rect">
            <a:avLst/>
          </a:prstGeom>
          <a:effectLst>
            <a:outerShdw blurRad="50800" dist="38100" dir="2700000" algn="tl" rotWithShape="0">
              <a:prstClr val="black">
                <a:alpha val="40000"/>
              </a:prstClr>
            </a:outerShdw>
          </a:effectLst>
        </p:spPr>
      </p:pic>
      <p:pic>
        <p:nvPicPr>
          <p:cNvPr id="38" name="Grafik 37" descr="Ein Bild, das Text, Screenshot, Software, Multimedia-Software enthält.&#10;&#10;KI-generierte Inhalte können fehlerhaft sein.">
            <a:extLst>
              <a:ext uri="{FF2B5EF4-FFF2-40B4-BE49-F238E27FC236}">
                <a16:creationId xmlns:a16="http://schemas.microsoft.com/office/drawing/2014/main" id="{719BFE0B-CF6A-723E-DE3B-53A505FB1C6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718223" y="3038536"/>
            <a:ext cx="3657828" cy="1512425"/>
          </a:xfrm>
          <a:prstGeom prst="rect">
            <a:avLst/>
          </a:prstGeom>
          <a:effectLst>
            <a:outerShdw blurRad="50800" dist="38100" dir="2700000" algn="tl" rotWithShape="0">
              <a:prstClr val="black">
                <a:alpha val="40000"/>
              </a:prstClr>
            </a:outerShdw>
          </a:effectLst>
        </p:spPr>
      </p:pic>
      <p:sp>
        <p:nvSpPr>
          <p:cNvPr id="39" name="Titelplatzhalter 1">
            <a:extLst>
              <a:ext uri="{FF2B5EF4-FFF2-40B4-BE49-F238E27FC236}">
                <a16:creationId xmlns:a16="http://schemas.microsoft.com/office/drawing/2014/main" id="{EC0127E4-FCDD-3B6B-E282-174A73A49B3B}"/>
              </a:ext>
            </a:extLst>
          </p:cNvPr>
          <p:cNvSpPr txBox="1">
            <a:spLocks/>
          </p:cNvSpPr>
          <p:nvPr userDrawn="1"/>
        </p:nvSpPr>
        <p:spPr>
          <a:xfrm>
            <a:off x="1416906" y="2498987"/>
            <a:ext cx="10081895"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dirty="0"/>
              <a:t>2.  Roaming </a:t>
            </a:r>
            <a:r>
              <a:rPr lang="de-DE" sz="1200" dirty="0">
                <a:sym typeface="Wingdings" panose="05000000000000000000" pitchFamily="2" charset="2"/>
              </a:rPr>
              <a:t> Microsoft  Templates  </a:t>
            </a:r>
            <a:r>
              <a:rPr lang="de-DE" sz="1200" dirty="0" err="1">
                <a:sym typeface="Wingdings" panose="05000000000000000000" pitchFamily="2" charset="2"/>
              </a:rPr>
              <a:t>Document</a:t>
            </a:r>
            <a:r>
              <a:rPr lang="de-DE" sz="1200" dirty="0">
                <a:sym typeface="Wingdings" panose="05000000000000000000" pitchFamily="2" charset="2"/>
              </a:rPr>
              <a:t> </a:t>
            </a:r>
            <a:r>
              <a:rPr lang="de-DE" sz="1200" dirty="0" err="1">
                <a:sym typeface="Wingdings" panose="05000000000000000000" pitchFamily="2" charset="2"/>
              </a:rPr>
              <a:t>Themes</a:t>
            </a:r>
            <a:endParaRPr lang="de-DE" sz="1200" dirty="0"/>
          </a:p>
        </p:txBody>
      </p:sp>
      <p:sp>
        <p:nvSpPr>
          <p:cNvPr id="40" name="Titelplatzhalter 1">
            <a:extLst>
              <a:ext uri="{FF2B5EF4-FFF2-40B4-BE49-F238E27FC236}">
                <a16:creationId xmlns:a16="http://schemas.microsoft.com/office/drawing/2014/main" id="{C7A56576-5CF8-8B38-63AB-1C488A92BB2E}"/>
              </a:ext>
            </a:extLst>
          </p:cNvPr>
          <p:cNvSpPr txBox="1">
            <a:spLocks/>
          </p:cNvSpPr>
          <p:nvPr userDrawn="1"/>
        </p:nvSpPr>
        <p:spPr>
          <a:xfrm>
            <a:off x="1416906" y="5220121"/>
            <a:ext cx="10081895"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dirty="0"/>
              <a:t>3.  In den Ordner </a:t>
            </a:r>
            <a:r>
              <a:rPr lang="de-DE" sz="1200" dirty="0" err="1"/>
              <a:t>Document</a:t>
            </a:r>
            <a:r>
              <a:rPr lang="de-DE" sz="1200" dirty="0"/>
              <a:t> </a:t>
            </a:r>
            <a:r>
              <a:rPr lang="de-DE" sz="1200" dirty="0" err="1"/>
              <a:t>Themes</a:t>
            </a:r>
            <a:r>
              <a:rPr lang="de-DE" sz="1200" dirty="0"/>
              <a:t> diese Datei (opseo-offizielle-Präsentationsvorlage-Stand-2025.potx) ablegen</a:t>
            </a:r>
          </a:p>
        </p:txBody>
      </p:sp>
      <p:grpSp>
        <p:nvGrpSpPr>
          <p:cNvPr id="43" name="Gruppieren 42">
            <a:extLst>
              <a:ext uri="{FF2B5EF4-FFF2-40B4-BE49-F238E27FC236}">
                <a16:creationId xmlns:a16="http://schemas.microsoft.com/office/drawing/2014/main" id="{F9496066-AEED-051C-BF78-E1EDC26360D2}"/>
              </a:ext>
            </a:extLst>
          </p:cNvPr>
          <p:cNvGrpSpPr/>
          <p:nvPr userDrawn="1"/>
        </p:nvGrpSpPr>
        <p:grpSpPr>
          <a:xfrm>
            <a:off x="4347309" y="3038537"/>
            <a:ext cx="3248164" cy="1817407"/>
            <a:chOff x="6179650" y="3515446"/>
            <a:chExt cx="2903360" cy="1347982"/>
          </a:xfrm>
          <a:effectLst>
            <a:outerShdw blurRad="50800" dist="38100" dir="2700000" algn="tl" rotWithShape="0">
              <a:prstClr val="black">
                <a:alpha val="40000"/>
              </a:prstClr>
            </a:outerShdw>
          </a:effectLst>
        </p:grpSpPr>
        <p:pic>
          <p:nvPicPr>
            <p:cNvPr id="36" name="Grafik 35" descr="Ein Bild, das Text, Screenshot, Software, Multimedia-Software enthält.&#10;&#10;KI-generierte Inhalte können fehlerhaft sein.">
              <a:extLst>
                <a:ext uri="{FF2B5EF4-FFF2-40B4-BE49-F238E27FC236}">
                  <a16:creationId xmlns:a16="http://schemas.microsoft.com/office/drawing/2014/main" id="{D08E1906-99BA-DC86-3744-2CEBD2B36DD3}"/>
                </a:ext>
              </a:extLst>
            </p:cNvPr>
            <p:cNvPicPr>
              <a:picLocks noChangeAspect="1"/>
            </p:cNvPicPr>
            <p:nvPr userDrawn="1"/>
          </p:nvPicPr>
          <p:blipFill>
            <a:blip r:embed="rId6">
              <a:extLst>
                <a:ext uri="{28A0092B-C50C-407E-A947-70E740481C1C}">
                  <a14:useLocalDpi xmlns:a14="http://schemas.microsoft.com/office/drawing/2010/main" val="0"/>
                </a:ext>
              </a:extLst>
            </a:blip>
            <a:srcRect b="83334"/>
            <a:stretch/>
          </p:blipFill>
          <p:spPr>
            <a:xfrm>
              <a:off x="6179650" y="3515446"/>
              <a:ext cx="2903360" cy="540454"/>
            </a:xfrm>
            <a:prstGeom prst="rect">
              <a:avLst/>
            </a:prstGeom>
          </p:spPr>
        </p:pic>
        <p:pic>
          <p:nvPicPr>
            <p:cNvPr id="42" name="Grafik 41" descr="Ein Bild, das Text, Screenshot, Software, Multimedia-Software enthält.&#10;&#10;KI-generierte Inhalte können fehlerhaft sein.">
              <a:extLst>
                <a:ext uri="{FF2B5EF4-FFF2-40B4-BE49-F238E27FC236}">
                  <a16:creationId xmlns:a16="http://schemas.microsoft.com/office/drawing/2014/main" id="{EEA5F7C7-40DC-8435-C2C6-3649EE3C9E5B}"/>
                </a:ext>
              </a:extLst>
            </p:cNvPr>
            <p:cNvPicPr>
              <a:picLocks noChangeAspect="1"/>
            </p:cNvPicPr>
            <p:nvPr userDrawn="1"/>
          </p:nvPicPr>
          <p:blipFill>
            <a:blip r:embed="rId6">
              <a:extLst>
                <a:ext uri="{28A0092B-C50C-407E-A947-70E740481C1C}">
                  <a14:useLocalDpi xmlns:a14="http://schemas.microsoft.com/office/drawing/2010/main" val="0"/>
                </a:ext>
              </a:extLst>
            </a:blip>
            <a:srcRect t="75728"/>
            <a:stretch/>
          </p:blipFill>
          <p:spPr>
            <a:xfrm>
              <a:off x="6179650" y="4076333"/>
              <a:ext cx="2903360" cy="787095"/>
            </a:xfrm>
            <a:prstGeom prst="rect">
              <a:avLst/>
            </a:prstGeom>
          </p:spPr>
        </p:pic>
      </p:grpSp>
      <p:sp>
        <p:nvSpPr>
          <p:cNvPr id="3" name="Rechteck: eine Ecke abgerundet 2">
            <a:extLst>
              <a:ext uri="{FF2B5EF4-FFF2-40B4-BE49-F238E27FC236}">
                <a16:creationId xmlns:a16="http://schemas.microsoft.com/office/drawing/2014/main" id="{C5A08582-2447-0F98-7C69-5FE3B04886E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5AB6C868-E463-FC6F-D5CE-E192C51E0209}"/>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6</a:t>
            </a:r>
            <a:endParaRPr lang="de-DE" sz="1100" b="1" dirty="0">
              <a:solidFill>
                <a:schemeClr val="accent1"/>
              </a:solidFill>
            </a:endParaRPr>
          </a:p>
        </p:txBody>
      </p:sp>
      <p:sp>
        <p:nvSpPr>
          <p:cNvPr id="10" name="Foliennummernplatzhalter 15">
            <a:extLst>
              <a:ext uri="{FF2B5EF4-FFF2-40B4-BE49-F238E27FC236}">
                <a16:creationId xmlns:a16="http://schemas.microsoft.com/office/drawing/2014/main" id="{68B64F50-8F23-C7C7-ABF2-E5C86913D89B}"/>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15" name="Textplatzhalter 16">
            <a:extLst>
              <a:ext uri="{FF2B5EF4-FFF2-40B4-BE49-F238E27FC236}">
                <a16:creationId xmlns:a16="http://schemas.microsoft.com/office/drawing/2014/main" id="{2DF0AE2D-B8E0-84C5-C7DA-703AD02A4049}"/>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436674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Trenner-1">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69" y="3429000"/>
            <a:ext cx="10772405" cy="1083682"/>
          </a:xfrm>
        </p:spPr>
        <p:txBody>
          <a:bodyPr anchor="t">
            <a:normAutofit/>
          </a:bodyPr>
          <a:lstStyle>
            <a:lvl1pPr>
              <a:defRPr sz="48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dirty="0"/>
              <a:t>[Präsentationstitel]</a:t>
            </a:r>
          </a:p>
        </p:txBody>
      </p:sp>
      <p:pic>
        <p:nvPicPr>
          <p:cNvPr id="3" name="Grafik 2" descr="Ein Bild, das Grafiken, Schrift, Text, Grafikdesign enthält.&#10;&#10;Automatisch generierte Beschreibung">
            <a:extLst>
              <a:ext uri="{FF2B5EF4-FFF2-40B4-BE49-F238E27FC236}">
                <a16:creationId xmlns:a16="http://schemas.microsoft.com/office/drawing/2014/main" id="{46E792D2-B48A-ABEF-C68C-5BC6B79E3F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72997" y="541841"/>
            <a:ext cx="2476146" cy="1083682"/>
          </a:xfrm>
          <a:prstGeom prst="rect">
            <a:avLst/>
          </a:prstGeom>
        </p:spPr>
      </p:pic>
      <p:sp>
        <p:nvSpPr>
          <p:cNvPr id="12" name="Rechteck 11">
            <a:extLst>
              <a:ext uri="{FF2B5EF4-FFF2-40B4-BE49-F238E27FC236}">
                <a16:creationId xmlns:a16="http://schemas.microsoft.com/office/drawing/2014/main" id="{E5F5F3FE-9598-186F-D209-DCB34D453602}"/>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Textplatzhalter 2">
            <a:extLst>
              <a:ext uri="{FF2B5EF4-FFF2-40B4-BE49-F238E27FC236}">
                <a16:creationId xmlns:a16="http://schemas.microsoft.com/office/drawing/2014/main" id="{0792ED73-511E-74E1-B11C-ABF6CD21B838}"/>
              </a:ext>
            </a:extLst>
          </p:cNvPr>
          <p:cNvSpPr>
            <a:spLocks noGrp="1"/>
          </p:cNvSpPr>
          <p:nvPr>
            <p:ph idx="1" hasCustomPrompt="1"/>
          </p:nvPr>
        </p:nvSpPr>
        <p:spPr>
          <a:xfrm>
            <a:off x="648969" y="5805577"/>
            <a:ext cx="10772405" cy="1052423"/>
          </a:xfrm>
          <a:prstGeom prst="rect">
            <a:avLst/>
          </a:prstGeom>
        </p:spPr>
        <p:txBody>
          <a:bodyPr vert="horz" lIns="91440" tIns="45720" rIns="91440" bIns="45720" rtlCol="0">
            <a:normAutofit/>
          </a:bodyPr>
          <a:lstStyle>
            <a:lvl1pPr marL="0" indent="0">
              <a:buNone/>
              <a:defRPr sz="1800">
                <a:latin typeface="+mj-lt"/>
              </a:defRPr>
            </a:lvl1pPr>
            <a:lvl2pPr marL="457200" indent="0">
              <a:buNone/>
              <a:defRPr/>
            </a:lvl2pPr>
          </a:lstStyle>
          <a:p>
            <a:pPr lvl="0"/>
            <a:r>
              <a:rPr lang="de-DE" dirty="0"/>
              <a:t>27.02.2025</a:t>
            </a:r>
          </a:p>
        </p:txBody>
      </p:sp>
      <p:sp>
        <p:nvSpPr>
          <p:cNvPr id="8" name="Textplatzhalter 2">
            <a:extLst>
              <a:ext uri="{FF2B5EF4-FFF2-40B4-BE49-F238E27FC236}">
                <a16:creationId xmlns:a16="http://schemas.microsoft.com/office/drawing/2014/main" id="{92693E6E-6C2B-D6EC-2B18-01910EDB96C5}"/>
              </a:ext>
            </a:extLst>
          </p:cNvPr>
          <p:cNvSpPr>
            <a:spLocks noGrp="1"/>
          </p:cNvSpPr>
          <p:nvPr>
            <p:ph idx="10" hasCustomPrompt="1"/>
          </p:nvPr>
        </p:nvSpPr>
        <p:spPr>
          <a:xfrm>
            <a:off x="648969" y="4736918"/>
            <a:ext cx="10772405" cy="423250"/>
          </a:xfrm>
          <a:prstGeom prst="rect">
            <a:avLst/>
          </a:prstGeom>
        </p:spPr>
        <p:txBody>
          <a:bodyPr vert="horz" lIns="91440" tIns="45720" rIns="91440" bIns="45720" rtlCol="0">
            <a:noAutofit/>
          </a:bodyPr>
          <a:lstStyle>
            <a:lvl1pPr marL="0" indent="0">
              <a:buNone/>
              <a:defRPr sz="2800">
                <a:latin typeface="+mj-lt"/>
              </a:defRPr>
            </a:lvl1pPr>
            <a:lvl2pPr marL="457200" indent="0">
              <a:buNone/>
              <a:defRPr/>
            </a:lvl2pPr>
          </a:lstStyle>
          <a:p>
            <a:pPr lvl="0"/>
            <a:r>
              <a:rPr lang="de-DE" dirty="0"/>
              <a:t>[Name]</a:t>
            </a:r>
          </a:p>
        </p:txBody>
      </p:sp>
    </p:spTree>
    <p:extLst>
      <p:ext uri="{BB962C8B-B14F-4D97-AF65-F5344CB8AC3E}">
        <p14:creationId xmlns:p14="http://schemas.microsoft.com/office/powerpoint/2010/main" val="1649494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1">
    <p:spTree>
      <p:nvGrpSpPr>
        <p:cNvPr id="1" name=""/>
        <p:cNvGrpSpPr/>
        <p:nvPr/>
      </p:nvGrpSpPr>
      <p:grpSpPr>
        <a:xfrm>
          <a:off x="0" y="0"/>
          <a:ext cx="0" cy="0"/>
          <a:chOff x="0" y="0"/>
          <a:chExt cx="0" cy="0"/>
        </a:xfrm>
      </p:grpSpPr>
      <p:sp>
        <p:nvSpPr>
          <p:cNvPr id="3" name="Rechteck: eine Ecke abgerundet 2">
            <a:extLst>
              <a:ext uri="{FF2B5EF4-FFF2-40B4-BE49-F238E27FC236}">
                <a16:creationId xmlns:a16="http://schemas.microsoft.com/office/drawing/2014/main" id="{83ECE401-03A0-D001-AD1C-F291923F43B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399" y="918307"/>
            <a:ext cx="10040401" cy="517382"/>
          </a:xfrm>
          <a:prstGeom prst="rect">
            <a:avLst/>
          </a:prstGeom>
        </p:spPr>
        <p:txBody>
          <a:bodyPr vert="horz" lIns="91440" tIns="45720" rIns="91440" bIns="45720" rtlCol="0" anchor="ctr">
            <a:normAutofit/>
          </a:bodyPr>
          <a:lstStyle>
            <a:lvl1pPr>
              <a:defRPr sz="2400"/>
            </a:lvl1pPr>
          </a:lstStyle>
          <a:p>
            <a:r>
              <a:rPr lang="de-DE" dirty="0"/>
              <a:t>[Titel]</a:t>
            </a:r>
          </a:p>
        </p:txBody>
      </p:sp>
      <p:sp>
        <p:nvSpPr>
          <p:cNvPr id="14" name="Foliennummernplatzhalter 15">
            <a:extLst>
              <a:ext uri="{FF2B5EF4-FFF2-40B4-BE49-F238E27FC236}">
                <a16:creationId xmlns:a16="http://schemas.microsoft.com/office/drawing/2014/main" id="{E217E237-7961-A404-3D71-14206D030905}"/>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7" name="Foliennummernplatzhalter 15">
            <a:extLst>
              <a:ext uri="{FF2B5EF4-FFF2-40B4-BE49-F238E27FC236}">
                <a16:creationId xmlns:a16="http://schemas.microsoft.com/office/drawing/2014/main" id="{3EDFEC3F-86CB-4119-9775-263847BAA57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7" name="Textplatzhalter 16">
            <a:extLst>
              <a:ext uri="{FF2B5EF4-FFF2-40B4-BE49-F238E27FC236}">
                <a16:creationId xmlns:a16="http://schemas.microsoft.com/office/drawing/2014/main" id="{8EFE6EBE-D535-97B1-8BD8-D8A40515D6A7}"/>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
        <p:nvSpPr>
          <p:cNvPr id="24" name="Textplatzhalter 2">
            <a:extLst>
              <a:ext uri="{FF2B5EF4-FFF2-40B4-BE49-F238E27FC236}">
                <a16:creationId xmlns:a16="http://schemas.microsoft.com/office/drawing/2014/main" id="{3ED75078-8E01-C646-7D91-529A876EC6B3}"/>
              </a:ext>
            </a:extLst>
          </p:cNvPr>
          <p:cNvSpPr>
            <a:spLocks noGrp="1"/>
          </p:cNvSpPr>
          <p:nvPr>
            <p:ph idx="1" hasCustomPrompt="1"/>
          </p:nvPr>
        </p:nvSpPr>
        <p:spPr>
          <a:xfrm>
            <a:off x="1422400" y="1618909"/>
            <a:ext cx="10040400" cy="4554217"/>
          </a:xfrm>
          <a:prstGeom prst="rect">
            <a:avLst/>
          </a:prstGeom>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800">
                <a:latin typeface="+mn-lt"/>
              </a:defRPr>
            </a:lvl1pPr>
          </a:lstStyle>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p:txBody>
      </p:sp>
    </p:spTree>
    <p:extLst>
      <p:ext uri="{BB962C8B-B14F-4D97-AF65-F5344CB8AC3E}">
        <p14:creationId xmlns:p14="http://schemas.microsoft.com/office/powerpoint/2010/main" val="1434453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2">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13" name="Textplatzhalter 2">
            <a:extLst>
              <a:ext uri="{FF2B5EF4-FFF2-40B4-BE49-F238E27FC236}">
                <a16:creationId xmlns:a16="http://schemas.microsoft.com/office/drawing/2014/main" id="{4250A0D3-EECA-C1B5-3111-FC2295A51C34}"/>
              </a:ext>
            </a:extLst>
          </p:cNvPr>
          <p:cNvSpPr>
            <a:spLocks noGrp="1"/>
          </p:cNvSpPr>
          <p:nvPr>
            <p:ph idx="1" hasCustomPrompt="1"/>
          </p:nvPr>
        </p:nvSpPr>
        <p:spPr>
          <a:xfrm>
            <a:off x="1422400" y="1798957"/>
            <a:ext cx="10040400" cy="4374170"/>
          </a:xfrm>
          <a:prstGeom prst="rect">
            <a:avLst/>
          </a:prstGeom>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800">
                <a:latin typeface="+mn-lt"/>
              </a:defRPr>
            </a:lvl1pPr>
          </a:lstStyle>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p:txBody>
      </p:sp>
      <p:sp>
        <p:nvSpPr>
          <p:cNvPr id="9" name="Rechteck 8">
            <a:extLst>
              <a:ext uri="{FF2B5EF4-FFF2-40B4-BE49-F238E27FC236}">
                <a16:creationId xmlns:a16="http://schemas.microsoft.com/office/drawing/2014/main" id="{4A1DD575-6A98-8883-7EC6-BA85B95B3051}"/>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Titelplatzhalter 1">
            <a:extLst>
              <a:ext uri="{FF2B5EF4-FFF2-40B4-BE49-F238E27FC236}">
                <a16:creationId xmlns:a16="http://schemas.microsoft.com/office/drawing/2014/main" id="{22B94FDA-28FA-8E6B-379D-5217B2EFC84E}"/>
              </a:ext>
            </a:extLst>
          </p:cNvPr>
          <p:cNvSpPr>
            <a:spLocks noGrp="1"/>
          </p:cNvSpPr>
          <p:nvPr>
            <p:ph type="title" hasCustomPrompt="1"/>
          </p:nvPr>
        </p:nvSpPr>
        <p:spPr>
          <a:xfrm>
            <a:off x="1422399" y="918307"/>
            <a:ext cx="10040401" cy="697429"/>
          </a:xfrm>
          <a:prstGeom prst="rect">
            <a:avLst/>
          </a:prstGeom>
        </p:spPr>
        <p:txBody>
          <a:bodyPr vert="horz" lIns="91440" tIns="45720" rIns="91440" bIns="45720" rtlCol="0" anchor="ctr">
            <a:normAutofit/>
          </a:bodyPr>
          <a:lstStyle>
            <a:lvl1pPr>
              <a:defRPr sz="2400"/>
            </a:lvl1pPr>
          </a:lstStyle>
          <a:p>
            <a:r>
              <a:rPr lang="de-DE" dirty="0"/>
              <a:t>[Actiontitel]</a:t>
            </a:r>
            <a:br>
              <a:rPr lang="de-DE" dirty="0"/>
            </a:br>
            <a:r>
              <a:rPr lang="de-DE" dirty="0"/>
              <a:t>[Actiontitel]</a:t>
            </a:r>
          </a:p>
        </p:txBody>
      </p:sp>
      <p:pic>
        <p:nvPicPr>
          <p:cNvPr id="11" name="Grafik 10" descr="Ein Bild, das Grafiken, Schrift, Text, Grafikdesign enthält.&#10;&#10;Automatisch generierte Beschreibung">
            <a:extLst>
              <a:ext uri="{FF2B5EF4-FFF2-40B4-BE49-F238E27FC236}">
                <a16:creationId xmlns:a16="http://schemas.microsoft.com/office/drawing/2014/main" id="{97B38C9B-D129-AA2B-188B-10D5CD9B79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6" name="Rechteck: eine Ecke abgerundet 5">
            <a:extLst>
              <a:ext uri="{FF2B5EF4-FFF2-40B4-BE49-F238E27FC236}">
                <a16:creationId xmlns:a16="http://schemas.microsoft.com/office/drawing/2014/main" id="{C44A585D-AEF1-7BB8-EE1D-18B7B5D5D52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BDB0B6F5-535C-6BAB-88FD-CC69CF82D3D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88B8C079-01C7-F010-A363-CB93A630F92E}"/>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2" name="Textplatzhalter 16">
            <a:extLst>
              <a:ext uri="{FF2B5EF4-FFF2-40B4-BE49-F238E27FC236}">
                <a16:creationId xmlns:a16="http://schemas.microsoft.com/office/drawing/2014/main" id="{CEA78574-D75D-11BF-82B0-BF33C4C0D6D1}"/>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200053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678953"/>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712042"/>
            <a:ext cx="9791955" cy="342444"/>
          </a:xfrm>
          <a:ln>
            <a:noFill/>
          </a:ln>
        </p:spPr>
        <p:txBody>
          <a:bodyPr anchor="ctr">
            <a:normAutofit/>
          </a:bodyPr>
          <a:lstStyle>
            <a:lvl1pPr marL="0" indent="0">
              <a:buNone/>
              <a:defRPr sz="1800"/>
            </a:lvl1pPr>
          </a:lstStyle>
          <a:p>
            <a:pPr lvl="0"/>
            <a:r>
              <a:rPr lang="de-DE" dirty="0"/>
              <a:t>[Thema 2]</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4" name="Rechteck: abgerundete Ecken 43">
            <a:extLst>
              <a:ext uri="{FF2B5EF4-FFF2-40B4-BE49-F238E27FC236}">
                <a16:creationId xmlns:a16="http://schemas.microsoft.com/office/drawing/2014/main" id="{C382BD0C-0279-FB3C-D576-2E495054B308}"/>
              </a:ext>
            </a:extLst>
          </p:cNvPr>
          <p:cNvSpPr/>
          <p:nvPr userDrawn="1"/>
        </p:nvSpPr>
        <p:spPr>
          <a:xfrm>
            <a:off x="1574797" y="2055488"/>
            <a:ext cx="9974067"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35BAFD67-F320-C8E3-E5AA-CFCCBE92C62C}"/>
              </a:ext>
            </a:extLst>
          </p:cNvPr>
          <p:cNvSpPr>
            <a:spLocks noGrp="1"/>
          </p:cNvSpPr>
          <p:nvPr>
            <p:ph type="body" sz="quarter" idx="15" hasCustomPrompt="1"/>
          </p:nvPr>
        </p:nvSpPr>
        <p:spPr>
          <a:xfrm>
            <a:off x="1657350" y="2088577"/>
            <a:ext cx="9791956" cy="342444"/>
          </a:xfrm>
          <a:ln>
            <a:noFill/>
          </a:ln>
        </p:spPr>
        <p:txBody>
          <a:bodyPr anchor="ctr">
            <a:normAutofit/>
          </a:bodyPr>
          <a:lstStyle>
            <a:lvl1pPr marL="0" indent="0">
              <a:buNone/>
              <a:defRPr sz="1800"/>
            </a:lvl1pPr>
          </a:lstStyle>
          <a:p>
            <a:pPr lvl="0"/>
            <a:r>
              <a:rPr lang="de-DE" dirty="0"/>
              <a:t>[Thema 1]</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52" name="Titelplatzhalter 1">
            <a:extLst>
              <a:ext uri="{FF2B5EF4-FFF2-40B4-BE49-F238E27FC236}">
                <a16:creationId xmlns:a16="http://schemas.microsoft.com/office/drawing/2014/main" id="{C19CBA39-C37D-4500-92F5-CDE8C4EC785E}"/>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2" name="Rechteck: eine Ecke abgerundet 1">
            <a:extLst>
              <a:ext uri="{FF2B5EF4-FFF2-40B4-BE49-F238E27FC236}">
                <a16:creationId xmlns:a16="http://schemas.microsoft.com/office/drawing/2014/main" id="{D74C4911-B026-4F8A-34C7-69BE3411570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E68456B1-982A-388A-F472-81EA0775D28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9A813F89-AB76-3A38-A46E-79BA3897AE5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7" name="Textplatzhalter 16">
            <a:extLst>
              <a:ext uri="{FF2B5EF4-FFF2-40B4-BE49-F238E27FC236}">
                <a16:creationId xmlns:a16="http://schemas.microsoft.com/office/drawing/2014/main" id="{1591F3C6-DD80-B560-8573-054443B95C3F}"/>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72773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1">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678953"/>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712042"/>
            <a:ext cx="9791955" cy="342444"/>
          </a:xfrm>
          <a:ln>
            <a:noFill/>
          </a:ln>
        </p:spPr>
        <p:txBody>
          <a:bodyPr anchor="ctr">
            <a:normAutofit/>
          </a:bodyPr>
          <a:lstStyle>
            <a:lvl1pPr marL="0" indent="0">
              <a:buNone/>
              <a:defRPr sz="1800"/>
            </a:lvl1pPr>
          </a:lstStyle>
          <a:p>
            <a:pPr lvl="0"/>
            <a:r>
              <a:rPr lang="de-DE" dirty="0"/>
              <a:t>[Thema 2]</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34" name="Rechteck: abgerundete Ecken 33">
            <a:extLst>
              <a:ext uri="{FF2B5EF4-FFF2-40B4-BE49-F238E27FC236}">
                <a16:creationId xmlns:a16="http://schemas.microsoft.com/office/drawing/2014/main" id="{3BEDF9AA-F512-9547-2F0C-CE3738B10417}"/>
              </a:ext>
            </a:extLst>
          </p:cNvPr>
          <p:cNvSpPr/>
          <p:nvPr userDrawn="1"/>
        </p:nvSpPr>
        <p:spPr>
          <a:xfrm>
            <a:off x="1574798" y="2058035"/>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Textplatzhalter 10">
            <a:extLst>
              <a:ext uri="{FF2B5EF4-FFF2-40B4-BE49-F238E27FC236}">
                <a16:creationId xmlns:a16="http://schemas.microsoft.com/office/drawing/2014/main" id="{BCFBADBB-2B4A-DB3A-ACFB-2E0A29447F90}"/>
              </a:ext>
            </a:extLst>
          </p:cNvPr>
          <p:cNvSpPr>
            <a:spLocks noGrp="1"/>
          </p:cNvSpPr>
          <p:nvPr>
            <p:ph type="body" sz="quarter" idx="12" hasCustomPrompt="1"/>
          </p:nvPr>
        </p:nvSpPr>
        <p:spPr>
          <a:xfrm>
            <a:off x="1657349" y="2091124"/>
            <a:ext cx="9791955" cy="342444"/>
          </a:xfrm>
          <a:ln>
            <a:noFill/>
          </a:ln>
        </p:spPr>
        <p:txBody>
          <a:bodyPr anchor="ctr">
            <a:normAutofit/>
          </a:bodyPr>
          <a:lstStyle>
            <a:lvl1pPr marL="0" indent="0">
              <a:buNone/>
              <a:defRPr sz="1800">
                <a:solidFill>
                  <a:schemeClr val="bg1"/>
                </a:solidFill>
              </a:defRPr>
            </a:lvl1pPr>
          </a:lstStyle>
          <a:p>
            <a:pPr lvl="0"/>
            <a:r>
              <a:rPr lang="de-DE" dirty="0"/>
              <a:t>[Thema 1]</a:t>
            </a:r>
          </a:p>
        </p:txBody>
      </p:sp>
      <p:sp>
        <p:nvSpPr>
          <p:cNvPr id="2" name="Titelplatzhalter 1">
            <a:extLst>
              <a:ext uri="{FF2B5EF4-FFF2-40B4-BE49-F238E27FC236}">
                <a16:creationId xmlns:a16="http://schemas.microsoft.com/office/drawing/2014/main" id="{9C24A37D-123E-DA73-7A73-BADC0D2FB611}"/>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3" name="Rechteck: eine Ecke abgerundet 2">
            <a:extLst>
              <a:ext uri="{FF2B5EF4-FFF2-40B4-BE49-F238E27FC236}">
                <a16:creationId xmlns:a16="http://schemas.microsoft.com/office/drawing/2014/main" id="{008ED7F9-BA6D-A1D5-3261-3B2E33F3A29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0469A149-4F67-828F-46A1-3EDEF510F62E}"/>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8420D79F-CEB6-66AE-F82A-BD4C4AA98A2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29AA7A70-CD20-D37D-3C66-42D4667F00E0}"/>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799328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2">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dirty="0"/>
              <a:t>[Thema 1]</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2" name="Rechteck: abgerundete Ecken 1">
            <a:extLst>
              <a:ext uri="{FF2B5EF4-FFF2-40B4-BE49-F238E27FC236}">
                <a16:creationId xmlns:a16="http://schemas.microsoft.com/office/drawing/2014/main" id="{331D7E0E-EBBF-7866-6D33-E049E2870F5E}"/>
              </a:ext>
            </a:extLst>
          </p:cNvPr>
          <p:cNvSpPr/>
          <p:nvPr userDrawn="1"/>
        </p:nvSpPr>
        <p:spPr>
          <a:xfrm>
            <a:off x="1574798" y="2678954"/>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2712043"/>
            <a:ext cx="9791955" cy="342444"/>
          </a:xfrm>
          <a:ln>
            <a:noFill/>
          </a:ln>
        </p:spPr>
        <p:txBody>
          <a:bodyPr anchor="ctr">
            <a:normAutofit/>
          </a:bodyPr>
          <a:lstStyle>
            <a:lvl1pPr marL="0" indent="0">
              <a:buNone/>
              <a:defRPr sz="1800">
                <a:solidFill>
                  <a:schemeClr val="bg1"/>
                </a:solidFill>
              </a:defRPr>
            </a:lvl1pPr>
          </a:lstStyle>
          <a:p>
            <a:pPr lvl="0"/>
            <a:r>
              <a:rPr lang="de-DE" dirty="0"/>
              <a:t>[Thema 2]</a:t>
            </a:r>
          </a:p>
        </p:txBody>
      </p:sp>
      <p:sp>
        <p:nvSpPr>
          <p:cNvPr id="6" name="Titelplatzhalter 1">
            <a:extLst>
              <a:ext uri="{FF2B5EF4-FFF2-40B4-BE49-F238E27FC236}">
                <a16:creationId xmlns:a16="http://schemas.microsoft.com/office/drawing/2014/main" id="{BE62CDF0-4F83-489E-8BD4-3B5855DFE465}"/>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7" name="Rechteck: eine Ecke abgerundet 6">
            <a:extLst>
              <a:ext uri="{FF2B5EF4-FFF2-40B4-BE49-F238E27FC236}">
                <a16:creationId xmlns:a16="http://schemas.microsoft.com/office/drawing/2014/main" id="{A4DA669B-F5FD-8A2C-70CB-6465624106D8}"/>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8" name="Foliennummernplatzhalter 15">
            <a:extLst>
              <a:ext uri="{FF2B5EF4-FFF2-40B4-BE49-F238E27FC236}">
                <a16:creationId xmlns:a16="http://schemas.microsoft.com/office/drawing/2014/main" id="{FE0D3E58-FDF6-FE4C-7AC8-8F6D003F2720}"/>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9" name="Foliennummernplatzhalter 15">
            <a:extLst>
              <a:ext uri="{FF2B5EF4-FFF2-40B4-BE49-F238E27FC236}">
                <a16:creationId xmlns:a16="http://schemas.microsoft.com/office/drawing/2014/main" id="{8D3EFDF8-041F-86DC-AFEA-8CFB6948AF32}"/>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0" name="Textplatzhalter 16">
            <a:extLst>
              <a:ext uri="{FF2B5EF4-FFF2-40B4-BE49-F238E27FC236}">
                <a16:creationId xmlns:a16="http://schemas.microsoft.com/office/drawing/2014/main" id="{F3642400-3BFD-1D7B-CA71-75699B9BF9B9}"/>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856136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3">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dirty="0"/>
              <a:t>[Thema 1]</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2" name="Rechteck: abgerundete Ecken 1">
            <a:extLst>
              <a:ext uri="{FF2B5EF4-FFF2-40B4-BE49-F238E27FC236}">
                <a16:creationId xmlns:a16="http://schemas.microsoft.com/office/drawing/2014/main" id="{331D7E0E-EBBF-7866-6D33-E049E2870F5E}"/>
              </a:ext>
            </a:extLst>
          </p:cNvPr>
          <p:cNvSpPr/>
          <p:nvPr userDrawn="1"/>
        </p:nvSpPr>
        <p:spPr>
          <a:xfrm>
            <a:off x="1574798" y="3300485"/>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3333574"/>
            <a:ext cx="9791955" cy="342444"/>
          </a:xfrm>
          <a:ln>
            <a:noFill/>
          </a:ln>
        </p:spPr>
        <p:txBody>
          <a:bodyPr anchor="ctr">
            <a:normAutofit/>
          </a:bodyPr>
          <a:lstStyle>
            <a:lvl1pPr marL="0" indent="0">
              <a:buNone/>
              <a:defRPr sz="1800">
                <a:solidFill>
                  <a:schemeClr val="bg1"/>
                </a:solidFill>
              </a:defRPr>
            </a:lvl1pPr>
          </a:lstStyle>
          <a:p>
            <a:pPr lvl="0"/>
            <a:r>
              <a:rPr lang="de-DE" dirty="0"/>
              <a:t>[Thema 3]</a:t>
            </a:r>
          </a:p>
        </p:txBody>
      </p:sp>
      <p:sp>
        <p:nvSpPr>
          <p:cNvPr id="6" name="Rechteck: abgerundete Ecken 5">
            <a:extLst>
              <a:ext uri="{FF2B5EF4-FFF2-40B4-BE49-F238E27FC236}">
                <a16:creationId xmlns:a16="http://schemas.microsoft.com/office/drawing/2014/main" id="{F75F4CF7-6977-F8AC-8280-B1CB9A38C8C5}"/>
              </a:ext>
            </a:extLst>
          </p:cNvPr>
          <p:cNvSpPr/>
          <p:nvPr userDrawn="1"/>
        </p:nvSpPr>
        <p:spPr>
          <a:xfrm>
            <a:off x="1574798" y="2675009"/>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2708098"/>
            <a:ext cx="9791955" cy="342444"/>
          </a:xfrm>
          <a:ln>
            <a:noFill/>
          </a:ln>
        </p:spPr>
        <p:txBody>
          <a:bodyPr anchor="ctr">
            <a:normAutofit/>
          </a:bodyPr>
          <a:lstStyle>
            <a:lvl1pPr marL="0" indent="0">
              <a:buNone/>
              <a:defRPr sz="1800"/>
            </a:lvl1pPr>
          </a:lstStyle>
          <a:p>
            <a:pPr lvl="0"/>
            <a:r>
              <a:rPr lang="de-DE" dirty="0"/>
              <a:t>[Thema 2]</a:t>
            </a:r>
          </a:p>
        </p:txBody>
      </p:sp>
      <p:sp>
        <p:nvSpPr>
          <p:cNvPr id="8" name="Titelplatzhalter 1">
            <a:extLst>
              <a:ext uri="{FF2B5EF4-FFF2-40B4-BE49-F238E27FC236}">
                <a16:creationId xmlns:a16="http://schemas.microsoft.com/office/drawing/2014/main" id="{E69E1AE5-A51B-3EA6-09B6-F801E9A57558}"/>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9" name="Rechteck: eine Ecke abgerundet 8">
            <a:extLst>
              <a:ext uri="{FF2B5EF4-FFF2-40B4-BE49-F238E27FC236}">
                <a16:creationId xmlns:a16="http://schemas.microsoft.com/office/drawing/2014/main" id="{86BABFEE-D60F-B211-B19F-D489C11ED16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oliennummernplatzhalter 15">
            <a:extLst>
              <a:ext uri="{FF2B5EF4-FFF2-40B4-BE49-F238E27FC236}">
                <a16:creationId xmlns:a16="http://schemas.microsoft.com/office/drawing/2014/main" id="{7BCCE0DA-3524-694D-8114-040D960A2CD6}"/>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11" name="Foliennummernplatzhalter 15">
            <a:extLst>
              <a:ext uri="{FF2B5EF4-FFF2-40B4-BE49-F238E27FC236}">
                <a16:creationId xmlns:a16="http://schemas.microsoft.com/office/drawing/2014/main" id="{E1EF565D-7E94-7E00-D352-5EEB20CE9F2C}"/>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2" name="Textplatzhalter 16">
            <a:extLst>
              <a:ext uri="{FF2B5EF4-FFF2-40B4-BE49-F238E27FC236}">
                <a16:creationId xmlns:a16="http://schemas.microsoft.com/office/drawing/2014/main" id="{1DA902D2-E5F5-9FE8-2E3E-50D7075431D2}"/>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340939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4">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dirty="0"/>
              <a:t>[Thema 1]</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2678954"/>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2712043"/>
            <a:ext cx="9791955" cy="342444"/>
          </a:xfrm>
          <a:ln>
            <a:noFill/>
          </a:ln>
        </p:spPr>
        <p:txBody>
          <a:bodyPr anchor="ctr">
            <a:normAutofit/>
          </a:bodyPr>
          <a:lstStyle>
            <a:lvl1pPr marL="0" indent="0">
              <a:buNone/>
              <a:defRPr sz="1800"/>
            </a:lvl1pPr>
          </a:lstStyle>
          <a:p>
            <a:pPr lvl="0"/>
            <a:r>
              <a:rPr lang="de-DE" dirty="0"/>
              <a:t>[Thema 2]</a:t>
            </a:r>
          </a:p>
        </p:txBody>
      </p:sp>
      <p:sp>
        <p:nvSpPr>
          <p:cNvPr id="6" name="Rechteck: abgerundete Ecken 5">
            <a:extLst>
              <a:ext uri="{FF2B5EF4-FFF2-40B4-BE49-F238E27FC236}">
                <a16:creationId xmlns:a16="http://schemas.microsoft.com/office/drawing/2014/main" id="{331D7E0E-EBBF-7866-6D33-E049E2870F5E}"/>
              </a:ext>
            </a:extLst>
          </p:cNvPr>
          <p:cNvSpPr/>
          <p:nvPr userDrawn="1"/>
        </p:nvSpPr>
        <p:spPr>
          <a:xfrm>
            <a:off x="1574798" y="3924898"/>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3957987"/>
            <a:ext cx="9791955" cy="342444"/>
          </a:xfrm>
          <a:ln>
            <a:noFill/>
          </a:ln>
        </p:spPr>
        <p:txBody>
          <a:bodyPr anchor="ctr">
            <a:normAutofit/>
          </a:bodyPr>
          <a:lstStyle>
            <a:lvl1pPr marL="0" indent="0">
              <a:buNone/>
              <a:defRPr sz="1800">
                <a:solidFill>
                  <a:schemeClr val="bg1"/>
                </a:solidFill>
              </a:defRPr>
            </a:lvl1pPr>
          </a:lstStyle>
          <a:p>
            <a:pPr lvl="0"/>
            <a:r>
              <a:rPr lang="de-DE" dirty="0"/>
              <a:t>[Thema 4]</a:t>
            </a:r>
          </a:p>
        </p:txBody>
      </p:sp>
      <p:sp>
        <p:nvSpPr>
          <p:cNvPr id="2" name="Rechteck: eine Ecke abgerundet 1">
            <a:extLst>
              <a:ext uri="{FF2B5EF4-FFF2-40B4-BE49-F238E27FC236}">
                <a16:creationId xmlns:a16="http://schemas.microsoft.com/office/drawing/2014/main" id="{6A2895A5-1CEE-DD6A-2B3E-7B66B2F6E99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095F3B73-24BD-63F4-D568-47D3DAC62FD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11F4F008-1893-304C-1297-62B30F4AF99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9" name="Textplatzhalter 16">
            <a:extLst>
              <a:ext uri="{FF2B5EF4-FFF2-40B4-BE49-F238E27FC236}">
                <a16:creationId xmlns:a16="http://schemas.microsoft.com/office/drawing/2014/main" id="{70968EF3-A0D9-1D5A-E8C8-7A8C95356710}"/>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89021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en-1">
    <p:spTree>
      <p:nvGrpSpPr>
        <p:cNvPr id="1" name=""/>
        <p:cNvGrpSpPr/>
        <p:nvPr/>
      </p:nvGrpSpPr>
      <p:grpSpPr>
        <a:xfrm>
          <a:off x="0" y="0"/>
          <a:ext cx="0" cy="0"/>
          <a:chOff x="0" y="0"/>
          <a:chExt cx="0" cy="0"/>
        </a:xfrm>
      </p:grpSpPr>
      <p:sp>
        <p:nvSpPr>
          <p:cNvPr id="11"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15" name="Textplatzhalter 2">
            <a:extLst>
              <a:ext uri="{FF2B5EF4-FFF2-40B4-BE49-F238E27FC236}">
                <a16:creationId xmlns:a16="http://schemas.microsoft.com/office/drawing/2014/main" id="{4250A0D3-EECA-C1B5-3111-FC2295A51C34}"/>
              </a:ext>
            </a:extLst>
          </p:cNvPr>
          <p:cNvSpPr>
            <a:spLocks noGrp="1"/>
          </p:cNvSpPr>
          <p:nvPr>
            <p:ph idx="1" hasCustomPrompt="1"/>
          </p:nvPr>
        </p:nvSpPr>
        <p:spPr>
          <a:xfrm>
            <a:off x="600075" y="2166943"/>
            <a:ext cx="5400000" cy="400114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1" name="Textplatzhalter 2">
            <a:extLst>
              <a:ext uri="{FF2B5EF4-FFF2-40B4-BE49-F238E27FC236}">
                <a16:creationId xmlns:a16="http://schemas.microsoft.com/office/drawing/2014/main" id="{E6E63F81-2E76-EA92-388A-A2B1AC29D597}"/>
              </a:ext>
            </a:extLst>
          </p:cNvPr>
          <p:cNvSpPr>
            <a:spLocks noGrp="1"/>
          </p:cNvSpPr>
          <p:nvPr>
            <p:ph idx="12" hasCustomPrompt="1"/>
          </p:nvPr>
        </p:nvSpPr>
        <p:spPr>
          <a:xfrm>
            <a:off x="6148865" y="2166943"/>
            <a:ext cx="5400000" cy="400114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5" name="Rechteck: abgerundete Ecken 4">
            <a:extLst>
              <a:ext uri="{FF2B5EF4-FFF2-40B4-BE49-F238E27FC236}">
                <a16:creationId xmlns:a16="http://schemas.microsoft.com/office/drawing/2014/main" id="{FE5E9693-0254-5743-03F1-8CED638BCEA3}"/>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platzhalter 10">
            <a:extLst>
              <a:ext uri="{FF2B5EF4-FFF2-40B4-BE49-F238E27FC236}">
                <a16:creationId xmlns:a16="http://schemas.microsoft.com/office/drawing/2014/main" id="{FE119646-37E8-9260-1240-5D0293A398D1}"/>
              </a:ext>
            </a:extLst>
          </p:cNvPr>
          <p:cNvSpPr>
            <a:spLocks noGrp="1"/>
          </p:cNvSpPr>
          <p:nvPr>
            <p:ph type="body" sz="quarter" idx="13"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17" name="Fußzeilenplatzhalter 4">
            <a:extLst>
              <a:ext uri="{FF2B5EF4-FFF2-40B4-BE49-F238E27FC236}">
                <a16:creationId xmlns:a16="http://schemas.microsoft.com/office/drawing/2014/main" id="{75F0EDD9-EE1C-1685-3269-87AD36131A14}"/>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3" name="Grafik 22" descr="Ein Bild, das Grafiken, Schrift, Text, Grafikdesign enthält.&#10;&#10;Automatisch generierte Beschreibung">
            <a:extLst>
              <a:ext uri="{FF2B5EF4-FFF2-40B4-BE49-F238E27FC236}">
                <a16:creationId xmlns:a16="http://schemas.microsoft.com/office/drawing/2014/main" id="{0684928D-B64F-58FA-71BA-8ED3E88FF6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4" name="Rechteck: abgerundete Ecken 23">
            <a:extLst>
              <a:ext uri="{FF2B5EF4-FFF2-40B4-BE49-F238E27FC236}">
                <a16:creationId xmlns:a16="http://schemas.microsoft.com/office/drawing/2014/main" id="{A88393D8-F62D-7243-5837-19EFB4F10C9D}"/>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platzhalter 10">
            <a:extLst>
              <a:ext uri="{FF2B5EF4-FFF2-40B4-BE49-F238E27FC236}">
                <a16:creationId xmlns:a16="http://schemas.microsoft.com/office/drawing/2014/main" id="{CA35989D-505C-18A2-825B-9EA137707CBF}"/>
              </a:ext>
            </a:extLst>
          </p:cNvPr>
          <p:cNvSpPr>
            <a:spLocks noGrp="1"/>
          </p:cNvSpPr>
          <p:nvPr>
            <p:ph type="body" sz="quarter" idx="17"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 name="Rechteck: eine Ecke abgerundet 1">
            <a:extLst>
              <a:ext uri="{FF2B5EF4-FFF2-40B4-BE49-F238E27FC236}">
                <a16:creationId xmlns:a16="http://schemas.microsoft.com/office/drawing/2014/main" id="{97DA1A44-1C32-EB6B-49D5-BACCD2F57CA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14D9F255-E82D-90BF-4E3D-C4069851B1A2}"/>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E5CA7A41-07A4-E050-F783-AA887F634FF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7" name="Textplatzhalter 16">
            <a:extLst>
              <a:ext uri="{FF2B5EF4-FFF2-40B4-BE49-F238E27FC236}">
                <a16:creationId xmlns:a16="http://schemas.microsoft.com/office/drawing/2014/main" id="{38294961-2697-1668-75F3-840592B7DD67}"/>
              </a:ext>
            </a:extLst>
          </p:cNvPr>
          <p:cNvSpPr>
            <a:spLocks noGrp="1"/>
          </p:cNvSpPr>
          <p:nvPr>
            <p:ph type="body" sz="quarter" idx="18"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063746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ten-2">
    <p:spTree>
      <p:nvGrpSpPr>
        <p:cNvPr id="1" name=""/>
        <p:cNvGrpSpPr/>
        <p:nvPr/>
      </p:nvGrpSpPr>
      <p:grpSpPr>
        <a:xfrm>
          <a:off x="0" y="0"/>
          <a:ext cx="0" cy="0"/>
          <a:chOff x="0" y="0"/>
          <a:chExt cx="0" cy="0"/>
        </a:xfrm>
      </p:grpSpPr>
      <p:sp>
        <p:nvSpPr>
          <p:cNvPr id="2" name="Gleichschenkliges Dreieck 1">
            <a:extLst>
              <a:ext uri="{FF2B5EF4-FFF2-40B4-BE49-F238E27FC236}">
                <a16:creationId xmlns:a16="http://schemas.microsoft.com/office/drawing/2014/main" id="{74A4CAB5-9919-DAFB-D720-43B46AACBC39}"/>
              </a:ext>
            </a:extLst>
          </p:cNvPr>
          <p:cNvSpPr/>
          <p:nvPr userDrawn="1"/>
        </p:nvSpPr>
        <p:spPr>
          <a:xfrm rot="10800000">
            <a:off x="3501132" y="4467141"/>
            <a:ext cx="5146676" cy="36512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Textplatzhalter 2">
            <a:extLst>
              <a:ext uri="{FF2B5EF4-FFF2-40B4-BE49-F238E27FC236}">
                <a16:creationId xmlns:a16="http://schemas.microsoft.com/office/drawing/2014/main" id="{68B994BE-0C0D-3A3A-E5FB-2D4FAAE11EC2}"/>
              </a:ext>
            </a:extLst>
          </p:cNvPr>
          <p:cNvSpPr>
            <a:spLocks noGrp="1"/>
          </p:cNvSpPr>
          <p:nvPr>
            <p:ph idx="13" hasCustomPrompt="1"/>
          </p:nvPr>
        </p:nvSpPr>
        <p:spPr>
          <a:xfrm>
            <a:off x="600075" y="5017666"/>
            <a:ext cx="10948790" cy="922334"/>
          </a:xfrm>
          <a:prstGeom prst="roundRect">
            <a:avLst>
              <a:gd name="adj" fmla="val 1624"/>
            </a:avLst>
          </a:prstGeom>
          <a:ln w="12700">
            <a:solidFill>
              <a:schemeClr val="accent1"/>
            </a:solidFill>
          </a:ln>
        </p:spPr>
        <p:txBody>
          <a:bodyPr vert="horz" lIns="91440" tIns="45720" rIns="91440" bIns="45720" rtlCol="0">
            <a:no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endParaRPr lang="de-DE" dirty="0"/>
          </a:p>
        </p:txBody>
      </p:sp>
      <p:sp>
        <p:nvSpPr>
          <p:cNvPr id="9" name="Fußzeilenplatzhalter 4">
            <a:extLst>
              <a:ext uri="{FF2B5EF4-FFF2-40B4-BE49-F238E27FC236}">
                <a16:creationId xmlns:a16="http://schemas.microsoft.com/office/drawing/2014/main" id="{7DCC3930-B7C1-6613-24A0-D61B0EBACDE3}"/>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9" name="Grafik 18" descr="Ein Bild, das Grafiken, Schrift, Text, Grafikdesign enthält.&#10;&#10;Automatisch generierte Beschreibung">
            <a:extLst>
              <a:ext uri="{FF2B5EF4-FFF2-40B4-BE49-F238E27FC236}">
                <a16:creationId xmlns:a16="http://schemas.microsoft.com/office/drawing/2014/main" id="{1038FE6A-C9F4-C651-6584-B0B0AD802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9" name="Textplatzhalter 2">
            <a:extLst>
              <a:ext uri="{FF2B5EF4-FFF2-40B4-BE49-F238E27FC236}">
                <a16:creationId xmlns:a16="http://schemas.microsoft.com/office/drawing/2014/main" id="{7E7D7335-C457-6565-CCDB-DB94BFA37B95}"/>
              </a:ext>
            </a:extLst>
          </p:cNvPr>
          <p:cNvSpPr>
            <a:spLocks noGrp="1"/>
          </p:cNvSpPr>
          <p:nvPr>
            <p:ph idx="1" hasCustomPrompt="1"/>
          </p:nvPr>
        </p:nvSpPr>
        <p:spPr>
          <a:xfrm>
            <a:off x="600075" y="2166943"/>
            <a:ext cx="5400000" cy="211479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0" name="Textplatzhalter 2">
            <a:extLst>
              <a:ext uri="{FF2B5EF4-FFF2-40B4-BE49-F238E27FC236}">
                <a16:creationId xmlns:a16="http://schemas.microsoft.com/office/drawing/2014/main" id="{4A35351F-E0E9-88C8-F1B6-4BD2FAD20E33}"/>
              </a:ext>
            </a:extLst>
          </p:cNvPr>
          <p:cNvSpPr>
            <a:spLocks noGrp="1"/>
          </p:cNvSpPr>
          <p:nvPr>
            <p:ph idx="12" hasCustomPrompt="1"/>
          </p:nvPr>
        </p:nvSpPr>
        <p:spPr>
          <a:xfrm>
            <a:off x="6148865" y="2166943"/>
            <a:ext cx="5400000" cy="211479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1" name="Rechteck: abgerundete Ecken 30">
            <a:extLst>
              <a:ext uri="{FF2B5EF4-FFF2-40B4-BE49-F238E27FC236}">
                <a16:creationId xmlns:a16="http://schemas.microsoft.com/office/drawing/2014/main" id="{2A03A335-1A1D-1C8F-3130-B13A1B4F2FB1}"/>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54AD5386-4096-798C-3902-3CB7609F0B08}"/>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3" name="Rechteck: abgerundete Ecken 32">
            <a:extLst>
              <a:ext uri="{FF2B5EF4-FFF2-40B4-BE49-F238E27FC236}">
                <a16:creationId xmlns:a16="http://schemas.microsoft.com/office/drawing/2014/main" id="{8D24E60F-F2FF-2DC4-BB84-D29CA1A3EC76}"/>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0">
            <a:extLst>
              <a:ext uri="{FF2B5EF4-FFF2-40B4-BE49-F238E27FC236}">
                <a16:creationId xmlns:a16="http://schemas.microsoft.com/office/drawing/2014/main" id="{050EAC65-74E0-3B1A-02CD-7BE743903731}"/>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5" name="Titelplatzhalter 1">
            <a:extLst>
              <a:ext uri="{FF2B5EF4-FFF2-40B4-BE49-F238E27FC236}">
                <a16:creationId xmlns:a16="http://schemas.microsoft.com/office/drawing/2014/main" id="{924F7450-1A2B-EC67-5D19-0715B054C56C}"/>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ED38B081-AD68-8032-C59F-F3B3C96AE0F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5BB64A40-658D-3093-0E32-4E1A8498A696}"/>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18AB5581-7214-9A2C-6A60-34D8E71B399D}"/>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B7FBA310-FD56-DCD5-80EB-C15A1FF52E24}"/>
              </a:ext>
            </a:extLst>
          </p:cNvPr>
          <p:cNvSpPr>
            <a:spLocks noGrp="1"/>
          </p:cNvSpPr>
          <p:nvPr>
            <p:ph type="body" sz="quarter" idx="19"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352086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ten-3">
    <p:spTree>
      <p:nvGrpSpPr>
        <p:cNvPr id="1" name=""/>
        <p:cNvGrpSpPr/>
        <p:nvPr/>
      </p:nvGrpSpPr>
      <p:grpSpPr>
        <a:xfrm>
          <a:off x="0" y="0"/>
          <a:ext cx="0" cy="0"/>
          <a:chOff x="0" y="0"/>
          <a:chExt cx="0" cy="0"/>
        </a:xfrm>
      </p:grpSpPr>
      <p:sp>
        <p:nvSpPr>
          <p:cNvPr id="2" name="Gleichschenkliges Dreieck 1">
            <a:extLst>
              <a:ext uri="{FF2B5EF4-FFF2-40B4-BE49-F238E27FC236}">
                <a16:creationId xmlns:a16="http://schemas.microsoft.com/office/drawing/2014/main" id="{74A4CAB5-9919-DAFB-D720-43B46AACBC39}"/>
              </a:ext>
            </a:extLst>
          </p:cNvPr>
          <p:cNvSpPr/>
          <p:nvPr userDrawn="1"/>
        </p:nvSpPr>
        <p:spPr>
          <a:xfrm rot="10800000">
            <a:off x="3501132" y="4467141"/>
            <a:ext cx="5146676" cy="36512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Fußzeilenplatzhalter 4">
            <a:extLst>
              <a:ext uri="{FF2B5EF4-FFF2-40B4-BE49-F238E27FC236}">
                <a16:creationId xmlns:a16="http://schemas.microsoft.com/office/drawing/2014/main" id="{7DCC3930-B7C1-6613-24A0-D61B0EBACDE3}"/>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9" name="Grafik 18" descr="Ein Bild, das Grafiken, Schrift, Text, Grafikdesign enthält.&#10;&#10;Automatisch generierte Beschreibung">
            <a:extLst>
              <a:ext uri="{FF2B5EF4-FFF2-40B4-BE49-F238E27FC236}">
                <a16:creationId xmlns:a16="http://schemas.microsoft.com/office/drawing/2014/main" id="{1038FE6A-C9F4-C651-6584-B0B0AD802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9" name="Textplatzhalter 2">
            <a:extLst>
              <a:ext uri="{FF2B5EF4-FFF2-40B4-BE49-F238E27FC236}">
                <a16:creationId xmlns:a16="http://schemas.microsoft.com/office/drawing/2014/main" id="{7E7D7335-C457-6565-CCDB-DB94BFA37B95}"/>
              </a:ext>
            </a:extLst>
          </p:cNvPr>
          <p:cNvSpPr>
            <a:spLocks noGrp="1"/>
          </p:cNvSpPr>
          <p:nvPr>
            <p:ph idx="1" hasCustomPrompt="1"/>
          </p:nvPr>
        </p:nvSpPr>
        <p:spPr>
          <a:xfrm>
            <a:off x="600075" y="2166943"/>
            <a:ext cx="5400000" cy="2114799"/>
          </a:xfrm>
          <a:prstGeom prst="roundRect">
            <a:avLst>
              <a:gd name="adj" fmla="val 1624"/>
            </a:avLst>
          </a:prstGeom>
          <a:ln w="12700">
            <a:solidFill>
              <a:schemeClr val="tx2"/>
            </a:solidFill>
          </a:ln>
        </p:spPr>
        <p:txBody>
          <a:bodyPr vert="horz" lIns="91440" tIns="45720" rIns="91440" bIns="45720" rtlCol="0">
            <a:normAutofit/>
          </a:bodyPr>
          <a:lstStyle>
            <a:lvl1pPr marL="457200" indent="-457200">
              <a:lnSpc>
                <a:spcPct val="15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0" name="Textplatzhalter 2">
            <a:extLst>
              <a:ext uri="{FF2B5EF4-FFF2-40B4-BE49-F238E27FC236}">
                <a16:creationId xmlns:a16="http://schemas.microsoft.com/office/drawing/2014/main" id="{4A35351F-E0E9-88C8-F1B6-4BD2FAD20E33}"/>
              </a:ext>
            </a:extLst>
          </p:cNvPr>
          <p:cNvSpPr>
            <a:spLocks noGrp="1"/>
          </p:cNvSpPr>
          <p:nvPr>
            <p:ph idx="12" hasCustomPrompt="1"/>
          </p:nvPr>
        </p:nvSpPr>
        <p:spPr>
          <a:xfrm>
            <a:off x="6148865" y="2166943"/>
            <a:ext cx="5400000" cy="2114799"/>
          </a:xfrm>
          <a:prstGeom prst="roundRect">
            <a:avLst>
              <a:gd name="adj" fmla="val 1624"/>
            </a:avLst>
          </a:prstGeom>
          <a:ln w="12700">
            <a:solidFill>
              <a:schemeClr val="tx2"/>
            </a:solidFill>
          </a:ln>
        </p:spPr>
        <p:txBody>
          <a:bodyPr vert="horz" lIns="91440" tIns="45720" rIns="91440" bIns="45720" rtlCol="0">
            <a:normAutofit/>
          </a:bodyPr>
          <a:lstStyle>
            <a:lvl1pPr marL="457200" indent="-457200">
              <a:lnSpc>
                <a:spcPct val="15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1" name="Rechteck: abgerundete Ecken 30">
            <a:extLst>
              <a:ext uri="{FF2B5EF4-FFF2-40B4-BE49-F238E27FC236}">
                <a16:creationId xmlns:a16="http://schemas.microsoft.com/office/drawing/2014/main" id="{2A03A335-1A1D-1C8F-3130-B13A1B4F2FB1}"/>
              </a:ext>
            </a:extLst>
          </p:cNvPr>
          <p:cNvSpPr/>
          <p:nvPr userDrawn="1"/>
        </p:nvSpPr>
        <p:spPr>
          <a:xfrm>
            <a:off x="600075" y="1618599"/>
            <a:ext cx="5400000"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54AD5386-4096-798C-3902-3CB7609F0B08}"/>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3" name="Rechteck: abgerundete Ecken 32">
            <a:extLst>
              <a:ext uri="{FF2B5EF4-FFF2-40B4-BE49-F238E27FC236}">
                <a16:creationId xmlns:a16="http://schemas.microsoft.com/office/drawing/2014/main" id="{8D24E60F-F2FF-2DC4-BB84-D29CA1A3EC76}"/>
              </a:ext>
            </a:extLst>
          </p:cNvPr>
          <p:cNvSpPr/>
          <p:nvPr userDrawn="1"/>
        </p:nvSpPr>
        <p:spPr>
          <a:xfrm>
            <a:off x="6148865" y="1618599"/>
            <a:ext cx="5400000"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0">
            <a:extLst>
              <a:ext uri="{FF2B5EF4-FFF2-40B4-BE49-F238E27FC236}">
                <a16:creationId xmlns:a16="http://schemas.microsoft.com/office/drawing/2014/main" id="{050EAC65-74E0-3B1A-02CD-7BE743903731}"/>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10" name="Rechteck: abgerundete Ecken 9">
            <a:extLst>
              <a:ext uri="{FF2B5EF4-FFF2-40B4-BE49-F238E27FC236}">
                <a16:creationId xmlns:a16="http://schemas.microsoft.com/office/drawing/2014/main" id="{6FAD2FFE-B37B-FC34-61DA-72154EF331C1}"/>
              </a:ext>
            </a:extLst>
          </p:cNvPr>
          <p:cNvSpPr/>
          <p:nvPr userDrawn="1"/>
        </p:nvSpPr>
        <p:spPr>
          <a:xfrm>
            <a:off x="600075" y="5012215"/>
            <a:ext cx="10948790" cy="9277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Textplatzhalter 10">
            <a:extLst>
              <a:ext uri="{FF2B5EF4-FFF2-40B4-BE49-F238E27FC236}">
                <a16:creationId xmlns:a16="http://schemas.microsoft.com/office/drawing/2014/main" id="{CE0B3DF0-17E2-032D-2A18-BB8971453B47}"/>
              </a:ext>
            </a:extLst>
          </p:cNvPr>
          <p:cNvSpPr>
            <a:spLocks noGrp="1"/>
          </p:cNvSpPr>
          <p:nvPr>
            <p:ph type="body" sz="quarter" idx="19" hasCustomPrompt="1"/>
          </p:nvPr>
        </p:nvSpPr>
        <p:spPr>
          <a:xfrm>
            <a:off x="709913" y="5149049"/>
            <a:ext cx="10772176" cy="654116"/>
          </a:xfrm>
          <a:ln>
            <a:noFill/>
          </a:ln>
        </p:spPr>
        <p:txBody>
          <a:bodyPr anchor="ctr">
            <a:normAutofit/>
          </a:bodyPr>
          <a:lstStyle>
            <a:lvl1pPr marL="0" indent="0" algn="ctr">
              <a:buNone/>
              <a:defRPr sz="1800" b="1">
                <a:solidFill>
                  <a:schemeClr val="bg1"/>
                </a:solidFill>
                <a:latin typeface="+mn-lt"/>
              </a:defRPr>
            </a:lvl1pPr>
          </a:lstStyle>
          <a:p>
            <a:pPr lvl="0"/>
            <a:r>
              <a:rPr lang="de-DE" dirty="0"/>
              <a:t>[Fazit]</a:t>
            </a:r>
          </a:p>
        </p:txBody>
      </p:sp>
      <p:sp>
        <p:nvSpPr>
          <p:cNvPr id="12" name="Titelplatzhalter 1">
            <a:extLst>
              <a:ext uri="{FF2B5EF4-FFF2-40B4-BE49-F238E27FC236}">
                <a16:creationId xmlns:a16="http://schemas.microsoft.com/office/drawing/2014/main" id="{A6D70858-BCFA-C75F-26E1-29E2E590E39A}"/>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610BA431-6756-8496-9992-0DAA1491B0C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oliennummernplatzhalter 15">
            <a:extLst>
              <a:ext uri="{FF2B5EF4-FFF2-40B4-BE49-F238E27FC236}">
                <a16:creationId xmlns:a16="http://schemas.microsoft.com/office/drawing/2014/main" id="{F16C3F51-9019-E616-A9FB-BCE7FE11BD13}"/>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3D3E75E8-1CE2-4868-73A0-F87DFB181172}"/>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7" name="Textplatzhalter 16">
            <a:extLst>
              <a:ext uri="{FF2B5EF4-FFF2-40B4-BE49-F238E27FC236}">
                <a16:creationId xmlns:a16="http://schemas.microsoft.com/office/drawing/2014/main" id="{6DB3E076-69A3-F3C9-57BA-44E35E999803}"/>
              </a:ext>
            </a:extLst>
          </p:cNvPr>
          <p:cNvSpPr>
            <a:spLocks noGrp="1"/>
          </p:cNvSpPr>
          <p:nvPr>
            <p:ph type="body" sz="quarter" idx="20"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531712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ten-4">
    <p:spTree>
      <p:nvGrpSpPr>
        <p:cNvPr id="1" name=""/>
        <p:cNvGrpSpPr/>
        <p:nvPr/>
      </p:nvGrpSpPr>
      <p:grpSpPr>
        <a:xfrm>
          <a:off x="0" y="0"/>
          <a:ext cx="0" cy="0"/>
          <a:chOff x="0" y="0"/>
          <a:chExt cx="0" cy="0"/>
        </a:xfrm>
      </p:grpSpPr>
      <p:sp>
        <p:nvSpPr>
          <p:cNvPr id="22" name="Textplatzhalter 2">
            <a:extLst>
              <a:ext uri="{FF2B5EF4-FFF2-40B4-BE49-F238E27FC236}">
                <a16:creationId xmlns:a16="http://schemas.microsoft.com/office/drawing/2014/main" id="{1FBA69DC-331E-1C79-5A23-95B757FB94DD}"/>
              </a:ext>
            </a:extLst>
          </p:cNvPr>
          <p:cNvSpPr>
            <a:spLocks noGrp="1"/>
          </p:cNvSpPr>
          <p:nvPr>
            <p:ph idx="12" hasCustomPrompt="1"/>
          </p:nvPr>
        </p:nvSpPr>
        <p:spPr>
          <a:xfrm>
            <a:off x="8020865"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4" name="Textplatzhalter 2">
            <a:extLst>
              <a:ext uri="{FF2B5EF4-FFF2-40B4-BE49-F238E27FC236}">
                <a16:creationId xmlns:a16="http://schemas.microsoft.com/office/drawing/2014/main" id="{16DD97F1-EF2B-CCBB-4927-400C81FDF5EF}"/>
              </a:ext>
            </a:extLst>
          </p:cNvPr>
          <p:cNvSpPr>
            <a:spLocks noGrp="1"/>
          </p:cNvSpPr>
          <p:nvPr>
            <p:ph idx="13" hasCustomPrompt="1"/>
          </p:nvPr>
        </p:nvSpPr>
        <p:spPr>
          <a:xfrm>
            <a:off x="4310468"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6" name="Textplatzhalter 2">
            <a:extLst>
              <a:ext uri="{FF2B5EF4-FFF2-40B4-BE49-F238E27FC236}">
                <a16:creationId xmlns:a16="http://schemas.microsoft.com/office/drawing/2014/main" id="{EA2CC008-3A96-F552-5398-AB924F1F7392}"/>
              </a:ext>
            </a:extLst>
          </p:cNvPr>
          <p:cNvSpPr>
            <a:spLocks noGrp="1"/>
          </p:cNvSpPr>
          <p:nvPr>
            <p:ph idx="14" hasCustomPrompt="1"/>
          </p:nvPr>
        </p:nvSpPr>
        <p:spPr>
          <a:xfrm>
            <a:off x="600072"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5" name="Gleichschenkliges Dreieck 4">
            <a:extLst>
              <a:ext uri="{FF2B5EF4-FFF2-40B4-BE49-F238E27FC236}">
                <a16:creationId xmlns:a16="http://schemas.microsoft.com/office/drawing/2014/main" id="{109E0554-EEE3-8A58-00E5-6B13462DCB6A}"/>
              </a:ext>
            </a:extLst>
          </p:cNvPr>
          <p:cNvSpPr/>
          <p:nvPr userDrawn="1"/>
        </p:nvSpPr>
        <p:spPr>
          <a:xfrm rot="10800000">
            <a:off x="3501132" y="4467141"/>
            <a:ext cx="5146676" cy="36512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4837F20E-21D6-D78F-6978-4BD7ACDCA03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7" name="Grafik 16" descr="Ein Bild, das Grafiken, Schrift, Text, Grafikdesign enthält.&#10;&#10;Automatisch generierte Beschreibung">
            <a:extLst>
              <a:ext uri="{FF2B5EF4-FFF2-40B4-BE49-F238E27FC236}">
                <a16:creationId xmlns:a16="http://schemas.microsoft.com/office/drawing/2014/main" id="{B872EE8E-3002-39E4-E3F6-6422694F10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18" name="Rechteck: abgerundete Ecken 17">
            <a:extLst>
              <a:ext uri="{FF2B5EF4-FFF2-40B4-BE49-F238E27FC236}">
                <a16:creationId xmlns:a16="http://schemas.microsoft.com/office/drawing/2014/main" id="{CC3C72A1-5165-BCD6-CDAF-8DD5C5A98BD3}"/>
              </a:ext>
            </a:extLst>
          </p:cNvPr>
          <p:cNvSpPr/>
          <p:nvPr userDrawn="1"/>
        </p:nvSpPr>
        <p:spPr>
          <a:xfrm>
            <a:off x="600075" y="5012215"/>
            <a:ext cx="10948790" cy="9277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Textplatzhalter 10">
            <a:extLst>
              <a:ext uri="{FF2B5EF4-FFF2-40B4-BE49-F238E27FC236}">
                <a16:creationId xmlns:a16="http://schemas.microsoft.com/office/drawing/2014/main" id="{D23EBED3-7B76-9763-8B03-D2A7AFD0FAC4}"/>
              </a:ext>
            </a:extLst>
          </p:cNvPr>
          <p:cNvSpPr>
            <a:spLocks noGrp="1"/>
          </p:cNvSpPr>
          <p:nvPr>
            <p:ph type="body" sz="quarter" idx="19" hasCustomPrompt="1"/>
          </p:nvPr>
        </p:nvSpPr>
        <p:spPr>
          <a:xfrm>
            <a:off x="709913" y="5149049"/>
            <a:ext cx="10772176" cy="654116"/>
          </a:xfrm>
          <a:ln>
            <a:noFill/>
          </a:ln>
        </p:spPr>
        <p:txBody>
          <a:bodyPr anchor="ctr">
            <a:normAutofit/>
          </a:bodyPr>
          <a:lstStyle>
            <a:lvl1pPr marL="0" indent="0" algn="ctr">
              <a:buNone/>
              <a:defRPr sz="1800" b="1">
                <a:solidFill>
                  <a:schemeClr val="bg1"/>
                </a:solidFill>
                <a:latin typeface="+mn-lt"/>
              </a:defRPr>
            </a:lvl1pPr>
          </a:lstStyle>
          <a:p>
            <a:pPr lvl="0"/>
            <a:r>
              <a:rPr lang="de-DE" dirty="0"/>
              <a:t>[Fazit]</a:t>
            </a:r>
          </a:p>
        </p:txBody>
      </p:sp>
      <p:sp>
        <p:nvSpPr>
          <p:cNvPr id="21" name="Rechteck: abgerundete Ecken 20">
            <a:extLst>
              <a:ext uri="{FF2B5EF4-FFF2-40B4-BE49-F238E27FC236}">
                <a16:creationId xmlns:a16="http://schemas.microsoft.com/office/drawing/2014/main" id="{58C0D098-C30A-B857-BAA5-0854285BE605}"/>
              </a:ext>
            </a:extLst>
          </p:cNvPr>
          <p:cNvSpPr/>
          <p:nvPr userDrawn="1"/>
        </p:nvSpPr>
        <p:spPr>
          <a:xfrm>
            <a:off x="600075"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Textplatzhalter 10">
            <a:extLst>
              <a:ext uri="{FF2B5EF4-FFF2-40B4-BE49-F238E27FC236}">
                <a16:creationId xmlns:a16="http://schemas.microsoft.com/office/drawing/2014/main" id="{B2A53315-396B-CBB5-ED13-234A5B017CC8}"/>
              </a:ext>
            </a:extLst>
          </p:cNvPr>
          <p:cNvSpPr>
            <a:spLocks noGrp="1"/>
          </p:cNvSpPr>
          <p:nvPr>
            <p:ph type="body" sz="quarter" idx="17" hasCustomPrompt="1"/>
          </p:nvPr>
        </p:nvSpPr>
        <p:spPr>
          <a:xfrm>
            <a:off x="679929"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9" name="Rechteck: abgerundete Ecken 28">
            <a:extLst>
              <a:ext uri="{FF2B5EF4-FFF2-40B4-BE49-F238E27FC236}">
                <a16:creationId xmlns:a16="http://schemas.microsoft.com/office/drawing/2014/main" id="{849AEC99-26BC-AB62-EFED-B46D890121A6}"/>
              </a:ext>
            </a:extLst>
          </p:cNvPr>
          <p:cNvSpPr/>
          <p:nvPr userDrawn="1"/>
        </p:nvSpPr>
        <p:spPr>
          <a:xfrm>
            <a:off x="4310471"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Textplatzhalter 10">
            <a:extLst>
              <a:ext uri="{FF2B5EF4-FFF2-40B4-BE49-F238E27FC236}">
                <a16:creationId xmlns:a16="http://schemas.microsoft.com/office/drawing/2014/main" id="{BE4B4410-3AA3-36AE-C2D4-229A7E1B7BCD}"/>
              </a:ext>
            </a:extLst>
          </p:cNvPr>
          <p:cNvSpPr>
            <a:spLocks noGrp="1"/>
          </p:cNvSpPr>
          <p:nvPr>
            <p:ph type="body" sz="quarter" idx="20" hasCustomPrompt="1"/>
          </p:nvPr>
        </p:nvSpPr>
        <p:spPr>
          <a:xfrm>
            <a:off x="4390325"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1" name="Rechteck: abgerundete Ecken 30">
            <a:extLst>
              <a:ext uri="{FF2B5EF4-FFF2-40B4-BE49-F238E27FC236}">
                <a16:creationId xmlns:a16="http://schemas.microsoft.com/office/drawing/2014/main" id="{50F9D7A8-0BF8-0F05-1F52-F666B1D8690F}"/>
              </a:ext>
            </a:extLst>
          </p:cNvPr>
          <p:cNvSpPr/>
          <p:nvPr userDrawn="1"/>
        </p:nvSpPr>
        <p:spPr>
          <a:xfrm>
            <a:off x="8020865"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64C6E7A4-759D-DD37-6FFE-B98D89FEABC5}"/>
              </a:ext>
            </a:extLst>
          </p:cNvPr>
          <p:cNvSpPr>
            <a:spLocks noGrp="1"/>
          </p:cNvSpPr>
          <p:nvPr>
            <p:ph type="body" sz="quarter" idx="21" hasCustomPrompt="1"/>
          </p:nvPr>
        </p:nvSpPr>
        <p:spPr>
          <a:xfrm>
            <a:off x="8100719"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3" name="Titelplatzhalter 1">
            <a:extLst>
              <a:ext uri="{FF2B5EF4-FFF2-40B4-BE49-F238E27FC236}">
                <a16:creationId xmlns:a16="http://schemas.microsoft.com/office/drawing/2014/main" id="{2FC76090-D612-C5BA-BD98-E80D0449AEC9}"/>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2" name="Rechteck: eine Ecke abgerundet 1">
            <a:extLst>
              <a:ext uri="{FF2B5EF4-FFF2-40B4-BE49-F238E27FC236}">
                <a16:creationId xmlns:a16="http://schemas.microsoft.com/office/drawing/2014/main" id="{01365353-A047-DFE3-6F7B-06448AE9F26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7AA985F8-32D3-43DB-BC35-46077758777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83D5EA46-8D43-3EAB-9825-7CD805C2B967}"/>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7" name="Textplatzhalter 16">
            <a:extLst>
              <a:ext uri="{FF2B5EF4-FFF2-40B4-BE49-F238E27FC236}">
                <a16:creationId xmlns:a16="http://schemas.microsoft.com/office/drawing/2014/main" id="{958B381A-B518-D091-9BDF-4EBAE4A2A8D8}"/>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9193677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ten-5">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5A4F4056-2387-BBD2-1D64-FA6981273F3D}"/>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9" name="Grafik 18" descr="Ein Bild, das Grafiken, Schrift, Text, Grafikdesign enthält.&#10;&#10;Automatisch generierte Beschreibung">
            <a:extLst>
              <a:ext uri="{FF2B5EF4-FFF2-40B4-BE49-F238E27FC236}">
                <a16:creationId xmlns:a16="http://schemas.microsoft.com/office/drawing/2014/main" id="{C0BC1A8B-3867-94DD-B539-178FE18648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2" name="Textplatzhalter 2">
            <a:extLst>
              <a:ext uri="{FF2B5EF4-FFF2-40B4-BE49-F238E27FC236}">
                <a16:creationId xmlns:a16="http://schemas.microsoft.com/office/drawing/2014/main" id="{DA884A11-F2F2-7362-DB12-CB892C7C8416}"/>
              </a:ext>
            </a:extLst>
          </p:cNvPr>
          <p:cNvSpPr>
            <a:spLocks noGrp="1"/>
          </p:cNvSpPr>
          <p:nvPr>
            <p:ph idx="1" hasCustomPrompt="1"/>
          </p:nvPr>
        </p:nvSpPr>
        <p:spPr>
          <a:xfrm>
            <a:off x="600075" y="2166943"/>
            <a:ext cx="540000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3" name="Textplatzhalter 2">
            <a:extLst>
              <a:ext uri="{FF2B5EF4-FFF2-40B4-BE49-F238E27FC236}">
                <a16:creationId xmlns:a16="http://schemas.microsoft.com/office/drawing/2014/main" id="{0672AFA6-74BB-8CF3-CAAD-BF1486F02730}"/>
              </a:ext>
            </a:extLst>
          </p:cNvPr>
          <p:cNvSpPr>
            <a:spLocks noGrp="1"/>
          </p:cNvSpPr>
          <p:nvPr>
            <p:ph idx="12" hasCustomPrompt="1"/>
          </p:nvPr>
        </p:nvSpPr>
        <p:spPr>
          <a:xfrm>
            <a:off x="6148865" y="2166943"/>
            <a:ext cx="540000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4" name="Rechteck: abgerundete Ecken 23">
            <a:extLst>
              <a:ext uri="{FF2B5EF4-FFF2-40B4-BE49-F238E27FC236}">
                <a16:creationId xmlns:a16="http://schemas.microsoft.com/office/drawing/2014/main" id="{11B63EA6-AA33-9DB4-C9AE-EF37BA409071}"/>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platzhalter 10">
            <a:extLst>
              <a:ext uri="{FF2B5EF4-FFF2-40B4-BE49-F238E27FC236}">
                <a16:creationId xmlns:a16="http://schemas.microsoft.com/office/drawing/2014/main" id="{0CE5EBCB-65D6-9E64-BAA4-42575A4DEA23}"/>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6" name="Rechteck: abgerundete Ecken 25">
            <a:extLst>
              <a:ext uri="{FF2B5EF4-FFF2-40B4-BE49-F238E27FC236}">
                <a16:creationId xmlns:a16="http://schemas.microsoft.com/office/drawing/2014/main" id="{3E4196F0-283B-D13B-4AA1-16A68B529B8F}"/>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platzhalter 10">
            <a:extLst>
              <a:ext uri="{FF2B5EF4-FFF2-40B4-BE49-F238E27FC236}">
                <a16:creationId xmlns:a16="http://schemas.microsoft.com/office/drawing/2014/main" id="{189CCF9F-B8E8-AAE1-2F70-ED409CA3262F}"/>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8" name="Textplatzhalter 2">
            <a:extLst>
              <a:ext uri="{FF2B5EF4-FFF2-40B4-BE49-F238E27FC236}">
                <a16:creationId xmlns:a16="http://schemas.microsoft.com/office/drawing/2014/main" id="{6B8703EA-9240-3F08-6423-AC3CEF21E76E}"/>
              </a:ext>
            </a:extLst>
          </p:cNvPr>
          <p:cNvSpPr>
            <a:spLocks noGrp="1"/>
          </p:cNvSpPr>
          <p:nvPr>
            <p:ph idx="19" hasCustomPrompt="1"/>
          </p:nvPr>
        </p:nvSpPr>
        <p:spPr>
          <a:xfrm>
            <a:off x="600075" y="4427234"/>
            <a:ext cx="1094879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9" name="Rechteck: abgerundete Ecken 28">
            <a:extLst>
              <a:ext uri="{FF2B5EF4-FFF2-40B4-BE49-F238E27FC236}">
                <a16:creationId xmlns:a16="http://schemas.microsoft.com/office/drawing/2014/main" id="{0C0AECB8-7EB7-38D7-EDA2-96D6F3DDCA9F}"/>
              </a:ext>
            </a:extLst>
          </p:cNvPr>
          <p:cNvSpPr/>
          <p:nvPr userDrawn="1"/>
        </p:nvSpPr>
        <p:spPr>
          <a:xfrm>
            <a:off x="600075" y="3878890"/>
            <a:ext cx="1094879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Textplatzhalter 10">
            <a:extLst>
              <a:ext uri="{FF2B5EF4-FFF2-40B4-BE49-F238E27FC236}">
                <a16:creationId xmlns:a16="http://schemas.microsoft.com/office/drawing/2014/main" id="{F1CAD4A7-66DD-C378-7732-B69D9F0C7A40}"/>
              </a:ext>
            </a:extLst>
          </p:cNvPr>
          <p:cNvSpPr>
            <a:spLocks noGrp="1"/>
          </p:cNvSpPr>
          <p:nvPr>
            <p:ph type="body" sz="quarter" idx="20" hasCustomPrompt="1"/>
          </p:nvPr>
        </p:nvSpPr>
        <p:spPr>
          <a:xfrm>
            <a:off x="654713" y="3905479"/>
            <a:ext cx="10839514"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1" name="Titelplatzhalter 1">
            <a:extLst>
              <a:ext uri="{FF2B5EF4-FFF2-40B4-BE49-F238E27FC236}">
                <a16:creationId xmlns:a16="http://schemas.microsoft.com/office/drawing/2014/main" id="{494AFB1F-DA76-BE0E-0DE6-AACD32A2C297}"/>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D4B1FCC3-EF15-72F1-573D-2A7F2A0D8D4D}"/>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oliennummernplatzhalter 15">
            <a:extLst>
              <a:ext uri="{FF2B5EF4-FFF2-40B4-BE49-F238E27FC236}">
                <a16:creationId xmlns:a16="http://schemas.microsoft.com/office/drawing/2014/main" id="{4034CC9B-7A3C-0016-BBD8-54788D91B761}"/>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7A2B822F-60B2-0F0A-E60B-FC555AD69745}"/>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7" name="Textplatzhalter 16">
            <a:extLst>
              <a:ext uri="{FF2B5EF4-FFF2-40B4-BE49-F238E27FC236}">
                <a16:creationId xmlns:a16="http://schemas.microsoft.com/office/drawing/2014/main" id="{2CE51B9A-9DA5-14E1-55FC-858C09B59173}"/>
              </a:ext>
            </a:extLst>
          </p:cNvPr>
          <p:cNvSpPr>
            <a:spLocks noGrp="1"/>
          </p:cNvSpPr>
          <p:nvPr>
            <p:ph type="body" sz="quarter" idx="21"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111397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ten-6">
    <p:spTree>
      <p:nvGrpSpPr>
        <p:cNvPr id="1" name=""/>
        <p:cNvGrpSpPr/>
        <p:nvPr/>
      </p:nvGrpSpPr>
      <p:grpSpPr>
        <a:xfrm>
          <a:off x="0" y="0"/>
          <a:ext cx="0" cy="0"/>
          <a:chOff x="0" y="0"/>
          <a:chExt cx="0" cy="0"/>
        </a:xfrm>
      </p:grpSpPr>
      <p:sp>
        <p:nvSpPr>
          <p:cNvPr id="21" name="Textplatzhalter 2">
            <a:extLst>
              <a:ext uri="{FF2B5EF4-FFF2-40B4-BE49-F238E27FC236}">
                <a16:creationId xmlns:a16="http://schemas.microsoft.com/office/drawing/2014/main" id="{E6E63F81-2E76-EA92-388A-A2B1AC29D597}"/>
              </a:ext>
            </a:extLst>
          </p:cNvPr>
          <p:cNvSpPr>
            <a:spLocks noGrp="1"/>
          </p:cNvSpPr>
          <p:nvPr>
            <p:ph idx="12" hasCustomPrompt="1"/>
          </p:nvPr>
        </p:nvSpPr>
        <p:spPr>
          <a:xfrm>
            <a:off x="2982249" y="1664974"/>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5" name="Textplatzhalter 2">
            <a:extLst>
              <a:ext uri="{FF2B5EF4-FFF2-40B4-BE49-F238E27FC236}">
                <a16:creationId xmlns:a16="http://schemas.microsoft.com/office/drawing/2014/main" id="{7F449A20-D13C-BCE0-F35D-42C745153612}"/>
              </a:ext>
            </a:extLst>
          </p:cNvPr>
          <p:cNvSpPr>
            <a:spLocks noGrp="1"/>
          </p:cNvSpPr>
          <p:nvPr>
            <p:ph idx="13" hasCustomPrompt="1"/>
          </p:nvPr>
        </p:nvSpPr>
        <p:spPr>
          <a:xfrm>
            <a:off x="2982249" y="3068717"/>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7" name="Textplatzhalter 2">
            <a:extLst>
              <a:ext uri="{FF2B5EF4-FFF2-40B4-BE49-F238E27FC236}">
                <a16:creationId xmlns:a16="http://schemas.microsoft.com/office/drawing/2014/main" id="{58D5B972-50AC-C644-AE83-22805E0AEE6A}"/>
              </a:ext>
            </a:extLst>
          </p:cNvPr>
          <p:cNvSpPr>
            <a:spLocks noGrp="1"/>
          </p:cNvSpPr>
          <p:nvPr>
            <p:ph idx="14" hasCustomPrompt="1"/>
          </p:nvPr>
        </p:nvSpPr>
        <p:spPr>
          <a:xfrm>
            <a:off x="2982249" y="4472460"/>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16" name="Rechteck: abgerundete Ecken 15">
            <a:extLst>
              <a:ext uri="{FF2B5EF4-FFF2-40B4-BE49-F238E27FC236}">
                <a16:creationId xmlns:a16="http://schemas.microsoft.com/office/drawing/2014/main" id="{C9E6B537-ECB3-6E79-64CD-0413F59403B8}"/>
              </a:ext>
            </a:extLst>
          </p:cNvPr>
          <p:cNvSpPr/>
          <p:nvPr userDrawn="1"/>
        </p:nvSpPr>
        <p:spPr>
          <a:xfrm>
            <a:off x="600075" y="1664974"/>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platzhalter 10">
            <a:extLst>
              <a:ext uri="{FF2B5EF4-FFF2-40B4-BE49-F238E27FC236}">
                <a16:creationId xmlns:a16="http://schemas.microsoft.com/office/drawing/2014/main" id="{F053629B-09A5-0EFE-4D1C-966328C5CDCA}"/>
              </a:ext>
            </a:extLst>
          </p:cNvPr>
          <p:cNvSpPr>
            <a:spLocks noGrp="1"/>
          </p:cNvSpPr>
          <p:nvPr>
            <p:ph type="body" sz="quarter" idx="17" hasCustomPrompt="1"/>
          </p:nvPr>
        </p:nvSpPr>
        <p:spPr>
          <a:xfrm>
            <a:off x="669086" y="1727270"/>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18" name="Rechteck: abgerundete Ecken 17">
            <a:extLst>
              <a:ext uri="{FF2B5EF4-FFF2-40B4-BE49-F238E27FC236}">
                <a16:creationId xmlns:a16="http://schemas.microsoft.com/office/drawing/2014/main" id="{2FDBBEB8-3689-9F49-1DD3-8E200FA47866}"/>
              </a:ext>
            </a:extLst>
          </p:cNvPr>
          <p:cNvSpPr/>
          <p:nvPr userDrawn="1"/>
        </p:nvSpPr>
        <p:spPr>
          <a:xfrm>
            <a:off x="600075" y="3073646"/>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platzhalter 10">
            <a:extLst>
              <a:ext uri="{FF2B5EF4-FFF2-40B4-BE49-F238E27FC236}">
                <a16:creationId xmlns:a16="http://schemas.microsoft.com/office/drawing/2014/main" id="{6AB9804B-1C63-87AA-E2F5-014BBFA48B4A}"/>
              </a:ext>
            </a:extLst>
          </p:cNvPr>
          <p:cNvSpPr>
            <a:spLocks noGrp="1"/>
          </p:cNvSpPr>
          <p:nvPr>
            <p:ph type="body" sz="quarter" idx="18" hasCustomPrompt="1"/>
          </p:nvPr>
        </p:nvSpPr>
        <p:spPr>
          <a:xfrm>
            <a:off x="669086" y="3135942"/>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0" name="Rechteck: abgerundete Ecken 19">
            <a:extLst>
              <a:ext uri="{FF2B5EF4-FFF2-40B4-BE49-F238E27FC236}">
                <a16:creationId xmlns:a16="http://schemas.microsoft.com/office/drawing/2014/main" id="{74A36AA7-8E81-BAF5-2A4A-04B2BF111380}"/>
              </a:ext>
            </a:extLst>
          </p:cNvPr>
          <p:cNvSpPr/>
          <p:nvPr userDrawn="1"/>
        </p:nvSpPr>
        <p:spPr>
          <a:xfrm>
            <a:off x="600075" y="4472460"/>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platzhalter 10">
            <a:extLst>
              <a:ext uri="{FF2B5EF4-FFF2-40B4-BE49-F238E27FC236}">
                <a16:creationId xmlns:a16="http://schemas.microsoft.com/office/drawing/2014/main" id="{8CD471F3-87B1-F32D-06C4-CEAD0CF5BE6A}"/>
              </a:ext>
            </a:extLst>
          </p:cNvPr>
          <p:cNvSpPr>
            <a:spLocks noGrp="1"/>
          </p:cNvSpPr>
          <p:nvPr>
            <p:ph type="body" sz="quarter" idx="19" hasCustomPrompt="1"/>
          </p:nvPr>
        </p:nvSpPr>
        <p:spPr>
          <a:xfrm>
            <a:off x="669086" y="4534756"/>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4" name="Titelplatzhalter 1">
            <a:extLst>
              <a:ext uri="{FF2B5EF4-FFF2-40B4-BE49-F238E27FC236}">
                <a16:creationId xmlns:a16="http://schemas.microsoft.com/office/drawing/2014/main" id="{9D7774AF-420C-9164-0C6E-4A1A0E9AFD88}"/>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8BA8C272-6F89-8972-2F52-A4112E77C9E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5D5C884-DA70-7C21-3831-BA8A1E525B71}"/>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7000386F-A59E-5E73-E9AC-E007B85D335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4DC4D9AF-2D1E-36DC-8444-3FB61B851DF7}"/>
              </a:ext>
            </a:extLst>
          </p:cNvPr>
          <p:cNvSpPr>
            <a:spLocks noGrp="1"/>
          </p:cNvSpPr>
          <p:nvPr>
            <p:ph type="body" sz="quarter" idx="20"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513872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ten-8">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Titelplatzhalter 1">
            <a:extLst>
              <a:ext uri="{FF2B5EF4-FFF2-40B4-BE49-F238E27FC236}">
                <a16:creationId xmlns:a16="http://schemas.microsoft.com/office/drawing/2014/main" id="{566BC798-3064-0635-DB3B-982F7CEF61C3}"/>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3" name="Rechteck: eine Ecke abgerundet 2">
            <a:extLst>
              <a:ext uri="{FF2B5EF4-FFF2-40B4-BE49-F238E27FC236}">
                <a16:creationId xmlns:a16="http://schemas.microsoft.com/office/drawing/2014/main" id="{1CF86E75-6AFC-948E-CE74-3BAB8CF2563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A1AE38D-6E6B-A641-D36F-98997AD39FE9}"/>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B05CF041-0B24-1450-0EA2-AB81192962A0}"/>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229C9E67-FCBD-EDEE-D786-9A5A1A10982B}"/>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506627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ten-9">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9B61D6EB-B334-122B-5499-262A36E14665}"/>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6" name="Rechteck: eine Ecke abgerundet 5">
            <a:extLst>
              <a:ext uri="{FF2B5EF4-FFF2-40B4-BE49-F238E27FC236}">
                <a16:creationId xmlns:a16="http://schemas.microsoft.com/office/drawing/2014/main" id="{D8315774-87C9-267F-56AD-DD6F90EAFA4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0BFECE77-67D7-6336-7C7B-4F8D956FECF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28A9D409-A5C4-21AB-ABE2-C08471DB244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0" name="Textplatzhalter 16">
            <a:extLst>
              <a:ext uri="{FF2B5EF4-FFF2-40B4-BE49-F238E27FC236}">
                <a16:creationId xmlns:a16="http://schemas.microsoft.com/office/drawing/2014/main" id="{94D504AC-A752-A4A2-42EF-2DC48DB99E0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1881571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ten-10">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1FDA9160-104E-0392-3F93-9A0B2366CA46}"/>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6" name="Rechteck: eine Ecke abgerundet 5">
            <a:extLst>
              <a:ext uri="{FF2B5EF4-FFF2-40B4-BE49-F238E27FC236}">
                <a16:creationId xmlns:a16="http://schemas.microsoft.com/office/drawing/2014/main" id="{8CAB2AEB-6012-8C19-C065-B526EB2F512F}"/>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C466F77F-6265-DAEC-3D4F-B23A4125A5D5}"/>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275A6C31-48A7-4D49-7C9E-CFE79C4FD00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0" name="Textplatzhalter 16">
            <a:extLst>
              <a:ext uri="{FF2B5EF4-FFF2-40B4-BE49-F238E27FC236}">
                <a16:creationId xmlns:a16="http://schemas.microsoft.com/office/drawing/2014/main" id="{7F4B9580-191C-0B4B-E35A-D6C2401695A1}"/>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278605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ten-11">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C938E71F-EFAA-E7B6-EE67-D39204C0CDD6}"/>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6" name="Rechteck: eine Ecke abgerundet 5">
            <a:extLst>
              <a:ext uri="{FF2B5EF4-FFF2-40B4-BE49-F238E27FC236}">
                <a16:creationId xmlns:a16="http://schemas.microsoft.com/office/drawing/2014/main" id="{FA709AD6-5414-7648-EF27-1E3936B2957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DB3CB7CB-3C12-50E2-AC70-A2E316783577}"/>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19F93351-F20B-E80C-BC0B-8B5761B0A8CE}"/>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0" name="Textplatzhalter 16">
            <a:extLst>
              <a:ext uri="{FF2B5EF4-FFF2-40B4-BE49-F238E27FC236}">
                <a16:creationId xmlns:a16="http://schemas.microsoft.com/office/drawing/2014/main" id="{3F01A6E8-4A87-4F53-2FF0-934FB2017644}"/>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3822387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ten-12">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420F84C5-7A91-575E-79BF-CCC2B7CD15AE}"/>
              </a:ext>
            </a:extLst>
          </p:cNvPr>
          <p:cNvSpPr>
            <a:spLocks noGrp="1"/>
          </p:cNvSpPr>
          <p:nvPr>
            <p:ph type="body" sz="quarter" idx="31" hasCustomPrompt="1"/>
          </p:nvPr>
        </p:nvSpPr>
        <p:spPr>
          <a:xfrm>
            <a:off x="2982249" y="2610942"/>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6" name="Textplatzhalter 10">
            <a:extLst>
              <a:ext uri="{FF2B5EF4-FFF2-40B4-BE49-F238E27FC236}">
                <a16:creationId xmlns:a16="http://schemas.microsoft.com/office/drawing/2014/main" id="{7E9CC1D5-9478-6D0F-2076-0C12DB26CF12}"/>
              </a:ext>
            </a:extLst>
          </p:cNvPr>
          <p:cNvSpPr>
            <a:spLocks noGrp="1"/>
          </p:cNvSpPr>
          <p:nvPr>
            <p:ph type="body" sz="quarter" idx="32" hasCustomPrompt="1"/>
          </p:nvPr>
        </p:nvSpPr>
        <p:spPr>
          <a:xfrm>
            <a:off x="2982249" y="3827649"/>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7" name="Titelplatzhalter 1">
            <a:extLst>
              <a:ext uri="{FF2B5EF4-FFF2-40B4-BE49-F238E27FC236}">
                <a16:creationId xmlns:a16="http://schemas.microsoft.com/office/drawing/2014/main" id="{6EE38BEA-2F6D-4B76-E47D-650B7B53416A}"/>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8" name="Rechteck: eine Ecke abgerundet 7">
            <a:extLst>
              <a:ext uri="{FF2B5EF4-FFF2-40B4-BE49-F238E27FC236}">
                <a16:creationId xmlns:a16="http://schemas.microsoft.com/office/drawing/2014/main" id="{7E170B0D-5D3D-E473-AA26-6BABA8DCA681}"/>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oliennummernplatzhalter 15">
            <a:extLst>
              <a:ext uri="{FF2B5EF4-FFF2-40B4-BE49-F238E27FC236}">
                <a16:creationId xmlns:a16="http://schemas.microsoft.com/office/drawing/2014/main" id="{522777F1-33E3-FE82-0581-B14A23EF68C3}"/>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11" name="Foliennummernplatzhalter 15">
            <a:extLst>
              <a:ext uri="{FF2B5EF4-FFF2-40B4-BE49-F238E27FC236}">
                <a16:creationId xmlns:a16="http://schemas.microsoft.com/office/drawing/2014/main" id="{A6EAA4C1-D2A7-F288-2CB1-B88FD93979F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4" name="Textplatzhalter 16">
            <a:extLst>
              <a:ext uri="{FF2B5EF4-FFF2-40B4-BE49-F238E27FC236}">
                <a16:creationId xmlns:a16="http://schemas.microsoft.com/office/drawing/2014/main" id="{69559DE1-AF3F-22FA-B2DF-846BD81C37D4}"/>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550232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Zeitstrahl">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cxnSp>
        <p:nvCxnSpPr>
          <p:cNvPr id="14" name="Gerader Verbinder 13">
            <a:extLst>
              <a:ext uri="{FF2B5EF4-FFF2-40B4-BE49-F238E27FC236}">
                <a16:creationId xmlns:a16="http://schemas.microsoft.com/office/drawing/2014/main" id="{F2E607F4-631E-C454-DFA5-1F0180C70F0A}"/>
              </a:ext>
            </a:extLst>
          </p:cNvPr>
          <p:cNvCxnSpPr>
            <a:cxnSpLocks/>
          </p:cNvCxnSpPr>
          <p:nvPr userDrawn="1"/>
        </p:nvCxnSpPr>
        <p:spPr>
          <a:xfrm>
            <a:off x="711200" y="3154025"/>
            <a:ext cx="10736729"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30" name="Diagramm 29">
            <a:extLst>
              <a:ext uri="{FF2B5EF4-FFF2-40B4-BE49-F238E27FC236}">
                <a16:creationId xmlns:a16="http://schemas.microsoft.com/office/drawing/2014/main" id="{65C090AA-C862-D8C5-1B37-C8BEED2B5A3C}"/>
              </a:ext>
            </a:extLst>
          </p:cNvPr>
          <p:cNvGraphicFramePr/>
          <p:nvPr userDrawn="1">
            <p:extLst>
              <p:ext uri="{D42A27DB-BD31-4B8C-83A1-F6EECF244321}">
                <p14:modId xmlns:p14="http://schemas.microsoft.com/office/powerpoint/2010/main" val="375980931"/>
              </p:ext>
            </p:extLst>
          </p:nvPr>
        </p:nvGraphicFramePr>
        <p:xfrm>
          <a:off x="2796252" y="1618596"/>
          <a:ext cx="8752611" cy="652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5" name="Textplatzhalter 43">
            <a:extLst>
              <a:ext uri="{FF2B5EF4-FFF2-40B4-BE49-F238E27FC236}">
                <a16:creationId xmlns:a16="http://schemas.microsoft.com/office/drawing/2014/main" id="{1B576BE0-36F8-694D-29B0-6FC3091558BD}"/>
              </a:ext>
            </a:extLst>
          </p:cNvPr>
          <p:cNvSpPr>
            <a:spLocks noGrp="1"/>
          </p:cNvSpPr>
          <p:nvPr>
            <p:ph type="body" sz="quarter" idx="33" hasCustomPrompt="1"/>
          </p:nvPr>
        </p:nvSpPr>
        <p:spPr>
          <a:xfrm>
            <a:off x="2852738"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1]</a:t>
            </a:r>
          </a:p>
        </p:txBody>
      </p:sp>
      <p:sp>
        <p:nvSpPr>
          <p:cNvPr id="46" name="Textplatzhalter 43">
            <a:extLst>
              <a:ext uri="{FF2B5EF4-FFF2-40B4-BE49-F238E27FC236}">
                <a16:creationId xmlns:a16="http://schemas.microsoft.com/office/drawing/2014/main" id="{3A7489D2-97A9-5930-93BF-135B2F34BE72}"/>
              </a:ext>
            </a:extLst>
          </p:cNvPr>
          <p:cNvSpPr>
            <a:spLocks noGrp="1"/>
          </p:cNvSpPr>
          <p:nvPr>
            <p:ph type="body" sz="quarter" idx="34" hasCustomPrompt="1"/>
          </p:nvPr>
        </p:nvSpPr>
        <p:spPr>
          <a:xfrm>
            <a:off x="9991526"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5]</a:t>
            </a:r>
          </a:p>
        </p:txBody>
      </p:sp>
      <p:sp>
        <p:nvSpPr>
          <p:cNvPr id="47" name="Textplatzhalter 43">
            <a:extLst>
              <a:ext uri="{FF2B5EF4-FFF2-40B4-BE49-F238E27FC236}">
                <a16:creationId xmlns:a16="http://schemas.microsoft.com/office/drawing/2014/main" id="{770E7C48-0F73-54A3-DD1E-EB9A45E30BC5}"/>
              </a:ext>
            </a:extLst>
          </p:cNvPr>
          <p:cNvSpPr>
            <a:spLocks noGrp="1"/>
          </p:cNvSpPr>
          <p:nvPr>
            <p:ph type="body" sz="quarter" idx="35" hasCustomPrompt="1"/>
          </p:nvPr>
        </p:nvSpPr>
        <p:spPr>
          <a:xfrm>
            <a:off x="8220887"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4]</a:t>
            </a:r>
          </a:p>
        </p:txBody>
      </p:sp>
      <p:sp>
        <p:nvSpPr>
          <p:cNvPr id="48" name="Textplatzhalter 43">
            <a:extLst>
              <a:ext uri="{FF2B5EF4-FFF2-40B4-BE49-F238E27FC236}">
                <a16:creationId xmlns:a16="http://schemas.microsoft.com/office/drawing/2014/main" id="{D94E906D-7CBB-400E-5072-CC74F16B1CE2}"/>
              </a:ext>
            </a:extLst>
          </p:cNvPr>
          <p:cNvSpPr>
            <a:spLocks noGrp="1"/>
          </p:cNvSpPr>
          <p:nvPr>
            <p:ph type="body" sz="quarter" idx="36" hasCustomPrompt="1"/>
          </p:nvPr>
        </p:nvSpPr>
        <p:spPr>
          <a:xfrm>
            <a:off x="6450246"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3]</a:t>
            </a:r>
          </a:p>
        </p:txBody>
      </p:sp>
      <p:sp>
        <p:nvSpPr>
          <p:cNvPr id="49" name="Textplatzhalter 43">
            <a:extLst>
              <a:ext uri="{FF2B5EF4-FFF2-40B4-BE49-F238E27FC236}">
                <a16:creationId xmlns:a16="http://schemas.microsoft.com/office/drawing/2014/main" id="{B89FB2F2-C12F-F6B2-0828-1D75F7462E52}"/>
              </a:ext>
            </a:extLst>
          </p:cNvPr>
          <p:cNvSpPr>
            <a:spLocks noGrp="1"/>
          </p:cNvSpPr>
          <p:nvPr>
            <p:ph type="body" sz="quarter" idx="37" hasCustomPrompt="1"/>
          </p:nvPr>
        </p:nvSpPr>
        <p:spPr>
          <a:xfrm>
            <a:off x="4679605"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2]</a:t>
            </a:r>
          </a:p>
        </p:txBody>
      </p:sp>
      <p:sp>
        <p:nvSpPr>
          <p:cNvPr id="50" name="Textplatzhalter 43">
            <a:extLst>
              <a:ext uri="{FF2B5EF4-FFF2-40B4-BE49-F238E27FC236}">
                <a16:creationId xmlns:a16="http://schemas.microsoft.com/office/drawing/2014/main" id="{5E0CD138-B8A5-DD6E-E445-88626CA2CB2D}"/>
              </a:ext>
            </a:extLst>
          </p:cNvPr>
          <p:cNvSpPr>
            <a:spLocks noGrp="1"/>
          </p:cNvSpPr>
          <p:nvPr>
            <p:ph type="body" sz="quarter" idx="38" hasCustomPrompt="1"/>
          </p:nvPr>
        </p:nvSpPr>
        <p:spPr>
          <a:xfrm>
            <a:off x="600075" y="1653837"/>
            <a:ext cx="2095585" cy="1427977"/>
          </a:xfrm>
          <a:noFill/>
        </p:spPr>
        <p:txBody>
          <a:bodyPr anchor="t">
            <a:normAutofit/>
          </a:bodyPr>
          <a:lstStyle>
            <a:lvl1pPr marL="0" indent="0" algn="l">
              <a:buNone/>
              <a:defRPr sz="1400" b="1">
                <a:solidFill>
                  <a:schemeClr val="tx1"/>
                </a:solidFill>
                <a:latin typeface="+mn-lt"/>
              </a:defRPr>
            </a:lvl1pPr>
          </a:lstStyle>
          <a:p>
            <a:pPr lvl="0"/>
            <a:r>
              <a:rPr lang="de-DE" dirty="0"/>
              <a:t>[Phasen]</a:t>
            </a:r>
          </a:p>
          <a:p>
            <a:pPr lvl="0"/>
            <a:endParaRPr lang="de-DE" dirty="0"/>
          </a:p>
          <a:p>
            <a:pPr lvl="0"/>
            <a:r>
              <a:rPr lang="de-DE" dirty="0"/>
              <a:t>[Zielsetzung]</a:t>
            </a:r>
          </a:p>
        </p:txBody>
      </p:sp>
      <p:sp>
        <p:nvSpPr>
          <p:cNvPr id="53" name="Textplatzhalter 43">
            <a:extLst>
              <a:ext uri="{FF2B5EF4-FFF2-40B4-BE49-F238E27FC236}">
                <a16:creationId xmlns:a16="http://schemas.microsoft.com/office/drawing/2014/main" id="{18C6942D-FD3F-3AAC-5109-896951A943A7}"/>
              </a:ext>
            </a:extLst>
          </p:cNvPr>
          <p:cNvSpPr>
            <a:spLocks noGrp="1"/>
          </p:cNvSpPr>
          <p:nvPr>
            <p:ph type="body" sz="quarter" idx="39" hasCustomPrompt="1"/>
          </p:nvPr>
        </p:nvSpPr>
        <p:spPr>
          <a:xfrm>
            <a:off x="600075" y="3220811"/>
            <a:ext cx="2095585" cy="300765"/>
          </a:xfrm>
          <a:noFill/>
        </p:spPr>
        <p:txBody>
          <a:bodyPr anchor="t">
            <a:normAutofit/>
          </a:bodyPr>
          <a:lstStyle>
            <a:lvl1pPr marL="0" indent="0" algn="l">
              <a:buNone/>
              <a:defRPr sz="1400" b="1">
                <a:solidFill>
                  <a:schemeClr val="tx1"/>
                </a:solidFill>
                <a:latin typeface="+mn-lt"/>
              </a:defRPr>
            </a:lvl1pPr>
          </a:lstStyle>
          <a:p>
            <a:pPr lvl="0"/>
            <a:r>
              <a:rPr lang="de-DE" dirty="0"/>
              <a:t>[Schritte]</a:t>
            </a:r>
          </a:p>
        </p:txBody>
      </p:sp>
      <p:sp>
        <p:nvSpPr>
          <p:cNvPr id="54" name="Textplatzhalter 43">
            <a:extLst>
              <a:ext uri="{FF2B5EF4-FFF2-40B4-BE49-F238E27FC236}">
                <a16:creationId xmlns:a16="http://schemas.microsoft.com/office/drawing/2014/main" id="{6DA7885A-34AD-9B8C-6E96-9F3D50553D68}"/>
              </a:ext>
            </a:extLst>
          </p:cNvPr>
          <p:cNvSpPr>
            <a:spLocks noGrp="1"/>
          </p:cNvSpPr>
          <p:nvPr>
            <p:ph type="body" sz="quarter" idx="40" hasCustomPrompt="1"/>
          </p:nvPr>
        </p:nvSpPr>
        <p:spPr>
          <a:xfrm>
            <a:off x="600075" y="3588361"/>
            <a:ext cx="2095585" cy="2538391"/>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5" name="Textplatzhalter 43">
            <a:extLst>
              <a:ext uri="{FF2B5EF4-FFF2-40B4-BE49-F238E27FC236}">
                <a16:creationId xmlns:a16="http://schemas.microsoft.com/office/drawing/2014/main" id="{4EC82578-D20C-CF5C-736E-2CBB6ABA4555}"/>
              </a:ext>
            </a:extLst>
          </p:cNvPr>
          <p:cNvSpPr>
            <a:spLocks noGrp="1"/>
          </p:cNvSpPr>
          <p:nvPr>
            <p:ph type="body" sz="quarter" idx="41" hasCustomPrompt="1"/>
          </p:nvPr>
        </p:nvSpPr>
        <p:spPr>
          <a:xfrm>
            <a:off x="2737572"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6" name="Textplatzhalter 43">
            <a:extLst>
              <a:ext uri="{FF2B5EF4-FFF2-40B4-BE49-F238E27FC236}">
                <a16:creationId xmlns:a16="http://schemas.microsoft.com/office/drawing/2014/main" id="{266E673D-407C-6063-6FB1-D4BA48FC5088}"/>
              </a:ext>
            </a:extLst>
          </p:cNvPr>
          <p:cNvSpPr>
            <a:spLocks noGrp="1"/>
          </p:cNvSpPr>
          <p:nvPr>
            <p:ph type="body" sz="quarter" idx="42" hasCustomPrompt="1"/>
          </p:nvPr>
        </p:nvSpPr>
        <p:spPr>
          <a:xfrm>
            <a:off x="2737572"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7" name="Textplatzhalter 43">
            <a:extLst>
              <a:ext uri="{FF2B5EF4-FFF2-40B4-BE49-F238E27FC236}">
                <a16:creationId xmlns:a16="http://schemas.microsoft.com/office/drawing/2014/main" id="{43CF1066-D4C4-20F5-AC67-680EF9F010F2}"/>
              </a:ext>
            </a:extLst>
          </p:cNvPr>
          <p:cNvSpPr>
            <a:spLocks noGrp="1"/>
          </p:cNvSpPr>
          <p:nvPr>
            <p:ph type="body" sz="quarter" idx="43" hasCustomPrompt="1"/>
          </p:nvPr>
        </p:nvSpPr>
        <p:spPr>
          <a:xfrm>
            <a:off x="4508213"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8" name="Textplatzhalter 43">
            <a:extLst>
              <a:ext uri="{FF2B5EF4-FFF2-40B4-BE49-F238E27FC236}">
                <a16:creationId xmlns:a16="http://schemas.microsoft.com/office/drawing/2014/main" id="{FC448FBD-3FE9-5D3B-806A-86F805DD9DC7}"/>
              </a:ext>
            </a:extLst>
          </p:cNvPr>
          <p:cNvSpPr>
            <a:spLocks noGrp="1"/>
          </p:cNvSpPr>
          <p:nvPr>
            <p:ph type="body" sz="quarter" idx="44" hasCustomPrompt="1"/>
          </p:nvPr>
        </p:nvSpPr>
        <p:spPr>
          <a:xfrm>
            <a:off x="4508213"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9" name="Textplatzhalter 43">
            <a:extLst>
              <a:ext uri="{FF2B5EF4-FFF2-40B4-BE49-F238E27FC236}">
                <a16:creationId xmlns:a16="http://schemas.microsoft.com/office/drawing/2014/main" id="{FD05AB5E-5F0D-4DAC-E78E-CC8D6BC529CB}"/>
              </a:ext>
            </a:extLst>
          </p:cNvPr>
          <p:cNvSpPr>
            <a:spLocks noGrp="1"/>
          </p:cNvSpPr>
          <p:nvPr>
            <p:ph type="body" sz="quarter" idx="45" hasCustomPrompt="1"/>
          </p:nvPr>
        </p:nvSpPr>
        <p:spPr>
          <a:xfrm>
            <a:off x="6278854"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0" name="Textplatzhalter 43">
            <a:extLst>
              <a:ext uri="{FF2B5EF4-FFF2-40B4-BE49-F238E27FC236}">
                <a16:creationId xmlns:a16="http://schemas.microsoft.com/office/drawing/2014/main" id="{DF3302BE-AD29-C072-74AA-B74289845987}"/>
              </a:ext>
            </a:extLst>
          </p:cNvPr>
          <p:cNvSpPr>
            <a:spLocks noGrp="1"/>
          </p:cNvSpPr>
          <p:nvPr>
            <p:ph type="body" sz="quarter" idx="46" hasCustomPrompt="1"/>
          </p:nvPr>
        </p:nvSpPr>
        <p:spPr>
          <a:xfrm>
            <a:off x="6278854"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1" name="Textplatzhalter 43">
            <a:extLst>
              <a:ext uri="{FF2B5EF4-FFF2-40B4-BE49-F238E27FC236}">
                <a16:creationId xmlns:a16="http://schemas.microsoft.com/office/drawing/2014/main" id="{A12DB289-E3A3-689C-0930-B000F47E21FA}"/>
              </a:ext>
            </a:extLst>
          </p:cNvPr>
          <p:cNvSpPr>
            <a:spLocks noGrp="1"/>
          </p:cNvSpPr>
          <p:nvPr>
            <p:ph type="body" sz="quarter" idx="47" hasCustomPrompt="1"/>
          </p:nvPr>
        </p:nvSpPr>
        <p:spPr>
          <a:xfrm>
            <a:off x="8049495"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2" name="Textplatzhalter 43">
            <a:extLst>
              <a:ext uri="{FF2B5EF4-FFF2-40B4-BE49-F238E27FC236}">
                <a16:creationId xmlns:a16="http://schemas.microsoft.com/office/drawing/2014/main" id="{3233710A-5225-A842-B4D9-710BD4E5589A}"/>
              </a:ext>
            </a:extLst>
          </p:cNvPr>
          <p:cNvSpPr>
            <a:spLocks noGrp="1"/>
          </p:cNvSpPr>
          <p:nvPr>
            <p:ph type="body" sz="quarter" idx="48" hasCustomPrompt="1"/>
          </p:nvPr>
        </p:nvSpPr>
        <p:spPr>
          <a:xfrm>
            <a:off x="8049495"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3" name="Textplatzhalter 43">
            <a:extLst>
              <a:ext uri="{FF2B5EF4-FFF2-40B4-BE49-F238E27FC236}">
                <a16:creationId xmlns:a16="http://schemas.microsoft.com/office/drawing/2014/main" id="{324C071F-BB93-1C35-F0F9-CAC517EAFB87}"/>
              </a:ext>
            </a:extLst>
          </p:cNvPr>
          <p:cNvSpPr>
            <a:spLocks noGrp="1"/>
          </p:cNvSpPr>
          <p:nvPr>
            <p:ph type="body" sz="quarter" idx="49" hasCustomPrompt="1"/>
          </p:nvPr>
        </p:nvSpPr>
        <p:spPr>
          <a:xfrm>
            <a:off x="9820136"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4" name="Textplatzhalter 43">
            <a:extLst>
              <a:ext uri="{FF2B5EF4-FFF2-40B4-BE49-F238E27FC236}">
                <a16:creationId xmlns:a16="http://schemas.microsoft.com/office/drawing/2014/main" id="{99F5D337-B91E-597F-865C-B60FE020B952}"/>
              </a:ext>
            </a:extLst>
          </p:cNvPr>
          <p:cNvSpPr>
            <a:spLocks noGrp="1"/>
          </p:cNvSpPr>
          <p:nvPr>
            <p:ph type="body" sz="quarter" idx="50" hasCustomPrompt="1"/>
          </p:nvPr>
        </p:nvSpPr>
        <p:spPr>
          <a:xfrm>
            <a:off x="9820136"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5" name="Titelplatzhalter 1">
            <a:extLst>
              <a:ext uri="{FF2B5EF4-FFF2-40B4-BE49-F238E27FC236}">
                <a16:creationId xmlns:a16="http://schemas.microsoft.com/office/drawing/2014/main" id="{77F92C48-29E8-2F4C-8A33-C0FBB12A01B2}"/>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16EB8F24-31C3-2CC5-F45D-182A3844BF95}"/>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99529CB-EE89-1F5C-7BDC-1AEA893EE8E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526B0A5A-F64C-83F9-85E4-06397704DEC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38B55593-FC7B-9B9E-9145-DA2E25D2E1F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6017655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ck-Up">
    <p:spTree>
      <p:nvGrpSpPr>
        <p:cNvPr id="1" name=""/>
        <p:cNvGrpSpPr/>
        <p:nvPr/>
      </p:nvGrpSpPr>
      <p:grpSpPr>
        <a:xfrm>
          <a:off x="0" y="0"/>
          <a:ext cx="0" cy="0"/>
          <a:chOff x="0" y="0"/>
          <a:chExt cx="0" cy="0"/>
        </a:xfrm>
      </p:grpSpPr>
      <p:sp>
        <p:nvSpPr>
          <p:cNvPr id="11"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2975189"/>
            <a:ext cx="10948790" cy="907622"/>
          </a:xfrm>
          <a:prstGeom prst="rect">
            <a:avLst/>
          </a:prstGeom>
        </p:spPr>
        <p:txBody>
          <a:bodyPr vert="horz" lIns="91440" tIns="45720" rIns="91440" bIns="45720" rtlCol="0" anchor="ctr">
            <a:noAutofit/>
          </a:bodyPr>
          <a:lstStyle>
            <a:lvl1pPr algn="ctr">
              <a:defRPr sz="3200"/>
            </a:lvl1pPr>
          </a:lstStyle>
          <a:p>
            <a:r>
              <a:rPr lang="de-DE" dirty="0"/>
              <a:t>[Back-Up]</a:t>
            </a:r>
          </a:p>
        </p:txBody>
      </p:sp>
      <p:sp>
        <p:nvSpPr>
          <p:cNvPr id="2" name="Fußzeilenplatzhalter 4">
            <a:extLst>
              <a:ext uri="{FF2B5EF4-FFF2-40B4-BE49-F238E27FC236}">
                <a16:creationId xmlns:a16="http://schemas.microsoft.com/office/drawing/2014/main" id="{EBA8BEEA-A8A5-9351-04F1-3997D355DBDA}"/>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B9B46FDB-2031-F9A2-80ED-2EA7F5D554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 name="Rechteck: eine Ecke abgerundet 2">
            <a:extLst>
              <a:ext uri="{FF2B5EF4-FFF2-40B4-BE49-F238E27FC236}">
                <a16:creationId xmlns:a16="http://schemas.microsoft.com/office/drawing/2014/main" id="{D5464AD2-E4A8-0CED-F57D-89A3C24F6966}"/>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D937E185-112E-2F52-D676-8034F6B33ECF}"/>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7B25E95D-1355-FB4E-1468-1F64EC76993B}"/>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C89B1B4B-2FEE-F328-971B-C3014F5BD5A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5386987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folie">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spTree>
    <p:extLst>
      <p:ext uri="{BB962C8B-B14F-4D97-AF65-F5344CB8AC3E}">
        <p14:creationId xmlns:p14="http://schemas.microsoft.com/office/powerpoint/2010/main" val="5903303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folie-Logo">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pic>
        <p:nvPicPr>
          <p:cNvPr id="2" name="Grafik 1">
            <a:extLst>
              <a:ext uri="{FF2B5EF4-FFF2-40B4-BE49-F238E27FC236}">
                <a16:creationId xmlns:a16="http://schemas.microsoft.com/office/drawing/2014/main" id="{A2095471-BB94-B5F3-2DDD-B47867B8F2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Tree>
    <p:extLst>
      <p:ext uri="{BB962C8B-B14F-4D97-AF65-F5344CB8AC3E}">
        <p14:creationId xmlns:p14="http://schemas.microsoft.com/office/powerpoint/2010/main" val="34758556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el1">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F72EBA43-3A24-9757-5715-DF02524D8697}"/>
              </a:ext>
            </a:extLst>
          </p:cNvPr>
          <p:cNvSpPr>
            <a:spLocks noGrp="1" noRot="1" noMove="1" noResize="1" noEditPoints="1" noAdjustHandles="1" noChangeArrowheads="1" noChangeShapeType="1"/>
          </p:cNvSpPr>
          <p:nvPr userDrawn="1"/>
        </p:nvSpPr>
        <p:spPr>
          <a:xfrm>
            <a:off x="804245" y="1674000"/>
            <a:ext cx="36000" cy="5184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Datumsplatzhalter 3">
            <a:extLst>
              <a:ext uri="{FF2B5EF4-FFF2-40B4-BE49-F238E27FC236}">
                <a16:creationId xmlns:a16="http://schemas.microsoft.com/office/drawing/2014/main" id="{529EEB0C-F403-047F-DE7F-C1A9DBFE2A54}"/>
              </a:ext>
            </a:extLst>
          </p:cNvPr>
          <p:cNvSpPr>
            <a:spLocks noGrp="1"/>
          </p:cNvSpPr>
          <p:nvPr>
            <p:ph type="dt" sz="half" idx="10"/>
          </p:nvPr>
        </p:nvSpPr>
        <p:spPr>
          <a:xfrm>
            <a:off x="1422400" y="6356350"/>
            <a:ext cx="2159000" cy="365125"/>
          </a:xfrm>
        </p:spPr>
        <p:txBody>
          <a:bodyPr/>
          <a:lstStyle/>
          <a:p>
            <a:fld id="{DA785675-98A3-49C6-BA91-C79EADFDA74D}" type="datetime1">
              <a:rPr lang="de-DE" smtClean="0"/>
              <a:t>04.08.2026</a:t>
            </a:fld>
            <a:endParaRPr lang="de-DE" dirty="0"/>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3881887" y="6356350"/>
            <a:ext cx="6735313" cy="365125"/>
          </a:xfrm>
        </p:spPr>
        <p:txBody>
          <a:bodyPr/>
          <a:lstStyle>
            <a:lvl1pPr algn="r">
              <a:defRPr/>
            </a:lvl1pPr>
          </a:lstStyle>
          <a:p>
            <a:endParaRPr lang="de-DE" dirty="0"/>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400" y="918307"/>
            <a:ext cx="9194800" cy="644880"/>
          </a:xfrm>
          <a:prstGeom prst="rect">
            <a:avLst/>
          </a:prstGeom>
        </p:spPr>
        <p:txBody>
          <a:bodyPr vert="horz" lIns="91440" tIns="45720" rIns="91440" bIns="45720" rtlCol="0" anchor="ctr">
            <a:normAutofit/>
          </a:bodyPr>
          <a:lstStyle>
            <a:lvl1pPr>
              <a:defRPr/>
            </a:lvl1pPr>
          </a:lstStyle>
          <a:p>
            <a:r>
              <a:rPr lang="de-DE" dirty="0"/>
              <a:t>[Titel]</a:t>
            </a:r>
          </a:p>
        </p:txBody>
      </p:sp>
      <p:sp>
        <p:nvSpPr>
          <p:cNvPr id="13" name="Textplatzhalter 2">
            <a:extLst>
              <a:ext uri="{FF2B5EF4-FFF2-40B4-BE49-F238E27FC236}">
                <a16:creationId xmlns:a16="http://schemas.microsoft.com/office/drawing/2014/main" id="{4250A0D3-EECA-C1B5-3111-FC2295A51C34}"/>
              </a:ext>
            </a:extLst>
          </p:cNvPr>
          <p:cNvSpPr>
            <a:spLocks noGrp="1"/>
          </p:cNvSpPr>
          <p:nvPr>
            <p:ph idx="1"/>
          </p:nvPr>
        </p:nvSpPr>
        <p:spPr>
          <a:xfrm>
            <a:off x="1422399" y="1825625"/>
            <a:ext cx="9194801"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4" name="Foliennummernplatzhalter 15">
            <a:extLst>
              <a:ext uri="{FF2B5EF4-FFF2-40B4-BE49-F238E27FC236}">
                <a16:creationId xmlns:a16="http://schemas.microsoft.com/office/drawing/2014/main" id="{E217E237-7961-A404-3D71-14206D030905}"/>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Tree>
    <p:extLst>
      <p:ext uri="{BB962C8B-B14F-4D97-AF65-F5344CB8AC3E}">
        <p14:creationId xmlns:p14="http://schemas.microsoft.com/office/powerpoint/2010/main" val="19444357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el1-mit-Logo">
    <p:spTree>
      <p:nvGrpSpPr>
        <p:cNvPr id="1" name=""/>
        <p:cNvGrpSpPr/>
        <p:nvPr/>
      </p:nvGrpSpPr>
      <p:grpSpPr>
        <a:xfrm>
          <a:off x="0" y="0"/>
          <a:ext cx="0" cy="0"/>
          <a:chOff x="0" y="0"/>
          <a:chExt cx="0" cy="0"/>
        </a:xfrm>
      </p:grpSpPr>
      <p:pic>
        <p:nvPicPr>
          <p:cNvPr id="10" name="Grafik 9" descr="Ein Bild, das Grafiken, Schrift, Text, Grafikdesign enthält.&#10;&#10;Automatisch generierte Beschreibung">
            <a:extLst>
              <a:ext uri="{FF2B5EF4-FFF2-40B4-BE49-F238E27FC236}">
                <a16:creationId xmlns:a16="http://schemas.microsoft.com/office/drawing/2014/main" id="{08BC684E-6BDB-EDF2-F072-D5B8A1AE6C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10575" y="698906"/>
            <a:ext cx="2476146" cy="1083682"/>
          </a:xfrm>
          <a:prstGeom prst="rect">
            <a:avLst/>
          </a:prstGeom>
        </p:spPr>
      </p:pic>
      <p:sp>
        <p:nvSpPr>
          <p:cNvPr id="2" name="Foliennummernplatzhalter 15">
            <a:extLst>
              <a:ext uri="{FF2B5EF4-FFF2-40B4-BE49-F238E27FC236}">
                <a16:creationId xmlns:a16="http://schemas.microsoft.com/office/drawing/2014/main" id="{B14982A9-9209-517E-9508-EB4771784B5E}"/>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
        <p:nvSpPr>
          <p:cNvPr id="3" name="Rechteck 2">
            <a:extLst>
              <a:ext uri="{FF2B5EF4-FFF2-40B4-BE49-F238E27FC236}">
                <a16:creationId xmlns:a16="http://schemas.microsoft.com/office/drawing/2014/main" id="{D2C06E50-940B-0383-5C04-20E93F26494D}"/>
              </a:ext>
            </a:extLst>
          </p:cNvPr>
          <p:cNvSpPr>
            <a:spLocks noGrp="1" noRot="1" noMove="1" noResize="1" noEditPoints="1" noAdjustHandles="1" noChangeArrowheads="1" noChangeShapeType="1"/>
          </p:cNvSpPr>
          <p:nvPr userDrawn="1"/>
        </p:nvSpPr>
        <p:spPr>
          <a:xfrm>
            <a:off x="804245" y="1674000"/>
            <a:ext cx="36000" cy="5184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Datumsplatzhalter 3">
            <a:extLst>
              <a:ext uri="{FF2B5EF4-FFF2-40B4-BE49-F238E27FC236}">
                <a16:creationId xmlns:a16="http://schemas.microsoft.com/office/drawing/2014/main" id="{6E78DCA9-5CCC-06F6-9D7F-944DB9FA0068}"/>
              </a:ext>
            </a:extLst>
          </p:cNvPr>
          <p:cNvSpPr>
            <a:spLocks noGrp="1"/>
          </p:cNvSpPr>
          <p:nvPr>
            <p:ph type="dt" sz="half" idx="10"/>
          </p:nvPr>
        </p:nvSpPr>
        <p:spPr>
          <a:xfrm>
            <a:off x="1422400" y="6356350"/>
            <a:ext cx="2159000" cy="365125"/>
          </a:xfrm>
        </p:spPr>
        <p:txBody>
          <a:bodyPr/>
          <a:lstStyle/>
          <a:p>
            <a:fld id="{DA785675-98A3-49C6-BA91-C79EADFDA74D}" type="datetime1">
              <a:rPr lang="de-DE" smtClean="0"/>
              <a:t>04.08.2026</a:t>
            </a:fld>
            <a:endParaRPr lang="de-DE" dirty="0"/>
          </a:p>
        </p:txBody>
      </p:sp>
      <p:sp>
        <p:nvSpPr>
          <p:cNvPr id="7" name="Fußzeilenplatzhalter 4">
            <a:extLst>
              <a:ext uri="{FF2B5EF4-FFF2-40B4-BE49-F238E27FC236}">
                <a16:creationId xmlns:a16="http://schemas.microsoft.com/office/drawing/2014/main" id="{8B56C45A-9A76-1A8D-5F3A-2293BEB4797D}"/>
              </a:ext>
            </a:extLst>
          </p:cNvPr>
          <p:cNvSpPr>
            <a:spLocks noGrp="1"/>
          </p:cNvSpPr>
          <p:nvPr>
            <p:ph type="ftr" sz="quarter" idx="11"/>
          </p:nvPr>
        </p:nvSpPr>
        <p:spPr>
          <a:xfrm>
            <a:off x="3881887" y="6356350"/>
            <a:ext cx="6735313" cy="365125"/>
          </a:xfrm>
        </p:spPr>
        <p:txBody>
          <a:bodyPr/>
          <a:lstStyle>
            <a:lvl1pPr algn="r">
              <a:defRPr/>
            </a:lvl1pPr>
          </a:lstStyle>
          <a:p>
            <a:endParaRPr lang="de-DE" dirty="0"/>
          </a:p>
        </p:txBody>
      </p:sp>
      <p:sp>
        <p:nvSpPr>
          <p:cNvPr id="11" name="Textplatzhalter 2">
            <a:extLst>
              <a:ext uri="{FF2B5EF4-FFF2-40B4-BE49-F238E27FC236}">
                <a16:creationId xmlns:a16="http://schemas.microsoft.com/office/drawing/2014/main" id="{BD7159DC-4703-871C-2893-2C4D4841714D}"/>
              </a:ext>
            </a:extLst>
          </p:cNvPr>
          <p:cNvSpPr>
            <a:spLocks noGrp="1"/>
          </p:cNvSpPr>
          <p:nvPr>
            <p:ph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5" name="Titelplatzhalter 1">
            <a:extLst>
              <a:ext uri="{FF2B5EF4-FFF2-40B4-BE49-F238E27FC236}">
                <a16:creationId xmlns:a16="http://schemas.microsoft.com/office/drawing/2014/main" id="{FA456F69-E90D-EB8B-447A-BAC422B0BD2E}"/>
              </a:ext>
            </a:extLst>
          </p:cNvPr>
          <p:cNvSpPr>
            <a:spLocks noGrp="1"/>
          </p:cNvSpPr>
          <p:nvPr>
            <p:ph type="title" hasCustomPrompt="1"/>
          </p:nvPr>
        </p:nvSpPr>
        <p:spPr>
          <a:xfrm>
            <a:off x="1422400" y="918307"/>
            <a:ext cx="6988175" cy="644880"/>
          </a:xfrm>
          <a:prstGeom prst="rect">
            <a:avLst/>
          </a:prstGeom>
        </p:spPr>
        <p:txBody>
          <a:bodyPr vert="horz" lIns="91440" tIns="45720" rIns="91440" bIns="45720" rtlCol="0" anchor="ctr">
            <a:normAutofit/>
          </a:bodyPr>
          <a:lstStyle>
            <a:lvl1pPr>
              <a:defRPr/>
            </a:lvl1pPr>
          </a:lstStyle>
          <a:p>
            <a:r>
              <a:rPr lang="de-DE" dirty="0"/>
              <a:t>[Titel]</a:t>
            </a:r>
          </a:p>
        </p:txBody>
      </p:sp>
    </p:spTree>
    <p:extLst>
      <p:ext uri="{BB962C8B-B14F-4D97-AF65-F5344CB8AC3E}">
        <p14:creationId xmlns:p14="http://schemas.microsoft.com/office/powerpoint/2010/main" val="22223474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el2">
    <p:spTree>
      <p:nvGrpSpPr>
        <p:cNvPr id="1" name=""/>
        <p:cNvGrpSpPr/>
        <p:nvPr/>
      </p:nvGrpSpPr>
      <p:grpSpPr>
        <a:xfrm>
          <a:off x="0" y="0"/>
          <a:ext cx="0" cy="0"/>
          <a:chOff x="0" y="0"/>
          <a:chExt cx="0" cy="0"/>
        </a:xfrm>
      </p:grpSpPr>
      <p:pic>
        <p:nvPicPr>
          <p:cNvPr id="13" name="Grafik 12" descr="Ein Bild, das Grün, Farbigkeit, Verschwommen enthält.&#10;&#10;KI-generierte Inhalte können fehlerhaft sein.">
            <a:extLst>
              <a:ext uri="{FF2B5EF4-FFF2-40B4-BE49-F238E27FC236}">
                <a16:creationId xmlns:a16="http://schemas.microsoft.com/office/drawing/2014/main" id="{FD63543E-4B32-FF9B-FD7E-BFEDD2605A6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2" name="Titel 1">
            <a:extLst>
              <a:ext uri="{FF2B5EF4-FFF2-40B4-BE49-F238E27FC236}">
                <a16:creationId xmlns:a16="http://schemas.microsoft.com/office/drawing/2014/main" id="{4B7B9A02-A4F1-E62A-A7C2-1B2F73D04823}"/>
              </a:ext>
            </a:extLst>
          </p:cNvPr>
          <p:cNvSpPr>
            <a:spLocks noGrp="1"/>
          </p:cNvSpPr>
          <p:nvPr>
            <p:ph type="ctrTitle" hasCustomPrompt="1"/>
          </p:nvPr>
        </p:nvSpPr>
        <p:spPr>
          <a:xfrm>
            <a:off x="1524000" y="721360"/>
            <a:ext cx="9144000" cy="1642277"/>
          </a:xfrm>
        </p:spPr>
        <p:txBody>
          <a:bodyPr anchor="t">
            <a:normAutofit/>
          </a:bodyPr>
          <a:lstStyle>
            <a:lvl1pPr algn="l">
              <a:defRPr sz="4400">
                <a:solidFill>
                  <a:schemeClr val="bg1"/>
                </a:solidFill>
              </a:defRPr>
            </a:lvl1pPr>
          </a:lstStyle>
          <a:p>
            <a:r>
              <a:rPr lang="de-DE" dirty="0"/>
              <a:t>[Titel]</a:t>
            </a:r>
          </a:p>
        </p:txBody>
      </p:sp>
      <p:sp>
        <p:nvSpPr>
          <p:cNvPr id="4" name="Datumsplatzhalter 3">
            <a:extLst>
              <a:ext uri="{FF2B5EF4-FFF2-40B4-BE49-F238E27FC236}">
                <a16:creationId xmlns:a16="http://schemas.microsoft.com/office/drawing/2014/main" id="{529EEB0C-F403-047F-DE7F-C1A9DBFE2A54}"/>
              </a:ext>
            </a:extLst>
          </p:cNvPr>
          <p:cNvSpPr>
            <a:spLocks noGrp="1"/>
          </p:cNvSpPr>
          <p:nvPr>
            <p:ph type="dt" sz="half" idx="10"/>
          </p:nvPr>
        </p:nvSpPr>
        <p:spPr>
          <a:xfrm>
            <a:off x="1523998" y="6356350"/>
            <a:ext cx="2057402" cy="365125"/>
          </a:xfrm>
        </p:spPr>
        <p:txBody>
          <a:bodyPr/>
          <a:lstStyle>
            <a:lvl1pPr>
              <a:defRPr>
                <a:solidFill>
                  <a:schemeClr val="bg1"/>
                </a:solidFill>
              </a:defRPr>
            </a:lvl1pPr>
          </a:lstStyle>
          <a:p>
            <a:fld id="{61338EB4-2361-4D3E-9AD5-1D5E05C68683}" type="datetime1">
              <a:rPr lang="de-DE" smtClean="0"/>
              <a:t>04.08.2026</a:t>
            </a:fld>
            <a:endParaRPr lang="de-DE" dirty="0"/>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3881887" y="6356350"/>
            <a:ext cx="6786115" cy="365125"/>
          </a:xfrm>
        </p:spPr>
        <p:txBody>
          <a:bodyPr/>
          <a:lstStyle>
            <a:lvl1pPr algn="r">
              <a:defRPr>
                <a:solidFill>
                  <a:schemeClr val="bg1"/>
                </a:solidFill>
              </a:defRPr>
            </a:lvl1pPr>
          </a:lstStyle>
          <a:p>
            <a:endParaRPr lang="de-DE" dirty="0"/>
          </a:p>
        </p:txBody>
      </p:sp>
      <p:sp>
        <p:nvSpPr>
          <p:cNvPr id="11" name="Textplatzhalter 2">
            <a:extLst>
              <a:ext uri="{FF2B5EF4-FFF2-40B4-BE49-F238E27FC236}">
                <a16:creationId xmlns:a16="http://schemas.microsoft.com/office/drawing/2014/main" id="{21F5EE23-848F-B96E-3B25-1885686C6201}"/>
              </a:ext>
            </a:extLst>
          </p:cNvPr>
          <p:cNvSpPr>
            <a:spLocks noGrp="1"/>
          </p:cNvSpPr>
          <p:nvPr>
            <p:ph idx="12" hasCustomPrompt="1"/>
          </p:nvPr>
        </p:nvSpPr>
        <p:spPr>
          <a:xfrm>
            <a:off x="1523998" y="2363637"/>
            <a:ext cx="9144000" cy="377300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sp>
        <p:nvSpPr>
          <p:cNvPr id="6" name="Foliennummernplatzhalter 15">
            <a:extLst>
              <a:ext uri="{FF2B5EF4-FFF2-40B4-BE49-F238E27FC236}">
                <a16:creationId xmlns:a16="http://schemas.microsoft.com/office/drawing/2014/main" id="{C1218B6B-AEA1-728A-B293-0AAF7F56205C}"/>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solidFill>
                  <a:schemeClr val="bg2"/>
                </a:solidFill>
              </a:rPr>
              <a:pPr algn="ctr"/>
              <a:t>‹Nr.›</a:t>
            </a:fld>
            <a:endParaRPr lang="de-DE" b="1" dirty="0">
              <a:solidFill>
                <a:schemeClr val="bg2"/>
              </a:solidFill>
            </a:endParaRPr>
          </a:p>
        </p:txBody>
      </p:sp>
      <p:sp>
        <p:nvSpPr>
          <p:cNvPr id="7" name="Rechteck 6">
            <a:extLst>
              <a:ext uri="{FF2B5EF4-FFF2-40B4-BE49-F238E27FC236}">
                <a16:creationId xmlns:a16="http://schemas.microsoft.com/office/drawing/2014/main" id="{30F6109E-2530-DA94-838C-D80BB7511B9A}"/>
              </a:ext>
            </a:extLst>
          </p:cNvPr>
          <p:cNvSpPr/>
          <p:nvPr userDrawn="1"/>
        </p:nvSpPr>
        <p:spPr>
          <a:xfrm>
            <a:off x="804245" y="1674000"/>
            <a:ext cx="36000" cy="51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1251692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el2-mit-Logo">
    <p:spTree>
      <p:nvGrpSpPr>
        <p:cNvPr id="1" name=""/>
        <p:cNvGrpSpPr/>
        <p:nvPr/>
      </p:nvGrpSpPr>
      <p:grpSpPr>
        <a:xfrm>
          <a:off x="0" y="0"/>
          <a:ext cx="0" cy="0"/>
          <a:chOff x="0" y="0"/>
          <a:chExt cx="0" cy="0"/>
        </a:xfrm>
      </p:grpSpPr>
      <p:pic>
        <p:nvPicPr>
          <p:cNvPr id="3" name="Grafik 2" descr="Ein Bild, das Grün, Farbigkeit, Verschwommen enthält.&#10;&#10;KI-generierte Inhalte können fehlerhaft sein.">
            <a:extLst>
              <a:ext uri="{FF2B5EF4-FFF2-40B4-BE49-F238E27FC236}">
                <a16:creationId xmlns:a16="http://schemas.microsoft.com/office/drawing/2014/main" id="{10B10353-1ED3-10A1-BA8A-3BACE4A049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pic>
        <p:nvPicPr>
          <p:cNvPr id="18" name="Grafik 17">
            <a:extLst>
              <a:ext uri="{FF2B5EF4-FFF2-40B4-BE49-F238E27FC236}">
                <a16:creationId xmlns:a16="http://schemas.microsoft.com/office/drawing/2014/main" id="{F74DCB7D-6B5C-D338-0176-FC94C5F11FE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272232" y="630862"/>
            <a:ext cx="5839536" cy="1068292"/>
          </a:xfrm>
          <a:prstGeom prst="rect">
            <a:avLst/>
          </a:prstGeom>
        </p:spPr>
      </p:pic>
      <p:sp>
        <p:nvSpPr>
          <p:cNvPr id="6" name="Rechteck 5">
            <a:extLst>
              <a:ext uri="{FF2B5EF4-FFF2-40B4-BE49-F238E27FC236}">
                <a16:creationId xmlns:a16="http://schemas.microsoft.com/office/drawing/2014/main" id="{CBE4E60C-195F-C901-FBBC-4927D4DE84A8}"/>
              </a:ext>
            </a:extLst>
          </p:cNvPr>
          <p:cNvSpPr/>
          <p:nvPr userDrawn="1"/>
        </p:nvSpPr>
        <p:spPr>
          <a:xfrm>
            <a:off x="804245" y="1674000"/>
            <a:ext cx="36000" cy="51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Foliennummernplatzhalter 15">
            <a:extLst>
              <a:ext uri="{FF2B5EF4-FFF2-40B4-BE49-F238E27FC236}">
                <a16:creationId xmlns:a16="http://schemas.microsoft.com/office/drawing/2014/main" id="{D521087D-3F69-035F-F8E2-F39994E065A5}"/>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solidFill>
                  <a:schemeClr val="bg2"/>
                </a:solidFill>
              </a:rPr>
              <a:pPr algn="ctr"/>
              <a:t>‹Nr.›</a:t>
            </a:fld>
            <a:endParaRPr lang="de-DE" b="1" dirty="0">
              <a:solidFill>
                <a:schemeClr val="bg2"/>
              </a:solidFill>
            </a:endParaRPr>
          </a:p>
        </p:txBody>
      </p:sp>
      <p:sp>
        <p:nvSpPr>
          <p:cNvPr id="9" name="Titel 1">
            <a:extLst>
              <a:ext uri="{FF2B5EF4-FFF2-40B4-BE49-F238E27FC236}">
                <a16:creationId xmlns:a16="http://schemas.microsoft.com/office/drawing/2014/main" id="{BD030D54-26CD-DA59-6DBE-02C936E745CD}"/>
              </a:ext>
            </a:extLst>
          </p:cNvPr>
          <p:cNvSpPr>
            <a:spLocks noGrp="1"/>
          </p:cNvSpPr>
          <p:nvPr>
            <p:ph type="ctrTitle" hasCustomPrompt="1"/>
          </p:nvPr>
        </p:nvSpPr>
        <p:spPr>
          <a:xfrm>
            <a:off x="1524000" y="721360"/>
            <a:ext cx="9144000" cy="1642277"/>
          </a:xfrm>
        </p:spPr>
        <p:txBody>
          <a:bodyPr anchor="t">
            <a:normAutofit/>
          </a:bodyPr>
          <a:lstStyle>
            <a:lvl1pPr algn="l">
              <a:defRPr sz="4400">
                <a:solidFill>
                  <a:schemeClr val="bg1"/>
                </a:solidFill>
              </a:defRPr>
            </a:lvl1pPr>
          </a:lstStyle>
          <a:p>
            <a:r>
              <a:rPr lang="de-DE" dirty="0"/>
              <a:t>[Titel]</a:t>
            </a:r>
          </a:p>
        </p:txBody>
      </p:sp>
      <p:sp>
        <p:nvSpPr>
          <p:cNvPr id="13" name="Datumsplatzhalter 3">
            <a:extLst>
              <a:ext uri="{FF2B5EF4-FFF2-40B4-BE49-F238E27FC236}">
                <a16:creationId xmlns:a16="http://schemas.microsoft.com/office/drawing/2014/main" id="{0ADBCECE-FC5E-5A5A-D481-67A741559962}"/>
              </a:ext>
            </a:extLst>
          </p:cNvPr>
          <p:cNvSpPr>
            <a:spLocks noGrp="1"/>
          </p:cNvSpPr>
          <p:nvPr>
            <p:ph type="dt" sz="half" idx="10"/>
          </p:nvPr>
        </p:nvSpPr>
        <p:spPr>
          <a:xfrm>
            <a:off x="1523998" y="6356350"/>
            <a:ext cx="2057402" cy="365125"/>
          </a:xfrm>
        </p:spPr>
        <p:txBody>
          <a:bodyPr/>
          <a:lstStyle>
            <a:lvl1pPr>
              <a:defRPr>
                <a:solidFill>
                  <a:schemeClr val="bg1"/>
                </a:solidFill>
              </a:defRPr>
            </a:lvl1pPr>
          </a:lstStyle>
          <a:p>
            <a:fld id="{61338EB4-2361-4D3E-9AD5-1D5E05C68683}" type="datetime1">
              <a:rPr lang="de-DE" smtClean="0"/>
              <a:t>04.08.2026</a:t>
            </a:fld>
            <a:endParaRPr lang="de-DE" dirty="0"/>
          </a:p>
        </p:txBody>
      </p:sp>
      <p:sp>
        <p:nvSpPr>
          <p:cNvPr id="14" name="Fußzeilenplatzhalter 4">
            <a:extLst>
              <a:ext uri="{FF2B5EF4-FFF2-40B4-BE49-F238E27FC236}">
                <a16:creationId xmlns:a16="http://schemas.microsoft.com/office/drawing/2014/main" id="{32BD4A16-F98A-0F58-F282-98CBC4AAB545}"/>
              </a:ext>
            </a:extLst>
          </p:cNvPr>
          <p:cNvSpPr>
            <a:spLocks noGrp="1"/>
          </p:cNvSpPr>
          <p:nvPr>
            <p:ph type="ftr" sz="quarter" idx="11"/>
          </p:nvPr>
        </p:nvSpPr>
        <p:spPr>
          <a:xfrm>
            <a:off x="3881887" y="6356350"/>
            <a:ext cx="6786115" cy="365125"/>
          </a:xfrm>
        </p:spPr>
        <p:txBody>
          <a:bodyPr/>
          <a:lstStyle>
            <a:lvl1pPr algn="r">
              <a:defRPr>
                <a:solidFill>
                  <a:schemeClr val="bg1"/>
                </a:solidFill>
              </a:defRPr>
            </a:lvl1pPr>
          </a:lstStyle>
          <a:p>
            <a:endParaRPr lang="de-DE" dirty="0"/>
          </a:p>
        </p:txBody>
      </p:sp>
      <p:sp>
        <p:nvSpPr>
          <p:cNvPr id="15" name="Textplatzhalter 2">
            <a:extLst>
              <a:ext uri="{FF2B5EF4-FFF2-40B4-BE49-F238E27FC236}">
                <a16:creationId xmlns:a16="http://schemas.microsoft.com/office/drawing/2014/main" id="{B4EBD0CD-658E-1129-39B3-98D846F680AE}"/>
              </a:ext>
            </a:extLst>
          </p:cNvPr>
          <p:cNvSpPr>
            <a:spLocks noGrp="1"/>
          </p:cNvSpPr>
          <p:nvPr>
            <p:ph idx="12" hasCustomPrompt="1"/>
          </p:nvPr>
        </p:nvSpPr>
        <p:spPr>
          <a:xfrm>
            <a:off x="1523998" y="2363637"/>
            <a:ext cx="9144000" cy="377300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spTree>
    <p:extLst>
      <p:ext uri="{BB962C8B-B14F-4D97-AF65-F5344CB8AC3E}">
        <p14:creationId xmlns:p14="http://schemas.microsoft.com/office/powerpoint/2010/main" val="42396117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ennfolie1">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dirty="0"/>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dirty="0"/>
              <a:t>[Titel]</a:t>
            </a:r>
          </a:p>
        </p:txBody>
      </p:sp>
      <p:sp>
        <p:nvSpPr>
          <p:cNvPr id="2" name="Rechteck 1">
            <a:extLst>
              <a:ext uri="{FF2B5EF4-FFF2-40B4-BE49-F238E27FC236}">
                <a16:creationId xmlns:a16="http://schemas.microsoft.com/office/drawing/2014/main" id="{99A86987-9FC0-C6BB-D5F9-021F2C6DD03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6522513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rennfolie1-mit-Logo">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dirty="0"/>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dirty="0"/>
              <a:t>[Titel]</a:t>
            </a:r>
          </a:p>
        </p:txBody>
      </p:sp>
      <p:sp>
        <p:nvSpPr>
          <p:cNvPr id="3" name="Rechteck 2">
            <a:extLst>
              <a:ext uri="{FF2B5EF4-FFF2-40B4-BE49-F238E27FC236}">
                <a16:creationId xmlns:a16="http://schemas.microsoft.com/office/drawing/2014/main" id="{BF45D9E3-741C-316B-BB54-385D41EB3B0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EA03ED9-2264-BC08-A029-130F0AC62B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3134" y="4782781"/>
            <a:ext cx="2476146" cy="1083682"/>
          </a:xfrm>
          <a:prstGeom prst="rect">
            <a:avLst/>
          </a:prstGeom>
        </p:spPr>
      </p:pic>
    </p:spTree>
    <p:extLst>
      <p:ext uri="{BB962C8B-B14F-4D97-AF65-F5344CB8AC3E}">
        <p14:creationId xmlns:p14="http://schemas.microsoft.com/office/powerpoint/2010/main" val="5265198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rennfolie2">
    <p:spTree>
      <p:nvGrpSpPr>
        <p:cNvPr id="1" name=""/>
        <p:cNvGrpSpPr/>
        <p:nvPr/>
      </p:nvGrpSpPr>
      <p:grpSpPr>
        <a:xfrm>
          <a:off x="0" y="0"/>
          <a:ext cx="0" cy="0"/>
          <a:chOff x="0" y="0"/>
          <a:chExt cx="0" cy="0"/>
        </a:xfrm>
      </p:grpSpPr>
      <p:pic>
        <p:nvPicPr>
          <p:cNvPr id="5" name="Grafik 4" descr="Ein Bild, das Grün, Farbigkeit, Verschwommen enthält.&#10;&#10;KI-generierte Inhalte können fehlerhaft sein.">
            <a:extLst>
              <a:ext uri="{FF2B5EF4-FFF2-40B4-BE49-F238E27FC236}">
                <a16:creationId xmlns:a16="http://schemas.microsoft.com/office/drawing/2014/main" id="{AB7C6A11-DD6F-CBC0-5910-73A51E128DC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solidFill>
                  <a:schemeClr val="bg1"/>
                </a:solidFill>
              </a:defRPr>
            </a:lvl1pPr>
          </a:lstStyle>
          <a:p>
            <a:r>
              <a:rPr lang="de-DE" dirty="0"/>
              <a:t>[Titel]</a:t>
            </a:r>
          </a:p>
        </p:txBody>
      </p:sp>
      <p:sp>
        <p:nvSpPr>
          <p:cNvPr id="4" name="Rechteck 3">
            <a:extLst>
              <a:ext uri="{FF2B5EF4-FFF2-40B4-BE49-F238E27FC236}">
                <a16:creationId xmlns:a16="http://schemas.microsoft.com/office/drawing/2014/main" id="{2F02734D-B936-5F60-FF80-E0D159D41776}"/>
              </a:ext>
            </a:extLst>
          </p:cNvPr>
          <p:cNvSpPr/>
          <p:nvPr userDrawn="1"/>
        </p:nvSpPr>
        <p:spPr>
          <a:xfrm>
            <a:off x="648970" y="0"/>
            <a:ext cx="36000" cy="33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5451434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rennfolie2-mit-Logo">
    <p:spTree>
      <p:nvGrpSpPr>
        <p:cNvPr id="1" name=""/>
        <p:cNvGrpSpPr/>
        <p:nvPr/>
      </p:nvGrpSpPr>
      <p:grpSpPr>
        <a:xfrm>
          <a:off x="0" y="0"/>
          <a:ext cx="0" cy="0"/>
          <a:chOff x="0" y="0"/>
          <a:chExt cx="0" cy="0"/>
        </a:xfrm>
      </p:grpSpPr>
      <p:pic>
        <p:nvPicPr>
          <p:cNvPr id="2" name="Grafik 1" descr="Ein Bild, das Grün, Farbigkeit, Verschwommen enthält.&#10;&#10;KI-generierte Inhalte können fehlerhaft sein.">
            <a:extLst>
              <a:ext uri="{FF2B5EF4-FFF2-40B4-BE49-F238E27FC236}">
                <a16:creationId xmlns:a16="http://schemas.microsoft.com/office/drawing/2014/main" id="{15B8AE05-735A-1618-DD64-3B6EB6BD99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dirty="0"/>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solidFill>
                  <a:schemeClr val="bg1"/>
                </a:solidFill>
              </a:defRPr>
            </a:lvl1pPr>
          </a:lstStyle>
          <a:p>
            <a:r>
              <a:rPr lang="de-DE" dirty="0"/>
              <a:t>[Titel]</a:t>
            </a:r>
          </a:p>
        </p:txBody>
      </p:sp>
      <p:pic>
        <p:nvPicPr>
          <p:cNvPr id="4" name="Grafik 3">
            <a:extLst>
              <a:ext uri="{FF2B5EF4-FFF2-40B4-BE49-F238E27FC236}">
                <a16:creationId xmlns:a16="http://schemas.microsoft.com/office/drawing/2014/main" id="{6E298FF7-6C6E-5420-ABF5-94207204A98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72232" y="4790476"/>
            <a:ext cx="5839536" cy="1068292"/>
          </a:xfrm>
          <a:prstGeom prst="rect">
            <a:avLst/>
          </a:prstGeom>
        </p:spPr>
      </p:pic>
      <p:sp>
        <p:nvSpPr>
          <p:cNvPr id="5" name="Rechteck 4">
            <a:extLst>
              <a:ext uri="{FF2B5EF4-FFF2-40B4-BE49-F238E27FC236}">
                <a16:creationId xmlns:a16="http://schemas.microsoft.com/office/drawing/2014/main" id="{0526933D-4A16-EB8C-4649-BFBA205A6320}"/>
              </a:ext>
            </a:extLst>
          </p:cNvPr>
          <p:cNvSpPr/>
          <p:nvPr userDrawn="1"/>
        </p:nvSpPr>
        <p:spPr>
          <a:xfrm>
            <a:off x="648970" y="0"/>
            <a:ext cx="36000" cy="33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1812306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Inhalt2">
    <p:spTree>
      <p:nvGrpSpPr>
        <p:cNvPr id="1" name=""/>
        <p:cNvGrpSpPr/>
        <p:nvPr/>
      </p:nvGrpSpPr>
      <p:grpSpPr>
        <a:xfrm>
          <a:off x="0" y="0"/>
          <a:ext cx="0" cy="0"/>
          <a:chOff x="0" y="0"/>
          <a:chExt cx="0" cy="0"/>
        </a:xfrm>
      </p:grpSpPr>
      <p:pic>
        <p:nvPicPr>
          <p:cNvPr id="16" name="Grafik 15" descr="Ein Bild, das Screenshot, Grafiken, Farbigkeit, Reihe enthält.&#10;&#10;Automatisch generierte Beschreibung">
            <a:extLst>
              <a:ext uri="{FF2B5EF4-FFF2-40B4-BE49-F238E27FC236}">
                <a16:creationId xmlns:a16="http://schemas.microsoft.com/office/drawing/2014/main" id="{FABCE64D-74E7-881F-8BCC-1736F7E12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536" y="-550672"/>
            <a:ext cx="13167072" cy="7408672"/>
          </a:xfrm>
          <a:prstGeom prst="rect">
            <a:avLst/>
          </a:prstGeom>
        </p:spPr>
      </p:pic>
      <p:sp>
        <p:nvSpPr>
          <p:cNvPr id="2" name="Titel 1">
            <a:extLst>
              <a:ext uri="{FF2B5EF4-FFF2-40B4-BE49-F238E27FC236}">
                <a16:creationId xmlns:a16="http://schemas.microsoft.com/office/drawing/2014/main" id="{DE98D7E8-800F-0CED-222A-CCA31C886879}"/>
              </a:ext>
            </a:extLst>
          </p:cNvPr>
          <p:cNvSpPr>
            <a:spLocks noGrp="1"/>
          </p:cNvSpPr>
          <p:nvPr>
            <p:ph type="title"/>
          </p:nvPr>
        </p:nvSpPr>
        <p:spPr>
          <a:xfrm>
            <a:off x="284480" y="365125"/>
            <a:ext cx="10332720" cy="1325563"/>
          </a:xfrm>
        </p:spPr>
        <p:txBody>
          <a:bodyPr/>
          <a:lstStyle>
            <a:lvl1pPr>
              <a:defRPr b="0">
                <a:solidFill>
                  <a:schemeClr val="bg1"/>
                </a:solidFill>
              </a:defRPr>
            </a:lvl1pPr>
          </a:lstStyle>
          <a:p>
            <a:r>
              <a:rPr lang="de-DE" dirty="0"/>
              <a:t>Mastertitelformat bearbeiten</a:t>
            </a:r>
          </a:p>
        </p:txBody>
      </p:sp>
      <p:sp>
        <p:nvSpPr>
          <p:cNvPr id="3" name="Inhaltsplatzhalter 2">
            <a:extLst>
              <a:ext uri="{FF2B5EF4-FFF2-40B4-BE49-F238E27FC236}">
                <a16:creationId xmlns:a16="http://schemas.microsoft.com/office/drawing/2014/main" id="{56D7EF37-797B-CF4C-B1B4-D5F6BF0C5A05}"/>
              </a:ext>
            </a:extLst>
          </p:cNvPr>
          <p:cNvSpPr>
            <a:spLocks noGrp="1"/>
          </p:cNvSpPr>
          <p:nvPr>
            <p:ph sz="half" idx="1"/>
          </p:nvPr>
        </p:nvSpPr>
        <p:spPr>
          <a:xfrm>
            <a:off x="284480" y="1825625"/>
            <a:ext cx="5811520"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18BA8F6-19E9-06E2-70E8-02DC1FA267CA}"/>
              </a:ext>
            </a:extLst>
          </p:cNvPr>
          <p:cNvSpPr>
            <a:spLocks noGrp="1"/>
          </p:cNvSpPr>
          <p:nvPr>
            <p:ph sz="half" idx="2"/>
          </p:nvPr>
        </p:nvSpPr>
        <p:spPr>
          <a:xfrm>
            <a:off x="6172200" y="1825625"/>
            <a:ext cx="5181599"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a:extLst>
              <a:ext uri="{FF2B5EF4-FFF2-40B4-BE49-F238E27FC236}">
                <a16:creationId xmlns:a16="http://schemas.microsoft.com/office/drawing/2014/main" id="{0226EC32-C8D6-3693-C816-CB4AF83F49D7}"/>
              </a:ext>
            </a:extLst>
          </p:cNvPr>
          <p:cNvSpPr>
            <a:spLocks noGrp="1"/>
          </p:cNvSpPr>
          <p:nvPr>
            <p:ph type="ftr" sz="quarter" idx="11"/>
          </p:nvPr>
        </p:nvSpPr>
        <p:spPr>
          <a:xfrm>
            <a:off x="4181476" y="5994400"/>
            <a:ext cx="7172324" cy="365125"/>
          </a:xfrm>
        </p:spPr>
        <p:txBody>
          <a:bodyPr/>
          <a:lstStyle/>
          <a:p>
            <a:endParaRPr lang="de-DE" dirty="0"/>
          </a:p>
        </p:txBody>
      </p:sp>
      <p:sp>
        <p:nvSpPr>
          <p:cNvPr id="12" name="Foliennummernplatzhalter 15">
            <a:extLst>
              <a:ext uri="{FF2B5EF4-FFF2-40B4-BE49-F238E27FC236}">
                <a16:creationId xmlns:a16="http://schemas.microsoft.com/office/drawing/2014/main" id="{E1A48DB0-FE67-FC5D-B3EE-34BB0258129C}"/>
              </a:ext>
            </a:extLst>
          </p:cNvPr>
          <p:cNvSpPr txBox="1">
            <a:spLocks/>
          </p:cNvSpPr>
          <p:nvPr userDrawn="1"/>
        </p:nvSpPr>
        <p:spPr>
          <a:xfrm>
            <a:off x="289634" y="5994400"/>
            <a:ext cx="736600" cy="365125"/>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D8DA9DAA-006C-4F4B-980E-E3DF019B24E2}" type="slidenum">
              <a:rPr lang="de-DE" sz="1600" b="1" smtClean="0"/>
              <a:pPr algn="l"/>
              <a:t>‹Nr.›</a:t>
            </a:fld>
            <a:endParaRPr lang="de-DE" b="1" dirty="0"/>
          </a:p>
        </p:txBody>
      </p:sp>
      <p:sp>
        <p:nvSpPr>
          <p:cNvPr id="8" name="Datumsplatzhalter 4">
            <a:extLst>
              <a:ext uri="{FF2B5EF4-FFF2-40B4-BE49-F238E27FC236}">
                <a16:creationId xmlns:a16="http://schemas.microsoft.com/office/drawing/2014/main" id="{5D46C37F-68D2-FEB3-54E4-13B0324F86E0}"/>
              </a:ext>
            </a:extLst>
          </p:cNvPr>
          <p:cNvSpPr>
            <a:spLocks noGrp="1"/>
          </p:cNvSpPr>
          <p:nvPr>
            <p:ph type="dt" sz="half" idx="10"/>
          </p:nvPr>
        </p:nvSpPr>
        <p:spPr>
          <a:xfrm>
            <a:off x="1410054" y="5994400"/>
            <a:ext cx="2476146" cy="365125"/>
          </a:xfrm>
        </p:spPr>
        <p:txBody>
          <a:bodyPr/>
          <a:lstStyle/>
          <a:p>
            <a:fld id="{B2C747A5-DC01-480C-9416-6CA3F513B90E}" type="datetime1">
              <a:rPr lang="de-DE" smtClean="0"/>
              <a:t>04.08.2026</a:t>
            </a:fld>
            <a:endParaRPr lang="de-DE" dirty="0"/>
          </a:p>
        </p:txBody>
      </p:sp>
    </p:spTree>
    <p:extLst>
      <p:ext uri="{BB962C8B-B14F-4D97-AF65-F5344CB8AC3E}">
        <p14:creationId xmlns:p14="http://schemas.microsoft.com/office/powerpoint/2010/main" val="30860692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Inhalt2-mit-Logo">
    <p:spTree>
      <p:nvGrpSpPr>
        <p:cNvPr id="1" name=""/>
        <p:cNvGrpSpPr/>
        <p:nvPr/>
      </p:nvGrpSpPr>
      <p:grpSpPr>
        <a:xfrm>
          <a:off x="0" y="0"/>
          <a:ext cx="0" cy="0"/>
          <a:chOff x="0" y="0"/>
          <a:chExt cx="0" cy="0"/>
        </a:xfrm>
      </p:grpSpPr>
      <p:pic>
        <p:nvPicPr>
          <p:cNvPr id="16" name="Grafik 15" descr="Ein Bild, das Screenshot, Grafiken, Farbigkeit, Reihe enthält.&#10;&#10;Automatisch generierte Beschreibung">
            <a:extLst>
              <a:ext uri="{FF2B5EF4-FFF2-40B4-BE49-F238E27FC236}">
                <a16:creationId xmlns:a16="http://schemas.microsoft.com/office/drawing/2014/main" id="{FABCE64D-74E7-881F-8BCC-1736F7E12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536" y="-550672"/>
            <a:ext cx="13167072" cy="7408672"/>
          </a:xfrm>
          <a:prstGeom prst="rect">
            <a:avLst/>
          </a:prstGeom>
        </p:spPr>
      </p:pic>
      <p:sp>
        <p:nvSpPr>
          <p:cNvPr id="2" name="Titel 1">
            <a:extLst>
              <a:ext uri="{FF2B5EF4-FFF2-40B4-BE49-F238E27FC236}">
                <a16:creationId xmlns:a16="http://schemas.microsoft.com/office/drawing/2014/main" id="{DE98D7E8-800F-0CED-222A-CCA31C886879}"/>
              </a:ext>
            </a:extLst>
          </p:cNvPr>
          <p:cNvSpPr>
            <a:spLocks noGrp="1"/>
          </p:cNvSpPr>
          <p:nvPr>
            <p:ph type="title"/>
          </p:nvPr>
        </p:nvSpPr>
        <p:spPr>
          <a:xfrm>
            <a:off x="284480" y="365125"/>
            <a:ext cx="10332720" cy="1325563"/>
          </a:xfrm>
        </p:spPr>
        <p:txBody>
          <a:bodyPr/>
          <a:lstStyle>
            <a:lvl1pPr>
              <a:defRPr b="0">
                <a:solidFill>
                  <a:schemeClr val="bg1"/>
                </a:solidFill>
              </a:defRPr>
            </a:lvl1pPr>
          </a:lstStyle>
          <a:p>
            <a:r>
              <a:rPr lang="de-DE" dirty="0"/>
              <a:t>Mastertitelformat bearbeiten</a:t>
            </a:r>
          </a:p>
        </p:txBody>
      </p:sp>
      <p:sp>
        <p:nvSpPr>
          <p:cNvPr id="3" name="Inhaltsplatzhalter 2">
            <a:extLst>
              <a:ext uri="{FF2B5EF4-FFF2-40B4-BE49-F238E27FC236}">
                <a16:creationId xmlns:a16="http://schemas.microsoft.com/office/drawing/2014/main" id="{56D7EF37-797B-CF4C-B1B4-D5F6BF0C5A05}"/>
              </a:ext>
            </a:extLst>
          </p:cNvPr>
          <p:cNvSpPr>
            <a:spLocks noGrp="1"/>
          </p:cNvSpPr>
          <p:nvPr>
            <p:ph sz="half" idx="1"/>
          </p:nvPr>
        </p:nvSpPr>
        <p:spPr>
          <a:xfrm>
            <a:off x="284480" y="1825625"/>
            <a:ext cx="5811520"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18BA8F6-19E9-06E2-70E8-02DC1FA267CA}"/>
              </a:ext>
            </a:extLst>
          </p:cNvPr>
          <p:cNvSpPr>
            <a:spLocks noGrp="1"/>
          </p:cNvSpPr>
          <p:nvPr>
            <p:ph sz="half" idx="2"/>
          </p:nvPr>
        </p:nvSpPr>
        <p:spPr>
          <a:xfrm>
            <a:off x="6172200" y="1825625"/>
            <a:ext cx="5181599"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7C37AB7-6393-8C0A-7D7F-7F64F99CACC4}"/>
              </a:ext>
            </a:extLst>
          </p:cNvPr>
          <p:cNvSpPr>
            <a:spLocks noGrp="1"/>
          </p:cNvSpPr>
          <p:nvPr>
            <p:ph type="dt" sz="half" idx="10"/>
          </p:nvPr>
        </p:nvSpPr>
        <p:spPr>
          <a:xfrm>
            <a:off x="1410054" y="5994400"/>
            <a:ext cx="2476146" cy="365125"/>
          </a:xfrm>
        </p:spPr>
        <p:txBody>
          <a:bodyPr/>
          <a:lstStyle/>
          <a:p>
            <a:fld id="{BE3939CF-54F3-4D28-91FE-ABDCE19D2930}" type="datetime1">
              <a:rPr lang="de-DE" smtClean="0"/>
              <a:t>04.08.2026</a:t>
            </a:fld>
            <a:endParaRPr lang="de-DE" dirty="0"/>
          </a:p>
        </p:txBody>
      </p:sp>
      <p:sp>
        <p:nvSpPr>
          <p:cNvPr id="6" name="Fußzeilenplatzhalter 5">
            <a:extLst>
              <a:ext uri="{FF2B5EF4-FFF2-40B4-BE49-F238E27FC236}">
                <a16:creationId xmlns:a16="http://schemas.microsoft.com/office/drawing/2014/main" id="{0226EC32-C8D6-3693-C816-CB4AF83F49D7}"/>
              </a:ext>
            </a:extLst>
          </p:cNvPr>
          <p:cNvSpPr>
            <a:spLocks noGrp="1"/>
          </p:cNvSpPr>
          <p:nvPr>
            <p:ph type="ftr" sz="quarter" idx="11"/>
          </p:nvPr>
        </p:nvSpPr>
        <p:spPr>
          <a:xfrm>
            <a:off x="7496174" y="5994400"/>
            <a:ext cx="3857625" cy="365125"/>
          </a:xfrm>
        </p:spPr>
        <p:txBody>
          <a:bodyPr/>
          <a:lstStyle/>
          <a:p>
            <a:endParaRPr lang="de-DE" dirty="0"/>
          </a:p>
        </p:txBody>
      </p:sp>
      <p:sp>
        <p:nvSpPr>
          <p:cNvPr id="12" name="Foliennummernplatzhalter 15">
            <a:extLst>
              <a:ext uri="{FF2B5EF4-FFF2-40B4-BE49-F238E27FC236}">
                <a16:creationId xmlns:a16="http://schemas.microsoft.com/office/drawing/2014/main" id="{E1A48DB0-FE67-FC5D-B3EE-34BB0258129C}"/>
              </a:ext>
            </a:extLst>
          </p:cNvPr>
          <p:cNvSpPr txBox="1">
            <a:spLocks/>
          </p:cNvSpPr>
          <p:nvPr userDrawn="1"/>
        </p:nvSpPr>
        <p:spPr>
          <a:xfrm>
            <a:off x="289634" y="5994400"/>
            <a:ext cx="736600" cy="365125"/>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D8DA9DAA-006C-4F4B-980E-E3DF019B24E2}" type="slidenum">
              <a:rPr lang="de-DE" sz="1600" b="1" smtClean="0"/>
              <a:pPr algn="l"/>
              <a:t>‹Nr.›</a:t>
            </a:fld>
            <a:endParaRPr lang="de-DE" b="1" dirty="0"/>
          </a:p>
        </p:txBody>
      </p:sp>
      <p:pic>
        <p:nvPicPr>
          <p:cNvPr id="7" name="Grafik 6" descr="Ein Bild, das Grafiken, Schrift, Text, Grafikdesign enthält.&#10;&#10;Automatisch generierte Beschreibung">
            <a:extLst>
              <a:ext uri="{FF2B5EF4-FFF2-40B4-BE49-F238E27FC236}">
                <a16:creationId xmlns:a16="http://schemas.microsoft.com/office/drawing/2014/main" id="{2B664954-8B39-C5FC-895A-5C31CED3D2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78681" y="5635122"/>
            <a:ext cx="2476146" cy="1083682"/>
          </a:xfrm>
          <a:prstGeom prst="rect">
            <a:avLst/>
          </a:prstGeom>
        </p:spPr>
      </p:pic>
    </p:spTree>
    <p:extLst>
      <p:ext uri="{BB962C8B-B14F-4D97-AF65-F5344CB8AC3E}">
        <p14:creationId xmlns:p14="http://schemas.microsoft.com/office/powerpoint/2010/main" val="1987144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rennfolie3">
    <p:spTree>
      <p:nvGrpSpPr>
        <p:cNvPr id="1" name=""/>
        <p:cNvGrpSpPr/>
        <p:nvPr/>
      </p:nvGrpSpPr>
      <p:grpSpPr>
        <a:xfrm>
          <a:off x="0" y="0"/>
          <a:ext cx="0" cy="0"/>
          <a:chOff x="0" y="0"/>
          <a:chExt cx="0" cy="0"/>
        </a:xfrm>
      </p:grpSpPr>
      <p:pic>
        <p:nvPicPr>
          <p:cNvPr id="5" name="Grafik 4" descr="Ein Bild, das Rechteck, Grün, Farbigkeit enthält.&#10;&#10;Automatisch generierte Beschreibung">
            <a:extLst>
              <a:ext uri="{FF2B5EF4-FFF2-40B4-BE49-F238E27FC236}">
                <a16:creationId xmlns:a16="http://schemas.microsoft.com/office/drawing/2014/main" id="{F826DF3A-74A8-091D-47EA-B418C22108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11" name="Textplatzhalter 2">
            <a:extLst>
              <a:ext uri="{FF2B5EF4-FFF2-40B4-BE49-F238E27FC236}">
                <a16:creationId xmlns:a16="http://schemas.microsoft.com/office/drawing/2014/main" id="{D62EA315-6ECA-1B58-2C82-BBE8659029DE}"/>
              </a:ext>
            </a:extLst>
          </p:cNvPr>
          <p:cNvSpPr>
            <a:spLocks noGrp="1"/>
          </p:cNvSpPr>
          <p:nvPr>
            <p:ph idx="12" hasCustomPrompt="1"/>
          </p:nvPr>
        </p:nvSpPr>
        <p:spPr>
          <a:xfrm>
            <a:off x="1523998" y="2976880"/>
            <a:ext cx="9144000" cy="2936240"/>
          </a:xfrm>
          <a:prstGeom prst="rect">
            <a:avLst/>
          </a:prstGeom>
        </p:spPr>
        <p:txBody>
          <a:bodyPr vert="horz" lIns="91440" tIns="45720" rIns="91440" bIns="45720" rtlCol="0">
            <a:normAutofit/>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sp>
        <p:nvSpPr>
          <p:cNvPr id="2" name="Titel 1">
            <a:extLst>
              <a:ext uri="{FF2B5EF4-FFF2-40B4-BE49-F238E27FC236}">
                <a16:creationId xmlns:a16="http://schemas.microsoft.com/office/drawing/2014/main" id="{447AA0A6-E771-6C0A-4919-0AA6FAAB3AEE}"/>
              </a:ext>
            </a:extLst>
          </p:cNvPr>
          <p:cNvSpPr>
            <a:spLocks noGrp="1"/>
          </p:cNvSpPr>
          <p:nvPr>
            <p:ph type="title"/>
          </p:nvPr>
        </p:nvSpPr>
        <p:spPr>
          <a:xfrm>
            <a:off x="929638" y="944880"/>
            <a:ext cx="10332720" cy="1325563"/>
          </a:xfrm>
        </p:spPr>
        <p:txBody>
          <a:bodyPr/>
          <a:lstStyle>
            <a:lvl1pPr algn="ctr">
              <a:defRPr b="0">
                <a:solidFill>
                  <a:schemeClr val="bg1"/>
                </a:solidFill>
              </a:defRPr>
            </a:lvl1pPr>
          </a:lstStyle>
          <a:p>
            <a:r>
              <a:rPr lang="de-DE" dirty="0"/>
              <a:t>Mastertitelformat bearbeiten</a:t>
            </a:r>
          </a:p>
        </p:txBody>
      </p:sp>
    </p:spTree>
    <p:extLst>
      <p:ext uri="{BB962C8B-B14F-4D97-AF65-F5344CB8AC3E}">
        <p14:creationId xmlns:p14="http://schemas.microsoft.com/office/powerpoint/2010/main" val="8891501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ennfolie3-mit-Logo">
    <p:spTree>
      <p:nvGrpSpPr>
        <p:cNvPr id="1" name=""/>
        <p:cNvGrpSpPr/>
        <p:nvPr/>
      </p:nvGrpSpPr>
      <p:grpSpPr>
        <a:xfrm>
          <a:off x="0" y="0"/>
          <a:ext cx="0" cy="0"/>
          <a:chOff x="0" y="0"/>
          <a:chExt cx="0" cy="0"/>
        </a:xfrm>
      </p:grpSpPr>
      <p:pic>
        <p:nvPicPr>
          <p:cNvPr id="5" name="Grafik 4" descr="Ein Bild, das Rechteck, Grün, Farbigkeit enthält.&#10;&#10;Automatisch generierte Beschreibung">
            <a:extLst>
              <a:ext uri="{FF2B5EF4-FFF2-40B4-BE49-F238E27FC236}">
                <a16:creationId xmlns:a16="http://schemas.microsoft.com/office/drawing/2014/main" id="{F826DF3A-74A8-091D-47EA-B418C22108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2" name="Textplatzhalter 2">
            <a:extLst>
              <a:ext uri="{FF2B5EF4-FFF2-40B4-BE49-F238E27FC236}">
                <a16:creationId xmlns:a16="http://schemas.microsoft.com/office/drawing/2014/main" id="{2DA35A7E-2DED-3FAA-9EAA-23B4022639F6}"/>
              </a:ext>
            </a:extLst>
          </p:cNvPr>
          <p:cNvSpPr>
            <a:spLocks noGrp="1"/>
          </p:cNvSpPr>
          <p:nvPr>
            <p:ph idx="12" hasCustomPrompt="1"/>
          </p:nvPr>
        </p:nvSpPr>
        <p:spPr>
          <a:xfrm>
            <a:off x="1523998" y="2235200"/>
            <a:ext cx="9144000" cy="3022600"/>
          </a:xfrm>
          <a:prstGeom prst="rect">
            <a:avLst/>
          </a:prstGeom>
        </p:spPr>
        <p:txBody>
          <a:bodyPr vert="horz" lIns="91440" tIns="45720" rIns="91440" bIns="45720" rtlCol="0">
            <a:normAutofit/>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pic>
        <p:nvPicPr>
          <p:cNvPr id="4" name="Grafik 3">
            <a:extLst>
              <a:ext uri="{FF2B5EF4-FFF2-40B4-BE49-F238E27FC236}">
                <a16:creationId xmlns:a16="http://schemas.microsoft.com/office/drawing/2014/main" id="{288398F5-9971-3D33-704E-6A020456091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
        <p:nvSpPr>
          <p:cNvPr id="7" name="Titel 1">
            <a:extLst>
              <a:ext uri="{FF2B5EF4-FFF2-40B4-BE49-F238E27FC236}">
                <a16:creationId xmlns:a16="http://schemas.microsoft.com/office/drawing/2014/main" id="{9288656D-280A-3BB7-9F9B-A96E08BAFE31}"/>
              </a:ext>
            </a:extLst>
          </p:cNvPr>
          <p:cNvSpPr>
            <a:spLocks noGrp="1"/>
          </p:cNvSpPr>
          <p:nvPr>
            <p:ph type="title"/>
          </p:nvPr>
        </p:nvSpPr>
        <p:spPr>
          <a:xfrm>
            <a:off x="929638" y="944880"/>
            <a:ext cx="10332720" cy="1325563"/>
          </a:xfrm>
        </p:spPr>
        <p:txBody>
          <a:bodyPr/>
          <a:lstStyle>
            <a:lvl1pPr algn="ctr">
              <a:defRPr b="0">
                <a:solidFill>
                  <a:schemeClr val="bg1"/>
                </a:solidFill>
              </a:defRPr>
            </a:lvl1pPr>
          </a:lstStyle>
          <a:p>
            <a:r>
              <a:rPr lang="de-DE" dirty="0"/>
              <a:t>Mastertitelformat bearbeiten</a:t>
            </a:r>
          </a:p>
        </p:txBody>
      </p:sp>
    </p:spTree>
    <p:extLst>
      <p:ext uri="{BB962C8B-B14F-4D97-AF65-F5344CB8AC3E}">
        <p14:creationId xmlns:p14="http://schemas.microsoft.com/office/powerpoint/2010/main" val="40333797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rennfolie4">
    <p:spTree>
      <p:nvGrpSpPr>
        <p:cNvPr id="1" name=""/>
        <p:cNvGrpSpPr/>
        <p:nvPr/>
      </p:nvGrpSpPr>
      <p:grpSpPr>
        <a:xfrm>
          <a:off x="0" y="0"/>
          <a:ext cx="0" cy="0"/>
          <a:chOff x="0" y="0"/>
          <a:chExt cx="0" cy="0"/>
        </a:xfrm>
      </p:grpSpPr>
      <p:pic>
        <p:nvPicPr>
          <p:cNvPr id="3" name="Grafik 2" descr="Ein Bild, das Rechteck, Screenshot, Text, Design enthält.&#10;&#10;Automatisch generierte Beschreibung">
            <a:extLst>
              <a:ext uri="{FF2B5EF4-FFF2-40B4-BE49-F238E27FC236}">
                <a16:creationId xmlns:a16="http://schemas.microsoft.com/office/drawing/2014/main" id="{F20D5943-CFF3-BB0D-7D33-3A4226598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Textplatzhalter 2">
            <a:extLst>
              <a:ext uri="{FF2B5EF4-FFF2-40B4-BE49-F238E27FC236}">
                <a16:creationId xmlns:a16="http://schemas.microsoft.com/office/drawing/2014/main" id="{682D3866-9F63-50D4-4D5C-0C912AE63CE6}"/>
              </a:ext>
            </a:extLst>
          </p:cNvPr>
          <p:cNvSpPr>
            <a:spLocks noGrp="1"/>
          </p:cNvSpPr>
          <p:nvPr>
            <p:ph idx="12" hasCustomPrompt="1"/>
          </p:nvPr>
        </p:nvSpPr>
        <p:spPr>
          <a:xfrm>
            <a:off x="1523998" y="1894525"/>
            <a:ext cx="9144000" cy="4049075"/>
          </a:xfrm>
          <a:prstGeom prst="rect">
            <a:avLst/>
          </a:prstGeom>
        </p:spPr>
        <p:txBody>
          <a:bodyPr vert="horz" lIns="91440" tIns="45720" rIns="91440" bIns="45720" rtlCol="0">
            <a:normAutofit/>
          </a:bodyPr>
          <a:lstStyle>
            <a:lvl1pPr algn="ct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p:txBody>
      </p:sp>
      <p:sp>
        <p:nvSpPr>
          <p:cNvPr id="7" name="Titel 1">
            <a:extLst>
              <a:ext uri="{FF2B5EF4-FFF2-40B4-BE49-F238E27FC236}">
                <a16:creationId xmlns:a16="http://schemas.microsoft.com/office/drawing/2014/main" id="{8B67B015-C764-7133-C35D-E8B6290BA892}"/>
              </a:ext>
            </a:extLst>
          </p:cNvPr>
          <p:cNvSpPr txBox="1">
            <a:spLocks/>
          </p:cNvSpPr>
          <p:nvPr userDrawn="1"/>
        </p:nvSpPr>
        <p:spPr>
          <a:xfrm>
            <a:off x="929638" y="568963"/>
            <a:ext cx="10332720" cy="132556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0" kern="1200">
                <a:solidFill>
                  <a:schemeClr val="tx1"/>
                </a:solidFill>
                <a:latin typeface="+mj-lt"/>
                <a:ea typeface="+mj-ea"/>
                <a:cs typeface="+mj-cs"/>
              </a:defRPr>
            </a:lvl1pPr>
          </a:lstStyle>
          <a:p>
            <a:r>
              <a:rPr lang="de-DE" dirty="0"/>
              <a:t>Mastertitelformat bearbeiten</a:t>
            </a:r>
          </a:p>
        </p:txBody>
      </p:sp>
    </p:spTree>
    <p:extLst>
      <p:ext uri="{BB962C8B-B14F-4D97-AF65-F5344CB8AC3E}">
        <p14:creationId xmlns:p14="http://schemas.microsoft.com/office/powerpoint/2010/main" val="20819840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rennfolie4-mit-Logo">
    <p:spTree>
      <p:nvGrpSpPr>
        <p:cNvPr id="1" name=""/>
        <p:cNvGrpSpPr/>
        <p:nvPr/>
      </p:nvGrpSpPr>
      <p:grpSpPr>
        <a:xfrm>
          <a:off x="0" y="0"/>
          <a:ext cx="0" cy="0"/>
          <a:chOff x="0" y="0"/>
          <a:chExt cx="0" cy="0"/>
        </a:xfrm>
      </p:grpSpPr>
      <p:pic>
        <p:nvPicPr>
          <p:cNvPr id="3" name="Grafik 2" descr="Ein Bild, das Rechteck, Screenshot, Text, Design enthält.&#10;&#10;Automatisch generierte Beschreibung">
            <a:extLst>
              <a:ext uri="{FF2B5EF4-FFF2-40B4-BE49-F238E27FC236}">
                <a16:creationId xmlns:a16="http://schemas.microsoft.com/office/drawing/2014/main" id="{F20D5943-CFF3-BB0D-7D33-3A4226598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Textplatzhalter 2">
            <a:extLst>
              <a:ext uri="{FF2B5EF4-FFF2-40B4-BE49-F238E27FC236}">
                <a16:creationId xmlns:a16="http://schemas.microsoft.com/office/drawing/2014/main" id="{682D3866-9F63-50D4-4D5C-0C912AE63CE6}"/>
              </a:ext>
            </a:extLst>
          </p:cNvPr>
          <p:cNvSpPr>
            <a:spLocks noGrp="1"/>
          </p:cNvSpPr>
          <p:nvPr>
            <p:ph idx="12" hasCustomPrompt="1"/>
          </p:nvPr>
        </p:nvSpPr>
        <p:spPr>
          <a:xfrm>
            <a:off x="1523998" y="1894525"/>
            <a:ext cx="9144000" cy="3144200"/>
          </a:xfrm>
          <a:prstGeom prst="rect">
            <a:avLst/>
          </a:prstGeom>
        </p:spPr>
        <p:txBody>
          <a:bodyPr vert="horz" lIns="91440" tIns="45720" rIns="91440" bIns="45720" rtlCol="0">
            <a:normAutofit/>
          </a:bodyPr>
          <a:lstStyle>
            <a:lvl1pPr algn="ct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p:txBody>
      </p:sp>
      <p:pic>
        <p:nvPicPr>
          <p:cNvPr id="7" name="Grafik 6" descr="Ein Bild, das Grafiken, Schrift, Text, Grafikdesign enthält.&#10;&#10;Automatisch generierte Beschreibung">
            <a:extLst>
              <a:ext uri="{FF2B5EF4-FFF2-40B4-BE49-F238E27FC236}">
                <a16:creationId xmlns:a16="http://schemas.microsoft.com/office/drawing/2014/main" id="{67EE2E78-33FA-061D-58B7-4DD8E6C671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781727" y="5205356"/>
            <a:ext cx="2476146" cy="1083682"/>
          </a:xfrm>
          <a:prstGeom prst="rect">
            <a:avLst/>
          </a:prstGeom>
        </p:spPr>
      </p:pic>
      <p:sp>
        <p:nvSpPr>
          <p:cNvPr id="2" name="Titel 1">
            <a:extLst>
              <a:ext uri="{FF2B5EF4-FFF2-40B4-BE49-F238E27FC236}">
                <a16:creationId xmlns:a16="http://schemas.microsoft.com/office/drawing/2014/main" id="{ACB87A02-4997-DAF6-B211-4E76C8A1928C}"/>
              </a:ext>
            </a:extLst>
          </p:cNvPr>
          <p:cNvSpPr>
            <a:spLocks noGrp="1"/>
          </p:cNvSpPr>
          <p:nvPr>
            <p:ph type="title"/>
          </p:nvPr>
        </p:nvSpPr>
        <p:spPr>
          <a:xfrm>
            <a:off x="929638" y="568963"/>
            <a:ext cx="10332720" cy="1325562"/>
          </a:xfrm>
        </p:spPr>
        <p:txBody>
          <a:bodyPr/>
          <a:lstStyle>
            <a:lvl1pPr algn="ctr">
              <a:defRPr b="0">
                <a:solidFill>
                  <a:schemeClr val="tx1"/>
                </a:solidFill>
              </a:defRPr>
            </a:lvl1pPr>
          </a:lstStyle>
          <a:p>
            <a:r>
              <a:rPr lang="de-DE" dirty="0"/>
              <a:t>Mastertitelformat bearbeiten</a:t>
            </a:r>
          </a:p>
        </p:txBody>
      </p:sp>
    </p:spTree>
    <p:extLst>
      <p:ext uri="{BB962C8B-B14F-4D97-AF65-F5344CB8AC3E}">
        <p14:creationId xmlns:p14="http://schemas.microsoft.com/office/powerpoint/2010/main" val="6375198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nhalt3">
    <p:spTree>
      <p:nvGrpSpPr>
        <p:cNvPr id="1" name=""/>
        <p:cNvGrpSpPr/>
        <p:nvPr/>
      </p:nvGrpSpPr>
      <p:grpSpPr>
        <a:xfrm>
          <a:off x="0" y="0"/>
          <a:ext cx="0" cy="0"/>
          <a:chOff x="0" y="0"/>
          <a:chExt cx="0" cy="0"/>
        </a:xfrm>
      </p:grpSpPr>
      <p:pic>
        <p:nvPicPr>
          <p:cNvPr id="3" name="Grafik 2" descr="Ein Bild, das Rechteck, Screenshot, Grün, Farbigkeit enthält.&#10;&#10;Automatisch generierte Beschreibung">
            <a:extLst>
              <a:ext uri="{FF2B5EF4-FFF2-40B4-BE49-F238E27FC236}">
                <a16:creationId xmlns:a16="http://schemas.microsoft.com/office/drawing/2014/main" id="{38FDFE06-BCCB-6DF8-2B91-4A443E36D4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A16BC54A-4D4E-3CA4-99BC-A8EF9E493555}"/>
              </a:ext>
            </a:extLst>
          </p:cNvPr>
          <p:cNvSpPr>
            <a:spLocks noGrp="1"/>
          </p:cNvSpPr>
          <p:nvPr>
            <p:ph idx="1"/>
          </p:nvPr>
        </p:nvSpPr>
        <p:spPr>
          <a:xfrm>
            <a:off x="640080" y="640080"/>
            <a:ext cx="5252720" cy="5577840"/>
          </a:xfrm>
        </p:spPr>
        <p:txBody>
          <a:bodyPr/>
          <a:lstStyle>
            <a:lvl1pPr marL="0" indent="0">
              <a:buNone/>
              <a:defRPr>
                <a:solidFill>
                  <a:schemeClr val="bg1"/>
                </a:solidFill>
              </a:defRPr>
            </a:lvl1pPr>
          </a:lstStyle>
          <a:p>
            <a:pPr lvl="0"/>
            <a:r>
              <a:rPr lang="de-DE" dirty="0"/>
              <a:t>Mastertextformat bearbeiten</a:t>
            </a:r>
          </a:p>
        </p:txBody>
      </p:sp>
      <p:sp>
        <p:nvSpPr>
          <p:cNvPr id="7" name="Titel 1">
            <a:extLst>
              <a:ext uri="{FF2B5EF4-FFF2-40B4-BE49-F238E27FC236}">
                <a16:creationId xmlns:a16="http://schemas.microsoft.com/office/drawing/2014/main" id="{4FA16299-CA41-4896-BC16-6E7FBB8BBCEA}"/>
              </a:ext>
            </a:extLst>
          </p:cNvPr>
          <p:cNvSpPr>
            <a:spLocks noGrp="1"/>
          </p:cNvSpPr>
          <p:nvPr>
            <p:ph type="title"/>
          </p:nvPr>
        </p:nvSpPr>
        <p:spPr>
          <a:xfrm>
            <a:off x="6532880" y="640080"/>
            <a:ext cx="5090160" cy="1417320"/>
          </a:xfrm>
        </p:spPr>
        <p:txBody>
          <a:bodyPr anchor="t"/>
          <a:lstStyle>
            <a:lvl1pPr>
              <a:defRPr sz="3200"/>
            </a:lvl1pPr>
          </a:lstStyle>
          <a:p>
            <a:r>
              <a:rPr lang="de-DE" dirty="0"/>
              <a:t>Mastertitelformat bearbeiten</a:t>
            </a:r>
          </a:p>
        </p:txBody>
      </p:sp>
      <p:sp>
        <p:nvSpPr>
          <p:cNvPr id="8" name="Textplatzhalter 3">
            <a:extLst>
              <a:ext uri="{FF2B5EF4-FFF2-40B4-BE49-F238E27FC236}">
                <a16:creationId xmlns:a16="http://schemas.microsoft.com/office/drawing/2014/main" id="{ECB3F8B0-CDF0-293A-6998-3BF5F797A842}"/>
              </a:ext>
            </a:extLst>
          </p:cNvPr>
          <p:cNvSpPr>
            <a:spLocks noGrp="1"/>
          </p:cNvSpPr>
          <p:nvPr>
            <p:ph type="body" sz="half" idx="2"/>
          </p:nvPr>
        </p:nvSpPr>
        <p:spPr>
          <a:xfrm>
            <a:off x="6532880" y="2057400"/>
            <a:ext cx="5090160"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Tree>
    <p:extLst>
      <p:ext uri="{BB962C8B-B14F-4D97-AF65-F5344CB8AC3E}">
        <p14:creationId xmlns:p14="http://schemas.microsoft.com/office/powerpoint/2010/main" val="4735741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nhalt4">
    <p:spTree>
      <p:nvGrpSpPr>
        <p:cNvPr id="1" name=""/>
        <p:cNvGrpSpPr/>
        <p:nvPr/>
      </p:nvGrpSpPr>
      <p:grpSpPr>
        <a:xfrm>
          <a:off x="0" y="0"/>
          <a:ext cx="0" cy="0"/>
          <a:chOff x="0" y="0"/>
          <a:chExt cx="0" cy="0"/>
        </a:xfrm>
      </p:grpSpPr>
      <p:pic>
        <p:nvPicPr>
          <p:cNvPr id="3" name="Grafik 2" descr="Ein Bild, das Rechteck, Farbigkeit, Screenshot, Grün enthält.&#10;&#10;Automatisch generierte Beschreibung">
            <a:extLst>
              <a:ext uri="{FF2B5EF4-FFF2-40B4-BE49-F238E27FC236}">
                <a16:creationId xmlns:a16="http://schemas.microsoft.com/office/drawing/2014/main" id="{CEEE3F66-D788-9C08-CEEA-EB7270F3C2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7" name="Inhaltsplatzhalter 2">
            <a:extLst>
              <a:ext uri="{FF2B5EF4-FFF2-40B4-BE49-F238E27FC236}">
                <a16:creationId xmlns:a16="http://schemas.microsoft.com/office/drawing/2014/main" id="{CBA65198-70EF-D98E-FCE3-3EB7F3115731}"/>
              </a:ext>
            </a:extLst>
          </p:cNvPr>
          <p:cNvSpPr>
            <a:spLocks noGrp="1"/>
          </p:cNvSpPr>
          <p:nvPr>
            <p:ph idx="1"/>
          </p:nvPr>
        </p:nvSpPr>
        <p:spPr>
          <a:xfrm>
            <a:off x="6370320" y="640080"/>
            <a:ext cx="5110480" cy="5577840"/>
          </a:xfrm>
        </p:spPr>
        <p:txBody>
          <a:bodyPr/>
          <a:lstStyle>
            <a:lvl1pPr marL="0" indent="0">
              <a:buNone/>
              <a:defRPr>
                <a:solidFill>
                  <a:schemeClr val="bg1"/>
                </a:solidFill>
              </a:defRPr>
            </a:lvl1pPr>
          </a:lstStyle>
          <a:p>
            <a:pPr lvl="0"/>
            <a:r>
              <a:rPr lang="de-DE"/>
              <a:t>Mastertextformat bearbeiten</a:t>
            </a:r>
          </a:p>
        </p:txBody>
      </p:sp>
      <p:sp>
        <p:nvSpPr>
          <p:cNvPr id="8" name="Titel 1">
            <a:extLst>
              <a:ext uri="{FF2B5EF4-FFF2-40B4-BE49-F238E27FC236}">
                <a16:creationId xmlns:a16="http://schemas.microsoft.com/office/drawing/2014/main" id="{AA509297-2D1E-7606-EBE8-14BFE68331E2}"/>
              </a:ext>
            </a:extLst>
          </p:cNvPr>
          <p:cNvSpPr>
            <a:spLocks noGrp="1"/>
          </p:cNvSpPr>
          <p:nvPr>
            <p:ph type="title"/>
          </p:nvPr>
        </p:nvSpPr>
        <p:spPr>
          <a:xfrm>
            <a:off x="497840" y="1490726"/>
            <a:ext cx="5242560" cy="1297178"/>
          </a:xfrm>
        </p:spPr>
        <p:txBody>
          <a:bodyPr anchor="t"/>
          <a:lstStyle>
            <a:lvl1pPr>
              <a:defRPr sz="3200"/>
            </a:lvl1pPr>
          </a:lstStyle>
          <a:p>
            <a:r>
              <a:rPr lang="de-DE" dirty="0"/>
              <a:t>Mastertitelformat bearbeiten</a:t>
            </a:r>
          </a:p>
        </p:txBody>
      </p:sp>
      <p:sp>
        <p:nvSpPr>
          <p:cNvPr id="9" name="Textplatzhalter 3">
            <a:extLst>
              <a:ext uri="{FF2B5EF4-FFF2-40B4-BE49-F238E27FC236}">
                <a16:creationId xmlns:a16="http://schemas.microsoft.com/office/drawing/2014/main" id="{CAF2219D-A666-2479-4A55-F3BED778A577}"/>
              </a:ext>
            </a:extLst>
          </p:cNvPr>
          <p:cNvSpPr>
            <a:spLocks noGrp="1"/>
          </p:cNvSpPr>
          <p:nvPr>
            <p:ph type="body" sz="half" idx="2"/>
          </p:nvPr>
        </p:nvSpPr>
        <p:spPr>
          <a:xfrm>
            <a:off x="914400" y="3429000"/>
            <a:ext cx="4826000" cy="27889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pic>
        <p:nvPicPr>
          <p:cNvPr id="2" name="Grafik 1" descr="Ein Bild, das Grafiken, Schrift, Text, Grafikdesign enthält.&#10;&#10;Automatisch generierte Beschreibung">
            <a:extLst>
              <a:ext uri="{FF2B5EF4-FFF2-40B4-BE49-F238E27FC236}">
                <a16:creationId xmlns:a16="http://schemas.microsoft.com/office/drawing/2014/main" id="{AD03AEAB-70B9-B013-6A24-AF04F2FE2C7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47087" y="203014"/>
            <a:ext cx="2476146" cy="1083682"/>
          </a:xfrm>
          <a:prstGeom prst="rect">
            <a:avLst/>
          </a:prstGeom>
        </p:spPr>
      </p:pic>
    </p:spTree>
    <p:extLst>
      <p:ext uri="{BB962C8B-B14F-4D97-AF65-F5344CB8AC3E}">
        <p14:creationId xmlns:p14="http://schemas.microsoft.com/office/powerpoint/2010/main" val="37551125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nhalt5">
    <p:spTree>
      <p:nvGrpSpPr>
        <p:cNvPr id="1" name=""/>
        <p:cNvGrpSpPr/>
        <p:nvPr/>
      </p:nvGrpSpPr>
      <p:grpSpPr>
        <a:xfrm>
          <a:off x="0" y="0"/>
          <a:ext cx="0" cy="0"/>
          <a:chOff x="0" y="0"/>
          <a:chExt cx="0" cy="0"/>
        </a:xfrm>
      </p:grpSpPr>
      <p:pic>
        <p:nvPicPr>
          <p:cNvPr id="3" name="Grafik 2" descr="Ein Bild, das Rechteck, Screenshot, Grün, Farbigkeit enthält.&#10;&#10;Automatisch generierte Beschreibung">
            <a:extLst>
              <a:ext uri="{FF2B5EF4-FFF2-40B4-BE49-F238E27FC236}">
                <a16:creationId xmlns:a16="http://schemas.microsoft.com/office/drawing/2014/main" id="{4900CEC2-4AC7-74A8-C4DF-81E0743B13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D6AA956C-8AA6-8A68-3B11-DAC8F0EF966E}"/>
              </a:ext>
            </a:extLst>
          </p:cNvPr>
          <p:cNvSpPr>
            <a:spLocks noGrp="1"/>
          </p:cNvSpPr>
          <p:nvPr>
            <p:ph idx="1"/>
          </p:nvPr>
        </p:nvSpPr>
        <p:spPr>
          <a:xfrm>
            <a:off x="6370320" y="640080"/>
            <a:ext cx="5110480" cy="5577840"/>
          </a:xfrm>
        </p:spPr>
        <p:txBody>
          <a:bodyPr/>
          <a:lstStyle>
            <a:lvl1pPr marL="0" indent="0">
              <a:buNone/>
              <a:defRPr>
                <a:solidFill>
                  <a:schemeClr val="bg1"/>
                </a:solidFill>
              </a:defRPr>
            </a:lvl1pPr>
          </a:lstStyle>
          <a:p>
            <a:pPr lvl="0"/>
            <a:r>
              <a:rPr lang="de-DE"/>
              <a:t>Mastertextformat bearbeiten</a:t>
            </a:r>
          </a:p>
        </p:txBody>
      </p:sp>
      <p:sp>
        <p:nvSpPr>
          <p:cNvPr id="5" name="Titel 1">
            <a:extLst>
              <a:ext uri="{FF2B5EF4-FFF2-40B4-BE49-F238E27FC236}">
                <a16:creationId xmlns:a16="http://schemas.microsoft.com/office/drawing/2014/main" id="{6601344A-4279-85FE-7B30-ACAAADAA311C}"/>
              </a:ext>
            </a:extLst>
          </p:cNvPr>
          <p:cNvSpPr>
            <a:spLocks noGrp="1"/>
          </p:cNvSpPr>
          <p:nvPr>
            <p:ph type="title"/>
          </p:nvPr>
        </p:nvSpPr>
        <p:spPr>
          <a:xfrm>
            <a:off x="629920" y="640080"/>
            <a:ext cx="5110480" cy="1417320"/>
          </a:xfrm>
        </p:spPr>
        <p:txBody>
          <a:bodyPr anchor="t"/>
          <a:lstStyle>
            <a:lvl1pPr>
              <a:defRPr sz="3200"/>
            </a:lvl1pPr>
          </a:lstStyle>
          <a:p>
            <a:r>
              <a:rPr lang="de-DE" dirty="0"/>
              <a:t>Mastertitelformat bearbeiten</a:t>
            </a:r>
          </a:p>
        </p:txBody>
      </p:sp>
      <p:sp>
        <p:nvSpPr>
          <p:cNvPr id="6" name="Textplatzhalter 3">
            <a:extLst>
              <a:ext uri="{FF2B5EF4-FFF2-40B4-BE49-F238E27FC236}">
                <a16:creationId xmlns:a16="http://schemas.microsoft.com/office/drawing/2014/main" id="{969651F2-632B-323F-0210-E6358726BE20}"/>
              </a:ext>
            </a:extLst>
          </p:cNvPr>
          <p:cNvSpPr>
            <a:spLocks noGrp="1"/>
          </p:cNvSpPr>
          <p:nvPr>
            <p:ph type="body" sz="half" idx="2"/>
          </p:nvPr>
        </p:nvSpPr>
        <p:spPr>
          <a:xfrm>
            <a:off x="629920" y="2057400"/>
            <a:ext cx="5110480"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32476177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halt6">
    <p:spTree>
      <p:nvGrpSpPr>
        <p:cNvPr id="1" name=""/>
        <p:cNvGrpSpPr/>
        <p:nvPr/>
      </p:nvGrpSpPr>
      <p:grpSpPr>
        <a:xfrm>
          <a:off x="0" y="0"/>
          <a:ext cx="0" cy="0"/>
          <a:chOff x="0" y="0"/>
          <a:chExt cx="0" cy="0"/>
        </a:xfrm>
      </p:grpSpPr>
      <p:pic>
        <p:nvPicPr>
          <p:cNvPr id="3" name="Grafik 2" descr="Ein Bild, das Rechteck, Screenshot, Quadrat, Design enthält.&#10;&#10;Automatisch generierte Beschreibung">
            <a:extLst>
              <a:ext uri="{FF2B5EF4-FFF2-40B4-BE49-F238E27FC236}">
                <a16:creationId xmlns:a16="http://schemas.microsoft.com/office/drawing/2014/main" id="{65BAA06C-0933-06E2-08F5-2561150C08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B833EA10-036C-43A8-2A99-CA252899FEBC}"/>
              </a:ext>
            </a:extLst>
          </p:cNvPr>
          <p:cNvSpPr>
            <a:spLocks noGrp="1"/>
          </p:cNvSpPr>
          <p:nvPr>
            <p:ph idx="1"/>
          </p:nvPr>
        </p:nvSpPr>
        <p:spPr>
          <a:xfrm>
            <a:off x="619760" y="640080"/>
            <a:ext cx="4836160" cy="5577840"/>
          </a:xfrm>
        </p:spPr>
        <p:txBody>
          <a:bodyPr/>
          <a:lstStyle>
            <a:lvl1pPr marL="0" indent="0">
              <a:buNone/>
              <a:defRPr/>
            </a:lvl1pPr>
          </a:lstStyle>
          <a:p>
            <a:pPr lvl="0"/>
            <a:r>
              <a:rPr lang="de-DE"/>
              <a:t>Mastertextformat bearbeiten</a:t>
            </a:r>
          </a:p>
        </p:txBody>
      </p:sp>
      <p:sp>
        <p:nvSpPr>
          <p:cNvPr id="5" name="Foliennummernplatzhalter 15">
            <a:extLst>
              <a:ext uri="{FF2B5EF4-FFF2-40B4-BE49-F238E27FC236}">
                <a16:creationId xmlns:a16="http://schemas.microsoft.com/office/drawing/2014/main" id="{12279F34-6012-3097-C35F-58314D97B43B}"/>
              </a:ext>
            </a:extLst>
          </p:cNvPr>
          <p:cNvSpPr txBox="1">
            <a:spLocks/>
          </p:cNvSpPr>
          <p:nvPr userDrawn="1"/>
        </p:nvSpPr>
        <p:spPr>
          <a:xfrm>
            <a:off x="11200476" y="3429000"/>
            <a:ext cx="560647"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
        <p:nvSpPr>
          <p:cNvPr id="6" name="Titel 1">
            <a:extLst>
              <a:ext uri="{FF2B5EF4-FFF2-40B4-BE49-F238E27FC236}">
                <a16:creationId xmlns:a16="http://schemas.microsoft.com/office/drawing/2014/main" id="{87B2645C-1B8C-8D33-9E85-1D134ADF5BDC}"/>
              </a:ext>
            </a:extLst>
          </p:cNvPr>
          <p:cNvSpPr>
            <a:spLocks noGrp="1"/>
          </p:cNvSpPr>
          <p:nvPr>
            <p:ph type="title"/>
          </p:nvPr>
        </p:nvSpPr>
        <p:spPr>
          <a:xfrm>
            <a:off x="6857841" y="457200"/>
            <a:ext cx="3932237" cy="1600200"/>
          </a:xfrm>
        </p:spPr>
        <p:txBody>
          <a:bodyPr anchor="t"/>
          <a:lstStyle>
            <a:lvl1pPr>
              <a:defRPr sz="3200"/>
            </a:lvl1pPr>
          </a:lstStyle>
          <a:p>
            <a:r>
              <a:rPr lang="de-DE" dirty="0"/>
              <a:t>Mastertitelformat bearbeiten</a:t>
            </a:r>
          </a:p>
        </p:txBody>
      </p:sp>
      <p:sp>
        <p:nvSpPr>
          <p:cNvPr id="7" name="Textplatzhalter 3">
            <a:extLst>
              <a:ext uri="{FF2B5EF4-FFF2-40B4-BE49-F238E27FC236}">
                <a16:creationId xmlns:a16="http://schemas.microsoft.com/office/drawing/2014/main" id="{8AE8F366-FFE1-BFA4-BA48-34A4BE4D1860}"/>
              </a:ext>
            </a:extLst>
          </p:cNvPr>
          <p:cNvSpPr>
            <a:spLocks noGrp="1"/>
          </p:cNvSpPr>
          <p:nvPr>
            <p:ph type="body" sz="half" idx="2"/>
          </p:nvPr>
        </p:nvSpPr>
        <p:spPr>
          <a:xfrm>
            <a:off x="6857841" y="2057400"/>
            <a:ext cx="3932237"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8912972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nhalt7">
    <p:spTree>
      <p:nvGrpSpPr>
        <p:cNvPr id="1" name=""/>
        <p:cNvGrpSpPr/>
        <p:nvPr/>
      </p:nvGrpSpPr>
      <p:grpSpPr>
        <a:xfrm>
          <a:off x="0" y="0"/>
          <a:ext cx="0" cy="0"/>
          <a:chOff x="0" y="0"/>
          <a:chExt cx="0" cy="0"/>
        </a:xfrm>
      </p:grpSpPr>
      <p:pic>
        <p:nvPicPr>
          <p:cNvPr id="4" name="Grafik 3" descr="Ein Bild, das Rechteck, Screenshot, Quadrat, Design enthält.&#10;&#10;Automatisch generierte Beschreibung">
            <a:extLst>
              <a:ext uri="{FF2B5EF4-FFF2-40B4-BE49-F238E27FC236}">
                <a16:creationId xmlns:a16="http://schemas.microsoft.com/office/drawing/2014/main" id="{3D3A8490-08B8-D489-EAF5-C72F7F2E62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Inhaltsplatzhalter 2">
            <a:extLst>
              <a:ext uri="{FF2B5EF4-FFF2-40B4-BE49-F238E27FC236}">
                <a16:creationId xmlns:a16="http://schemas.microsoft.com/office/drawing/2014/main" id="{5C959901-AF38-0DA8-BEFA-CAC8F05EDD41}"/>
              </a:ext>
            </a:extLst>
          </p:cNvPr>
          <p:cNvSpPr>
            <a:spLocks noGrp="1"/>
          </p:cNvSpPr>
          <p:nvPr>
            <p:ph idx="1"/>
          </p:nvPr>
        </p:nvSpPr>
        <p:spPr>
          <a:xfrm>
            <a:off x="6725920" y="640080"/>
            <a:ext cx="4836160" cy="5577840"/>
          </a:xfrm>
        </p:spPr>
        <p:txBody>
          <a:bodyPr/>
          <a:lstStyle>
            <a:lvl1pPr marL="0" indent="0">
              <a:buNone/>
              <a:defRPr/>
            </a:lvl1pPr>
          </a:lstStyle>
          <a:p>
            <a:pPr lvl="0"/>
            <a:r>
              <a:rPr lang="de-DE"/>
              <a:t>Mastertextformat bearbeiten</a:t>
            </a:r>
          </a:p>
        </p:txBody>
      </p:sp>
      <p:sp>
        <p:nvSpPr>
          <p:cNvPr id="6" name="Foliennummernplatzhalter 15">
            <a:extLst>
              <a:ext uri="{FF2B5EF4-FFF2-40B4-BE49-F238E27FC236}">
                <a16:creationId xmlns:a16="http://schemas.microsoft.com/office/drawing/2014/main" id="{6F8F3A60-A9FF-DDE6-D9E9-5A4DDB43B0D7}"/>
              </a:ext>
            </a:extLst>
          </p:cNvPr>
          <p:cNvSpPr txBox="1">
            <a:spLocks/>
          </p:cNvSpPr>
          <p:nvPr userDrawn="1"/>
        </p:nvSpPr>
        <p:spPr>
          <a:xfrm>
            <a:off x="386080" y="3429000"/>
            <a:ext cx="560647"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
        <p:nvSpPr>
          <p:cNvPr id="7" name="Titel 1">
            <a:extLst>
              <a:ext uri="{FF2B5EF4-FFF2-40B4-BE49-F238E27FC236}">
                <a16:creationId xmlns:a16="http://schemas.microsoft.com/office/drawing/2014/main" id="{98C2EAA4-7F7A-55CC-2BDF-A8224BEF71EF}"/>
              </a:ext>
            </a:extLst>
          </p:cNvPr>
          <p:cNvSpPr>
            <a:spLocks noGrp="1"/>
          </p:cNvSpPr>
          <p:nvPr>
            <p:ph type="title"/>
          </p:nvPr>
        </p:nvSpPr>
        <p:spPr>
          <a:xfrm>
            <a:off x="1396842" y="457200"/>
            <a:ext cx="3932237" cy="1600200"/>
          </a:xfrm>
        </p:spPr>
        <p:txBody>
          <a:bodyPr anchor="t"/>
          <a:lstStyle>
            <a:lvl1pPr>
              <a:defRPr sz="3200"/>
            </a:lvl1pPr>
          </a:lstStyle>
          <a:p>
            <a:r>
              <a:rPr lang="de-DE" dirty="0"/>
              <a:t>Mastertitelformat bearbeiten</a:t>
            </a:r>
          </a:p>
        </p:txBody>
      </p:sp>
      <p:sp>
        <p:nvSpPr>
          <p:cNvPr id="8" name="Textplatzhalter 3">
            <a:extLst>
              <a:ext uri="{FF2B5EF4-FFF2-40B4-BE49-F238E27FC236}">
                <a16:creationId xmlns:a16="http://schemas.microsoft.com/office/drawing/2014/main" id="{EEBFBB03-92B7-BFBB-FFD3-6142EDAA0A5E}"/>
              </a:ext>
            </a:extLst>
          </p:cNvPr>
          <p:cNvSpPr>
            <a:spLocks noGrp="1"/>
          </p:cNvSpPr>
          <p:nvPr>
            <p:ph type="body" sz="half" idx="2"/>
          </p:nvPr>
        </p:nvSpPr>
        <p:spPr>
          <a:xfrm>
            <a:off x="1396842" y="2057400"/>
            <a:ext cx="3932237"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3480670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128854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ogo-klein">
    <p:spTree>
      <p:nvGrpSpPr>
        <p:cNvPr id="1" name=""/>
        <p:cNvGrpSpPr/>
        <p:nvPr/>
      </p:nvGrpSpPr>
      <p:grpSpPr>
        <a:xfrm>
          <a:off x="0" y="0"/>
          <a:ext cx="0" cy="0"/>
          <a:chOff x="0" y="0"/>
          <a:chExt cx="0" cy="0"/>
        </a:xfrm>
      </p:grpSpPr>
      <p:pic>
        <p:nvPicPr>
          <p:cNvPr id="4" name="Grafik 3" descr="Ein Bild, das Grafiken, Schrift, Text, Grafikdesign enthält.&#10;&#10;Automatisch generierte Beschreibung">
            <a:extLst>
              <a:ext uri="{FF2B5EF4-FFF2-40B4-BE49-F238E27FC236}">
                <a16:creationId xmlns:a16="http://schemas.microsoft.com/office/drawing/2014/main" id="{222673D9-6131-E5AC-47F3-D794CCC142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81727" y="5205356"/>
            <a:ext cx="2476146" cy="1083682"/>
          </a:xfrm>
          <a:prstGeom prst="rect">
            <a:avLst/>
          </a:prstGeom>
        </p:spPr>
      </p:pic>
    </p:spTree>
    <p:extLst>
      <p:ext uri="{BB962C8B-B14F-4D97-AF65-F5344CB8AC3E}">
        <p14:creationId xmlns:p14="http://schemas.microsoft.com/office/powerpoint/2010/main" val="29396028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ogo-groß">
    <p:spTree>
      <p:nvGrpSpPr>
        <p:cNvPr id="1" name=""/>
        <p:cNvGrpSpPr/>
        <p:nvPr/>
      </p:nvGrpSpPr>
      <p:grpSpPr>
        <a:xfrm>
          <a:off x="0" y="0"/>
          <a:ext cx="0" cy="0"/>
          <a:chOff x="0" y="0"/>
          <a:chExt cx="0" cy="0"/>
        </a:xfrm>
      </p:grpSpPr>
      <p:pic>
        <p:nvPicPr>
          <p:cNvPr id="3" name="Grafik 2" descr="Ein Bild, das Grafiken, Schrift, Text, Grafikdesign enthält.&#10;&#10;Automatisch generierte Beschreibung">
            <a:extLst>
              <a:ext uri="{FF2B5EF4-FFF2-40B4-BE49-F238E27FC236}">
                <a16:creationId xmlns:a16="http://schemas.microsoft.com/office/drawing/2014/main" id="{024BB557-6B41-C1DC-24AD-8CEA186BA0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6475" y="1455416"/>
            <a:ext cx="9019050" cy="3947168"/>
          </a:xfrm>
          <a:prstGeom prst="rect">
            <a:avLst/>
          </a:prstGeom>
        </p:spPr>
      </p:pic>
    </p:spTree>
    <p:extLst>
      <p:ext uri="{BB962C8B-B14F-4D97-AF65-F5344CB8AC3E}">
        <p14:creationId xmlns:p14="http://schemas.microsoft.com/office/powerpoint/2010/main" val="27727606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ndfolie">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spTree>
    <p:extLst>
      <p:ext uri="{BB962C8B-B14F-4D97-AF65-F5344CB8AC3E}">
        <p14:creationId xmlns:p14="http://schemas.microsoft.com/office/powerpoint/2010/main" val="9311443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Endfolie-Logo">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pic>
        <p:nvPicPr>
          <p:cNvPr id="2" name="Grafik 1">
            <a:extLst>
              <a:ext uri="{FF2B5EF4-FFF2-40B4-BE49-F238E27FC236}">
                <a16:creationId xmlns:a16="http://schemas.microsoft.com/office/drawing/2014/main" id="{A2095471-BB94-B5F3-2DDD-B47867B8F2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Tree>
    <p:extLst>
      <p:ext uri="{BB962C8B-B14F-4D97-AF65-F5344CB8AC3E}">
        <p14:creationId xmlns:p14="http://schemas.microsoft.com/office/powerpoint/2010/main" val="4778535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slideLayout" Target="../slideLayouts/slideLayout16.xml"/><Relationship Id="rId11" Type="http://schemas.openxmlformats.org/officeDocument/2006/relationships/slideLayout" Target="../slideLayouts/slideLayout17.xml"/><Relationship Id="rId12" Type="http://schemas.openxmlformats.org/officeDocument/2006/relationships/slideLayout" Target="../slideLayouts/slideLayout18.xml"/><Relationship Id="rId13" Type="http://schemas.openxmlformats.org/officeDocument/2006/relationships/slideLayout" Target="../slideLayouts/slideLayout19.xml"/><Relationship Id="rId14" Type="http://schemas.openxmlformats.org/officeDocument/2006/relationships/slideLayout" Target="../slideLayouts/slideLayout20.xml"/><Relationship Id="rId15" Type="http://schemas.openxmlformats.org/officeDocument/2006/relationships/slideLayout" Target="../slideLayouts/slideLayout21.xml"/><Relationship Id="rId16" Type="http://schemas.openxmlformats.org/officeDocument/2006/relationships/slideLayout" Target="../slideLayouts/slideLayout22.xml"/><Relationship Id="rId17" Type="http://schemas.openxmlformats.org/officeDocument/2006/relationships/slideLayout" Target="../slideLayouts/slideLayout23.xml"/><Relationship Id="rId18" Type="http://schemas.openxmlformats.org/officeDocument/2006/relationships/slideLayout" Target="../slideLayouts/slideLayout24.xml"/><Relationship Id="rId19" Type="http://schemas.openxmlformats.org/officeDocument/2006/relationships/slideLayout" Target="../slideLayouts/slideLayout25.xml"/><Relationship Id="rId20" Type="http://schemas.openxmlformats.org/officeDocument/2006/relationships/slideLayout" Target="../slideLayouts/slideLayout26.xml"/><Relationship Id="rId21" Type="http://schemas.openxmlformats.org/officeDocument/2006/relationships/slideLayout" Target="../slideLayouts/slideLayout27.xml"/><Relationship Id="rId22" Type="http://schemas.openxmlformats.org/officeDocument/2006/relationships/slideLayout" Target="../slideLayouts/slideLayout28.xml"/><Relationship Id="rId23" Type="http://schemas.openxmlformats.org/officeDocument/2006/relationships/slideLayout" Target="../slideLayouts/slideLayout29.xml"/><Relationship Id="rId2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slideLayout" Target="../slideLayouts/slideLayout41.xml"/><Relationship Id="rId13" Type="http://schemas.openxmlformats.org/officeDocument/2006/relationships/slideLayout" Target="../slideLayouts/slideLayout42.xml"/><Relationship Id="rId14" Type="http://schemas.openxmlformats.org/officeDocument/2006/relationships/slideLayout" Target="../slideLayouts/slideLayout43.xml"/><Relationship Id="rId15" Type="http://schemas.openxmlformats.org/officeDocument/2006/relationships/slideLayout" Target="../slideLayouts/slideLayout44.xml"/><Relationship Id="rId16" Type="http://schemas.openxmlformats.org/officeDocument/2006/relationships/slideLayout" Target="../slideLayouts/slideLayout45.xml"/><Relationship Id="rId17" Type="http://schemas.openxmlformats.org/officeDocument/2006/relationships/slideLayout" Target="../slideLayouts/slideLayout46.xml"/><Relationship Id="rId18" Type="http://schemas.openxmlformats.org/officeDocument/2006/relationships/slideLayout" Target="../slideLayouts/slideLayout47.xml"/><Relationship Id="rId19" Type="http://schemas.openxmlformats.org/officeDocument/2006/relationships/slideLayout" Target="../slideLayouts/slideLayout48.xml"/><Relationship Id="rId20" Type="http://schemas.openxmlformats.org/officeDocument/2006/relationships/slideLayout" Target="../slideLayouts/slideLayout49.xml"/><Relationship Id="rId21" Type="http://schemas.openxmlformats.org/officeDocument/2006/relationships/slideLayout" Target="../slideLayouts/slideLayout50.xml"/><Relationship Id="rId22" Type="http://schemas.openxmlformats.org/officeDocument/2006/relationships/slideLayout" Target="../slideLayouts/slideLayout51.xml"/><Relationship Id="rId23" Type="http://schemas.openxmlformats.org/officeDocument/2006/relationships/slideLayout" Target="../slideLayouts/slideLayout52.xml"/><Relationship Id="rId24" Type="http://schemas.openxmlformats.org/officeDocument/2006/relationships/slideLayout" Target="../slideLayouts/slideLayout53.xml"/><Relationship Id="rId2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BBFB0D4F-B08D-CCB9-A31D-FD6794B99234}"/>
              </a:ext>
            </a:extLst>
          </p:cNvPr>
          <p:cNvSpPr>
            <a:spLocks noGrp="1"/>
          </p:cNvSpPr>
          <p:nvPr>
            <p:ph type="dt" sz="half" idx="2"/>
          </p:nvPr>
        </p:nvSpPr>
        <p:spPr>
          <a:xfrm>
            <a:off x="1422400" y="6356350"/>
            <a:ext cx="21590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43F1A7-D79D-471F-9636-72E53656F243}" type="datetime1">
              <a:rPr lang="de-DE" smtClean="0"/>
              <a:t>04.08.2026</a:t>
            </a:fld>
            <a:endParaRPr lang="de-DE" dirty="0"/>
          </a:p>
        </p:txBody>
      </p:sp>
      <p:sp>
        <p:nvSpPr>
          <p:cNvPr id="5" name="Fußzeilenplatzhalter 4">
            <a:extLst>
              <a:ext uri="{FF2B5EF4-FFF2-40B4-BE49-F238E27FC236}">
                <a16:creationId xmlns:a16="http://schemas.microsoft.com/office/drawing/2014/main" id="{49FD28A8-C0B3-D68F-EDB5-385501E84851}"/>
              </a:ext>
            </a:extLst>
          </p:cNvPr>
          <p:cNvSpPr>
            <a:spLocks noGrp="1"/>
          </p:cNvSpPr>
          <p:nvPr>
            <p:ph type="ftr" sz="quarter" idx="3"/>
          </p:nvPr>
        </p:nvSpPr>
        <p:spPr>
          <a:xfrm>
            <a:off x="4038600" y="6356350"/>
            <a:ext cx="65786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endParaRPr lang="de-DE" dirty="0"/>
          </a:p>
        </p:txBody>
      </p:sp>
    </p:spTree>
    <p:extLst>
      <p:ext uri="{BB962C8B-B14F-4D97-AF65-F5344CB8AC3E}">
        <p14:creationId xmlns:p14="http://schemas.microsoft.com/office/powerpoint/2010/main" val="2066238556"/>
      </p:ext>
    </p:extLst>
  </p:cSld>
  <p:clrMap bg1="lt1" tx1="dk1" bg2="lt2" tx2="dk2" accent1="accent1" accent2="accent2" accent3="accent3" accent4="accent4" accent5="accent5" accent6="accent6" hlink="hlink" folHlink="folHlink"/>
  <p:sldLayoutIdLst>
    <p:sldLayoutId id="2147483740" r:id="rId1"/>
    <p:sldLayoutId id="2147483763" r:id="rId2"/>
    <p:sldLayoutId id="2147483764" r:id="rId3"/>
    <p:sldLayoutId id="2147483742" r:id="rId4"/>
    <p:sldLayoutId id="2147483761" r:id="rId5"/>
    <p:sldLayoutId id="2147483762" r:id="rId6"/>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4">
            <a:extLst>
              <a:ext uri="{FF2B5EF4-FFF2-40B4-BE49-F238E27FC236}">
                <a16:creationId xmlns:a16="http://schemas.microsoft.com/office/drawing/2014/main" id="{51B18945-8A81-A57B-D05E-9BA6E7CA7027}"/>
              </a:ext>
            </a:extLst>
          </p:cNvPr>
          <p:cNvSpPr>
            <a:spLocks noGrp="1"/>
          </p:cNvSpPr>
          <p:nvPr>
            <p:ph type="ftr" sz="quarter" idx="3"/>
          </p:nvPr>
        </p:nvSpPr>
        <p:spPr>
          <a:xfrm>
            <a:off x="1422400" y="6356350"/>
            <a:ext cx="9194800" cy="365125"/>
          </a:xfrm>
          <a:prstGeom prst="rect">
            <a:avLst/>
          </a:prstGeom>
        </p:spPr>
        <p:txBody>
          <a:bodyPr/>
          <a:lstStyle>
            <a:lvl1pPr algn="l">
              <a:defRPr sz="1400"/>
            </a:lvl1pPr>
          </a:lstStyle>
          <a:p>
            <a:endParaRPr lang="de-DE" dirty="0"/>
          </a:p>
        </p:txBody>
      </p:sp>
    </p:spTree>
    <p:extLst>
      <p:ext uri="{BB962C8B-B14F-4D97-AF65-F5344CB8AC3E}">
        <p14:creationId xmlns:p14="http://schemas.microsoft.com/office/powerpoint/2010/main" val="3583035596"/>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699" r:id="rId3"/>
    <p:sldLayoutId id="2147483700" r:id="rId4"/>
    <p:sldLayoutId id="2147483755" r:id="rId5"/>
    <p:sldLayoutId id="2147483756" r:id="rId6"/>
    <p:sldLayoutId id="2147483757" r:id="rId7"/>
    <p:sldLayoutId id="2147483758" r:id="rId8"/>
    <p:sldLayoutId id="2147483701" r:id="rId9"/>
    <p:sldLayoutId id="2147483702" r:id="rId10"/>
    <p:sldLayoutId id="2147483748" r:id="rId11"/>
    <p:sldLayoutId id="2147483705" r:id="rId12"/>
    <p:sldLayoutId id="2147483706" r:id="rId13"/>
    <p:sldLayoutId id="2147483707" r:id="rId14"/>
    <p:sldLayoutId id="2147483750" r:id="rId15"/>
    <p:sldLayoutId id="2147483751" r:id="rId16"/>
    <p:sldLayoutId id="2147483752" r:id="rId17"/>
    <p:sldLayoutId id="2147483753" r:id="rId18"/>
    <p:sldLayoutId id="2147483754" r:id="rId19"/>
    <p:sldLayoutId id="2147483749" r:id="rId20"/>
    <p:sldLayoutId id="2147483708" r:id="rId21"/>
    <p:sldLayoutId id="2147483709" r:id="rId22"/>
    <p:sldLayoutId id="2147483710" r:id="rId23"/>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BBFB0D4F-B08D-CCB9-A31D-FD6794B99234}"/>
              </a:ext>
            </a:extLst>
          </p:cNvPr>
          <p:cNvSpPr>
            <a:spLocks noGrp="1"/>
          </p:cNvSpPr>
          <p:nvPr>
            <p:ph type="dt" sz="half" idx="2"/>
          </p:nvPr>
        </p:nvSpPr>
        <p:spPr>
          <a:xfrm>
            <a:off x="1422400" y="6356350"/>
            <a:ext cx="21590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43F1A7-D79D-471F-9636-72E53656F243}" type="datetime1">
              <a:rPr lang="de-DE" smtClean="0"/>
              <a:t>04.08.2026</a:t>
            </a:fld>
            <a:endParaRPr lang="de-DE" dirty="0"/>
          </a:p>
        </p:txBody>
      </p:sp>
      <p:sp>
        <p:nvSpPr>
          <p:cNvPr id="5" name="Fußzeilenplatzhalter 4">
            <a:extLst>
              <a:ext uri="{FF2B5EF4-FFF2-40B4-BE49-F238E27FC236}">
                <a16:creationId xmlns:a16="http://schemas.microsoft.com/office/drawing/2014/main" id="{49FD28A8-C0B3-D68F-EDB5-385501E84851}"/>
              </a:ext>
            </a:extLst>
          </p:cNvPr>
          <p:cNvSpPr>
            <a:spLocks noGrp="1"/>
          </p:cNvSpPr>
          <p:nvPr>
            <p:ph type="ftr" sz="quarter" idx="3"/>
          </p:nvPr>
        </p:nvSpPr>
        <p:spPr>
          <a:xfrm>
            <a:off x="4038600" y="6356350"/>
            <a:ext cx="65786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endParaRPr lang="de-DE" dirty="0"/>
          </a:p>
        </p:txBody>
      </p:sp>
    </p:spTree>
    <p:extLst>
      <p:ext uri="{BB962C8B-B14F-4D97-AF65-F5344CB8AC3E}">
        <p14:creationId xmlns:p14="http://schemas.microsoft.com/office/powerpoint/2010/main" val="63925915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59" r:id="rId23"/>
    <p:sldLayoutId id="2147483760" r:id="rId24"/>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Info">
  <a:themeElements>
    <a:clrScheme name="opseo">
      <a:dk1>
        <a:srgbClr val="777777"/>
      </a:dk1>
      <a:lt1>
        <a:srgbClr val="FFFFFF"/>
      </a:lt1>
      <a:dk2>
        <a:srgbClr val="777777"/>
      </a:dk2>
      <a:lt2>
        <a:srgbClr val="FFFFFF"/>
      </a:lt2>
      <a:accent1>
        <a:srgbClr val="1A70B8"/>
      </a:accent1>
      <a:accent2>
        <a:srgbClr val="BBCF00"/>
      </a:accent2>
      <a:accent3>
        <a:srgbClr val="2A6A38"/>
      </a:accent3>
      <a:accent4>
        <a:srgbClr val="F89929"/>
      </a:accent4>
      <a:accent5>
        <a:srgbClr val="963A96"/>
      </a:accent5>
      <a:accent6>
        <a:srgbClr val="D73225"/>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8148176C-B240-4BDC-9E7A-759B927EF4A6}"/>
    </a:ext>
  </a:extLst>
</a:theme>
</file>

<file path=ppt/theme/theme2.xml><?xml version="1.0" encoding="utf-8"?>
<a:theme xmlns:a="http://schemas.openxmlformats.org/drawingml/2006/main" name="Sales">
  <a:themeElements>
    <a:clrScheme name="Benutzerdefiniert 2">
      <a:dk1>
        <a:srgbClr val="777777"/>
      </a:dk1>
      <a:lt1>
        <a:srgbClr val="FFFFFF"/>
      </a:lt1>
      <a:dk2>
        <a:srgbClr val="777777"/>
      </a:dk2>
      <a:lt2>
        <a:srgbClr val="FFFFFF"/>
      </a:lt2>
      <a:accent1>
        <a:srgbClr val="1A70B8"/>
      </a:accent1>
      <a:accent2>
        <a:srgbClr val="BBCF00"/>
      </a:accent2>
      <a:accent3>
        <a:srgbClr val="2A6A38"/>
      </a:accent3>
      <a:accent4>
        <a:srgbClr val="FFFFFF"/>
      </a:accent4>
      <a:accent5>
        <a:srgbClr val="FFFFFF"/>
      </a:accent5>
      <a:accent6>
        <a:srgbClr val="FFFFFF"/>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3032B20B-4343-469D-8DA7-8CC763296E01}"/>
    </a:ext>
  </a:extLst>
</a:theme>
</file>

<file path=ppt/theme/theme3.xml><?xml version="1.0" encoding="utf-8"?>
<a:theme xmlns:a="http://schemas.openxmlformats.org/drawingml/2006/main" name="Marketing">
  <a:themeElements>
    <a:clrScheme name="Benutzerdefiniert 1">
      <a:dk1>
        <a:srgbClr val="777777"/>
      </a:dk1>
      <a:lt1>
        <a:srgbClr val="FFFFFF"/>
      </a:lt1>
      <a:dk2>
        <a:srgbClr val="777777"/>
      </a:dk2>
      <a:lt2>
        <a:srgbClr val="FFFFFF"/>
      </a:lt2>
      <a:accent1>
        <a:srgbClr val="1A70B8"/>
      </a:accent1>
      <a:accent2>
        <a:srgbClr val="BBCF00"/>
      </a:accent2>
      <a:accent3>
        <a:srgbClr val="2A6A38"/>
      </a:accent3>
      <a:accent4>
        <a:srgbClr val="FFFFFF"/>
      </a:accent4>
      <a:accent5>
        <a:srgbClr val="FFFFFF"/>
      </a:accent5>
      <a:accent6>
        <a:srgbClr val="FFFFFF"/>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9C145A59-7867-49BF-BA69-FC18FECBDEEF}"/>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eddfa29-c289-435c-9968-91ab3df1d04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84A185C9AB39C48804EAA9954BEF1F7" ma:contentTypeVersion="12" ma:contentTypeDescription="Ein neues Dokument erstellen." ma:contentTypeScope="" ma:versionID="f3ea5bd4ddd7061594707b95ba773a7f">
  <xsd:schema xmlns:xsd="http://www.w3.org/2001/XMLSchema" xmlns:xs="http://www.w3.org/2001/XMLSchema" xmlns:p="http://schemas.microsoft.com/office/2006/metadata/properties" xmlns:ns3="7eddfa29-c289-435c-9968-91ab3df1d04e" targetNamespace="http://schemas.microsoft.com/office/2006/metadata/properties" ma:root="true" ma:fieldsID="60393fcf5def6065c0394b4ef5f7108f" ns3:_="">
    <xsd:import namespace="7eddfa29-c289-435c-9968-91ab3df1d04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_activity"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ddfa29-c289-435c-9968-91ab3df1d04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45D098-DBE4-4E0A-B2D4-88C37B1E8C80}">
  <ds:schemaRefs>
    <ds:schemaRef ds:uri="http://purl.org/dc/elements/1.1/"/>
    <ds:schemaRef ds:uri="http://purl.org/dc/terms/"/>
    <ds:schemaRef ds:uri="http://schemas.microsoft.com/office/2006/documentManagement/types"/>
    <ds:schemaRef ds:uri="http://schemas.microsoft.com/office/infopath/2007/PartnerControls"/>
    <ds:schemaRef ds:uri="http://schemas.microsoft.com/office/2006/metadata/properties"/>
    <ds:schemaRef ds:uri="http://purl.org/dc/dcmitype/"/>
    <ds:schemaRef ds:uri="http://schemas.openxmlformats.org/package/2006/metadata/core-properties"/>
    <ds:schemaRef ds:uri="7eddfa29-c289-435c-9968-91ab3df1d04e"/>
    <ds:schemaRef ds:uri="http://www.w3.org/XML/1998/namespace"/>
  </ds:schemaRefs>
</ds:datastoreItem>
</file>

<file path=customXml/itemProps2.xml><?xml version="1.0" encoding="utf-8"?>
<ds:datastoreItem xmlns:ds="http://schemas.openxmlformats.org/officeDocument/2006/customXml" ds:itemID="{C634E425-A7F3-4939-9C76-DDF688FFF8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ddfa29-c289-435c-9968-91ab3df1d0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AFC12DA-5F3A-46E8-A2F0-5563EB6EAF9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Powerpoint Template</Template>
  <TotalTime>0</TotalTime>
  <Words>38</Words>
  <Application>Microsoft Office PowerPoint</Application>
  <PresentationFormat>Breitbild</PresentationFormat>
  <Paragraphs>2</Paragraphs>
  <Slides>5</Slides>
  <Notes>0</Notes>
  <HiddenSlides>0</HiddenSlides>
  <MMClips>0</MMClips>
  <ScaleCrop>false</ScaleCrop>
  <HeadingPairs>
    <vt:vector size="6" baseType="variant">
      <vt:variant>
        <vt:lpstr>Verwendete Schriftarten</vt:lpstr>
      </vt:variant>
      <vt:variant>
        <vt:i4>6</vt:i4>
      </vt:variant>
      <vt:variant>
        <vt:lpstr>Design</vt:lpstr>
      </vt:variant>
      <vt:variant>
        <vt:i4>3</vt:i4>
      </vt:variant>
      <vt:variant>
        <vt:lpstr>Folientitel</vt:lpstr>
      </vt:variant>
      <vt:variant>
        <vt:i4>5</vt:i4>
      </vt:variant>
    </vt:vector>
  </HeadingPairs>
  <TitlesOfParts>
    <vt:vector size="14" baseType="lpstr">
      <vt:lpstr>Aptos</vt:lpstr>
      <vt:lpstr>Arial</vt:lpstr>
      <vt:lpstr>Arsilon</vt:lpstr>
      <vt:lpstr>Open Sans</vt:lpstr>
      <vt:lpstr>Quicksand</vt:lpstr>
      <vt:lpstr>Wingdings</vt:lpstr>
      <vt:lpstr>Info</vt:lpstr>
      <vt:lpstr>Sales</vt:lpstr>
      <vt:lpstr>Marketing</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Neal, Jeffrey</dc:creator>
  <cp:lastModifiedBy>Neal, Jeffrey</cp:lastModifiedBy>
  <cp:revision>1</cp:revision>
  <dcterms:created xsi:type="dcterms:W3CDTF">2026-08-04T09:10:47Z</dcterms:created>
  <dcterms:modified xsi:type="dcterms:W3CDTF">2026-08-04T09:16:45Z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0x010100B84A185C9AB39C48804EAA9954BEF1F7</vt:lpwstr>
  </property>
</Properties>
</file>