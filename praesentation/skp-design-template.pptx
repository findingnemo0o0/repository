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handoutMasters/handoutMaster1.xml" ContentType="application/vnd.openxmlformats-officedocument.presentationml.handoutMaster+xml"/>
  <Override PartName="/ppt/media/image10.svg" ContentType="image/svg+xml"/>
  <Override PartName="/ppt/media/image1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1" r:id="rId4"/>
    <p:sldMasterId id="2147483696" r:id="rId5"/>
    <p:sldMasterId id="2147483713" r:id="rId6"/>
  </p:sldMasterIdLst>
  <p:notesMasterIdLst>
    <p:notesMasterId r:id="rId10"/>
  </p:notesMasterIdLst>
  <p:handoutMasterIdLst>
    <p:handoutMasterId r:id="rId11"/>
  </p:handoutMasterIdLst>
  <p:sldIdLst/>
  <p:sldSz cx="12192000" cy="6858000"/>
  <p:notesSz cx="6797675" cy="9926638"/>
  <p:custDataLst>
    <p:tags r:id="rId12"/>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3633215-D755-B983-CA37-148D50397679}" name="Rasmus Jansen" initials="RJ" userId="S::Rasmus.Jansen@arkwright.de::cf5823f6-69d3-4b7c-ade0-04edeaea9d6f" providerId="AD"/>
  <p188:author id="{B4F1C7E7-BDFA-4CD1-69E5-08B87181646E}" name="Wagner, Josefine" initials="JW" userId="S::josefine.wagner@opseo.de::623fea08-706d-41b7-9718-d5251b0059e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70B8"/>
    <a:srgbClr val="923892"/>
    <a:srgbClr val="F9FFC2"/>
    <a:srgbClr val="FFCCFF"/>
    <a:srgbClr val="FFCCCC"/>
    <a:srgbClr val="CCECFF"/>
    <a:srgbClr val="CBEAD2"/>
    <a:srgbClr val="963A96"/>
    <a:srgbClr val="8F378F"/>
    <a:srgbClr val="8A35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guide orient="horz" pos="2183"/>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tags" Target="tags/tag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de-DE" sz="1400" b="0"/>
              <a:t>Beispieldiagramm</a:t>
            </a:r>
            <a:endParaRPr lang="de-DE" b="0"/>
          </a:p>
        </c:rich>
      </c:tx>
      <c:layout>
        <c:manualLayout>
          <c:xMode val="edge"/>
          <c:yMode val="edge"/>
          <c:x val="0.28509147346070529"/>
          <c:y val="7.53603893494246E-2"/>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de-DE"/>
        </a:p>
      </c:txPr>
    </c:title>
    <c:autoTitleDeleted val="0"/>
    <c:plotArea>
      <c:layout/>
      <c:pieChart>
        <c:varyColors val="1"/>
        <c:ser>
          <c:idx val="0"/>
          <c:order val="0"/>
          <c:tx>
            <c:strRef>
              <c:f>Tabelle1!$B$1</c:f>
              <c:strCache>
                <c:ptCount val="1"/>
                <c:pt idx="0">
                  <c:v>Verkauf</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A913-4ACD-B760-5F1C36596FE9}"/>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A913-4ACD-B760-5F1C36596FE9}"/>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A913-4ACD-B760-5F1C36596FE9}"/>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A913-4ACD-B760-5F1C36596FE9}"/>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A913-4ACD-B760-5F1C36596FE9}"/>
              </c:ext>
            </c:extLst>
          </c:dPt>
          <c:dPt>
            <c:idx val="5"/>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A913-4ACD-B760-5F1C36596FE9}"/>
              </c:ext>
            </c:extLst>
          </c:dPt>
          <c:dPt>
            <c:idx val="6"/>
            <c:bubble3D val="0"/>
            <c:spPr>
              <a:solidFill>
                <a:schemeClr val="accent1">
                  <a:lumMod val="60000"/>
                </a:schemeClr>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D-A913-4ACD-B760-5F1C36596FE9}"/>
              </c:ext>
            </c:extLst>
          </c:dPt>
          <c:dLbls>
            <c:spPr>
              <a:pattFill prst="pct75">
                <a:fgClr>
                  <a:srgbClr val="777777">
                    <a:lumMod val="75000"/>
                    <a:lumOff val="25000"/>
                  </a:srgbClr>
                </a:fgClr>
                <a:bgClr>
                  <a:srgbClr val="777777">
                    <a:lumMod val="65000"/>
                    <a:lumOff val="35000"/>
                  </a:srgb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de-DE"/>
              </a:p>
            </c:txPr>
            <c:dLblPos val="bestFit"/>
            <c:showLegendKey val="0"/>
            <c:showVal val="1"/>
            <c:showCatName val="0"/>
            <c:showSerName val="0"/>
            <c:showPercent val="0"/>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Tabelle1!$A$2:$A$8</c:f>
              <c:strCache>
                <c:ptCount val="6"/>
                <c:pt idx="0">
                  <c:v>1.</c:v>
                </c:pt>
                <c:pt idx="1">
                  <c:v>2.</c:v>
                </c:pt>
                <c:pt idx="2">
                  <c:v>3.</c:v>
                </c:pt>
                <c:pt idx="3">
                  <c:v>4.</c:v>
                </c:pt>
                <c:pt idx="4">
                  <c:v>5.</c:v>
                </c:pt>
                <c:pt idx="5">
                  <c:v>6.</c:v>
                </c:pt>
              </c:strCache>
            </c:strRef>
          </c:cat>
          <c:val>
            <c:numRef>
              <c:f>Tabelle1!$B$2:$B$8</c:f>
              <c:numCache>
                <c:formatCode>General</c:formatCode>
                <c:ptCount val="7"/>
                <c:pt idx="0">
                  <c:v>7</c:v>
                </c:pt>
                <c:pt idx="1">
                  <c:v>3.33</c:v>
                </c:pt>
                <c:pt idx="2">
                  <c:v>0.25</c:v>
                </c:pt>
                <c:pt idx="3">
                  <c:v>0.85</c:v>
                </c:pt>
                <c:pt idx="4">
                  <c:v>1.5</c:v>
                </c:pt>
                <c:pt idx="5">
                  <c:v>2.8</c:v>
                </c:pt>
              </c:numCache>
            </c:numRef>
          </c:val>
          <c:extLst>
            <c:ext xmlns:c16="http://schemas.microsoft.com/office/drawing/2014/chart" uri="{C3380CC4-5D6E-409C-BE32-E72D297353CC}">
              <c16:uniqueId val="{00000000-3A74-4D83-BD91-704F1B0E44A0}"/>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EB481A-5002-42F2-9C18-A3CB77CB091F}" type="doc">
      <dgm:prSet loTypeId="urn:microsoft.com/office/officeart/2005/8/layout/hChevron3" loCatId="process" qsTypeId="urn:microsoft.com/office/officeart/2005/8/quickstyle/simple1" qsCatId="simple" csTypeId="urn:microsoft.com/office/officeart/2005/8/colors/accent1_2" csCatId="accent1" phldr="1"/>
      <dgm:spPr/>
    </dgm:pt>
    <dgm:pt modelId="{2E40D5F4-646B-4535-9E55-BCCEB4115845}">
      <dgm:prSet phldrT="[Text]"/>
      <dgm:spPr/>
      <dgm:t>
        <a:bodyPr/>
        <a:lstStyle/>
        <a:p>
          <a:r>
            <a:rPr lang="de-DE"/>
            <a:t> </a:t>
          </a:r>
        </a:p>
      </dgm:t>
    </dgm:pt>
    <dgm:pt modelId="{2272ACEB-DA1F-4B28-9507-EDF373131E4C}" type="parTrans" cxnId="{D6CC087D-7138-46A3-9273-F6D71B4F3C32}">
      <dgm:prSet/>
      <dgm:spPr/>
      <dgm:t>
        <a:bodyPr/>
        <a:lstStyle/>
        <a:p>
          <a:endParaRPr lang="de-DE"/>
        </a:p>
      </dgm:t>
    </dgm:pt>
    <dgm:pt modelId="{24DFD26B-4FF8-4994-BDE5-B3DB6ACE8A0F}" type="sibTrans" cxnId="{D6CC087D-7138-46A3-9273-F6D71B4F3C32}">
      <dgm:prSet/>
      <dgm:spPr/>
      <dgm:t>
        <a:bodyPr/>
        <a:lstStyle/>
        <a:p>
          <a:endParaRPr lang="de-DE"/>
        </a:p>
      </dgm:t>
    </dgm:pt>
    <dgm:pt modelId="{491437FC-D15B-4033-AA21-BE9972FFFC37}">
      <dgm:prSet phldrT="[Text]"/>
      <dgm:spPr/>
      <dgm:t>
        <a:bodyPr/>
        <a:lstStyle/>
        <a:p>
          <a:endParaRPr lang="de-DE"/>
        </a:p>
      </dgm:t>
    </dgm:pt>
    <dgm:pt modelId="{BCFDFF90-C012-4618-A2D3-648C182C8C08}" type="parTrans" cxnId="{02CE5344-9037-4AE0-B2B8-EB9665348354}">
      <dgm:prSet/>
      <dgm:spPr/>
      <dgm:t>
        <a:bodyPr/>
        <a:lstStyle/>
        <a:p>
          <a:endParaRPr lang="de-DE"/>
        </a:p>
      </dgm:t>
    </dgm:pt>
    <dgm:pt modelId="{76C9B214-FCC9-412E-8198-DB7EDD4D42C5}" type="sibTrans" cxnId="{02CE5344-9037-4AE0-B2B8-EB9665348354}">
      <dgm:prSet/>
      <dgm:spPr/>
      <dgm:t>
        <a:bodyPr/>
        <a:lstStyle/>
        <a:p>
          <a:endParaRPr lang="de-DE"/>
        </a:p>
      </dgm:t>
    </dgm:pt>
    <dgm:pt modelId="{93325859-10A1-4709-9FFF-4F96194F4AD3}">
      <dgm:prSet phldrT="[Text]"/>
      <dgm:spPr/>
      <dgm:t>
        <a:bodyPr/>
        <a:lstStyle/>
        <a:p>
          <a:endParaRPr lang="de-DE"/>
        </a:p>
      </dgm:t>
    </dgm:pt>
    <dgm:pt modelId="{E696A457-63E4-48E4-A393-243785100924}" type="parTrans" cxnId="{B04B918C-8920-4D2F-8FCB-079885F2731E}">
      <dgm:prSet/>
      <dgm:spPr/>
      <dgm:t>
        <a:bodyPr/>
        <a:lstStyle/>
        <a:p>
          <a:endParaRPr lang="de-DE"/>
        </a:p>
      </dgm:t>
    </dgm:pt>
    <dgm:pt modelId="{1AEEAEF4-1296-46D9-8021-BEA087E4019E}" type="sibTrans" cxnId="{B04B918C-8920-4D2F-8FCB-079885F2731E}">
      <dgm:prSet/>
      <dgm:spPr/>
      <dgm:t>
        <a:bodyPr/>
        <a:lstStyle/>
        <a:p>
          <a:endParaRPr lang="de-DE"/>
        </a:p>
      </dgm:t>
    </dgm:pt>
    <dgm:pt modelId="{477AB4B0-F14C-4FB5-A880-E36E8790D030}">
      <dgm:prSet phldrT="[Text]"/>
      <dgm:spPr/>
      <dgm:t>
        <a:bodyPr/>
        <a:lstStyle/>
        <a:p>
          <a:endParaRPr lang="de-DE"/>
        </a:p>
      </dgm:t>
    </dgm:pt>
    <dgm:pt modelId="{3CB5F95C-F2B0-4E65-9ECD-55B4B6207D13}" type="parTrans" cxnId="{5F7D0672-908B-4701-9A34-F9773197D7B6}">
      <dgm:prSet/>
      <dgm:spPr/>
      <dgm:t>
        <a:bodyPr/>
        <a:lstStyle/>
        <a:p>
          <a:endParaRPr lang="de-DE"/>
        </a:p>
      </dgm:t>
    </dgm:pt>
    <dgm:pt modelId="{9732B2F7-A143-467E-BFFE-72D34FCE572D}" type="sibTrans" cxnId="{5F7D0672-908B-4701-9A34-F9773197D7B6}">
      <dgm:prSet/>
      <dgm:spPr/>
      <dgm:t>
        <a:bodyPr/>
        <a:lstStyle/>
        <a:p>
          <a:endParaRPr lang="de-DE"/>
        </a:p>
      </dgm:t>
    </dgm:pt>
    <dgm:pt modelId="{5ED3A560-479B-4D61-B4B6-AFDE6209E8B1}">
      <dgm:prSet phldrT="[Text]"/>
      <dgm:spPr/>
      <dgm:t>
        <a:bodyPr/>
        <a:lstStyle/>
        <a:p>
          <a:endParaRPr lang="de-DE"/>
        </a:p>
      </dgm:t>
    </dgm:pt>
    <dgm:pt modelId="{B1FA837B-A593-4FD6-BB3A-35ECB0C72A0B}" type="parTrans" cxnId="{11F346F5-DE31-4071-941B-A904347531F2}">
      <dgm:prSet/>
      <dgm:spPr/>
      <dgm:t>
        <a:bodyPr/>
        <a:lstStyle/>
        <a:p>
          <a:endParaRPr lang="de-DE"/>
        </a:p>
      </dgm:t>
    </dgm:pt>
    <dgm:pt modelId="{8C956620-49A9-46E9-BF4E-B46FD86804F8}" type="sibTrans" cxnId="{11F346F5-DE31-4071-941B-A904347531F2}">
      <dgm:prSet/>
      <dgm:spPr/>
      <dgm:t>
        <a:bodyPr/>
        <a:lstStyle/>
        <a:p>
          <a:endParaRPr lang="de-DE"/>
        </a:p>
      </dgm:t>
    </dgm:pt>
    <dgm:pt modelId="{5D99C669-D917-4462-83AB-8276712D503D}" type="pres">
      <dgm:prSet presAssocID="{62EB481A-5002-42F2-9C18-A3CB77CB091F}" presName="Name0" presStyleCnt="0">
        <dgm:presLayoutVars>
          <dgm:dir/>
          <dgm:resizeHandles val="exact"/>
        </dgm:presLayoutVars>
      </dgm:prSet>
      <dgm:spPr/>
    </dgm:pt>
    <dgm:pt modelId="{7E4C85D2-F39C-4400-95A0-28C0F6E3E247}" type="pres">
      <dgm:prSet presAssocID="{2E40D5F4-646B-4535-9E55-BCCEB4115845}" presName="parTxOnly" presStyleLbl="node1" presStyleIdx="0" presStyleCnt="5" custLinFactNeighborX="-3845">
        <dgm:presLayoutVars>
          <dgm:bulletEnabled val="1"/>
        </dgm:presLayoutVars>
      </dgm:prSet>
      <dgm:spPr/>
    </dgm:pt>
    <dgm:pt modelId="{C9260466-CA3A-4939-B2CB-4073EE79EDA7}" type="pres">
      <dgm:prSet presAssocID="{24DFD26B-4FF8-4994-BDE5-B3DB6ACE8A0F}" presName="parSpace" presStyleCnt="0"/>
      <dgm:spPr/>
    </dgm:pt>
    <dgm:pt modelId="{FAFB2673-A74D-484A-9D5C-9A43F8FEFC55}" type="pres">
      <dgm:prSet presAssocID="{93325859-10A1-4709-9FFF-4F96194F4AD3}" presName="parTxOnly" presStyleLbl="node1" presStyleIdx="1" presStyleCnt="5">
        <dgm:presLayoutVars>
          <dgm:bulletEnabled val="1"/>
        </dgm:presLayoutVars>
      </dgm:prSet>
      <dgm:spPr/>
    </dgm:pt>
    <dgm:pt modelId="{426DE082-FF56-4AA4-BA3B-C3DD1548A377}" type="pres">
      <dgm:prSet presAssocID="{1AEEAEF4-1296-46D9-8021-BEA087E4019E}" presName="parSpace" presStyleCnt="0"/>
      <dgm:spPr/>
    </dgm:pt>
    <dgm:pt modelId="{AF43BECB-ED54-4168-9A2C-8493932E20C0}" type="pres">
      <dgm:prSet presAssocID="{477AB4B0-F14C-4FB5-A880-E36E8790D030}" presName="parTxOnly" presStyleLbl="node1" presStyleIdx="2" presStyleCnt="5">
        <dgm:presLayoutVars>
          <dgm:bulletEnabled val="1"/>
        </dgm:presLayoutVars>
      </dgm:prSet>
      <dgm:spPr/>
    </dgm:pt>
    <dgm:pt modelId="{017B880D-93D5-4BD7-B989-AF57195058C9}" type="pres">
      <dgm:prSet presAssocID="{9732B2F7-A143-467E-BFFE-72D34FCE572D}" presName="parSpace" presStyleCnt="0"/>
      <dgm:spPr/>
    </dgm:pt>
    <dgm:pt modelId="{90B9EB82-DB66-4703-8FF8-6B9A1D30625E}" type="pres">
      <dgm:prSet presAssocID="{5ED3A560-479B-4D61-B4B6-AFDE6209E8B1}" presName="parTxOnly" presStyleLbl="node1" presStyleIdx="3" presStyleCnt="5">
        <dgm:presLayoutVars>
          <dgm:bulletEnabled val="1"/>
        </dgm:presLayoutVars>
      </dgm:prSet>
      <dgm:spPr/>
    </dgm:pt>
    <dgm:pt modelId="{C6C5178F-6E61-41B3-97ED-019439679BD4}" type="pres">
      <dgm:prSet presAssocID="{8C956620-49A9-46E9-BF4E-B46FD86804F8}" presName="parSpace" presStyleCnt="0"/>
      <dgm:spPr/>
    </dgm:pt>
    <dgm:pt modelId="{B64E7CEF-516D-499F-BC68-820A44F54CF3}" type="pres">
      <dgm:prSet presAssocID="{491437FC-D15B-4033-AA21-BE9972FFFC37}" presName="parTxOnly" presStyleLbl="node1" presStyleIdx="4" presStyleCnt="5">
        <dgm:presLayoutVars>
          <dgm:bulletEnabled val="1"/>
        </dgm:presLayoutVars>
      </dgm:prSet>
      <dgm:spPr/>
    </dgm:pt>
  </dgm:ptLst>
  <dgm:cxnLst>
    <dgm:cxn modelId="{02CE5344-9037-4AE0-B2B8-EB9665348354}" srcId="{62EB481A-5002-42F2-9C18-A3CB77CB091F}" destId="{491437FC-D15B-4033-AA21-BE9972FFFC37}" srcOrd="4" destOrd="0" parTransId="{BCFDFF90-C012-4618-A2D3-648C182C8C08}" sibTransId="{76C9B214-FCC9-412E-8198-DB7EDD4D42C5}"/>
    <dgm:cxn modelId="{5F7D0672-908B-4701-9A34-F9773197D7B6}" srcId="{62EB481A-5002-42F2-9C18-A3CB77CB091F}" destId="{477AB4B0-F14C-4FB5-A880-E36E8790D030}" srcOrd="2" destOrd="0" parTransId="{3CB5F95C-F2B0-4E65-9ECD-55B4B6207D13}" sibTransId="{9732B2F7-A143-467E-BFFE-72D34FCE572D}"/>
    <dgm:cxn modelId="{D6CC087D-7138-46A3-9273-F6D71B4F3C32}" srcId="{62EB481A-5002-42F2-9C18-A3CB77CB091F}" destId="{2E40D5F4-646B-4535-9E55-BCCEB4115845}" srcOrd="0" destOrd="0" parTransId="{2272ACEB-DA1F-4B28-9507-EDF373131E4C}" sibTransId="{24DFD26B-4FF8-4994-BDE5-B3DB6ACE8A0F}"/>
    <dgm:cxn modelId="{1BC36181-4D2E-4B91-8FCB-2AAB49435FF4}" type="presOf" srcId="{93325859-10A1-4709-9FFF-4F96194F4AD3}" destId="{FAFB2673-A74D-484A-9D5C-9A43F8FEFC55}" srcOrd="0" destOrd="0" presId="urn:microsoft.com/office/officeart/2005/8/layout/hChevron3"/>
    <dgm:cxn modelId="{B04B918C-8920-4D2F-8FCB-079885F2731E}" srcId="{62EB481A-5002-42F2-9C18-A3CB77CB091F}" destId="{93325859-10A1-4709-9FFF-4F96194F4AD3}" srcOrd="1" destOrd="0" parTransId="{E696A457-63E4-48E4-A393-243785100924}" sibTransId="{1AEEAEF4-1296-46D9-8021-BEA087E4019E}"/>
    <dgm:cxn modelId="{DA7BF38C-5A25-4CC4-9B39-C24F83F4450F}" type="presOf" srcId="{491437FC-D15B-4033-AA21-BE9972FFFC37}" destId="{B64E7CEF-516D-499F-BC68-820A44F54CF3}" srcOrd="0" destOrd="0" presId="urn:microsoft.com/office/officeart/2005/8/layout/hChevron3"/>
    <dgm:cxn modelId="{506767BD-2AF7-4B7B-B108-23327E926478}" type="presOf" srcId="{62EB481A-5002-42F2-9C18-A3CB77CB091F}" destId="{5D99C669-D917-4462-83AB-8276712D503D}" srcOrd="0" destOrd="0" presId="urn:microsoft.com/office/officeart/2005/8/layout/hChevron3"/>
    <dgm:cxn modelId="{757EE3DF-8BCC-4FC5-8719-E9AEB79F1591}" type="presOf" srcId="{477AB4B0-F14C-4FB5-A880-E36E8790D030}" destId="{AF43BECB-ED54-4168-9A2C-8493932E20C0}" srcOrd="0" destOrd="0" presId="urn:microsoft.com/office/officeart/2005/8/layout/hChevron3"/>
    <dgm:cxn modelId="{FFF4DBE0-ABC7-4B33-A8C6-3D0EE4B1BD2D}" type="presOf" srcId="{5ED3A560-479B-4D61-B4B6-AFDE6209E8B1}" destId="{90B9EB82-DB66-4703-8FF8-6B9A1D30625E}" srcOrd="0" destOrd="0" presId="urn:microsoft.com/office/officeart/2005/8/layout/hChevron3"/>
    <dgm:cxn modelId="{6C2526E6-4598-4EE4-8341-967779501AE1}" type="presOf" srcId="{2E40D5F4-646B-4535-9E55-BCCEB4115845}" destId="{7E4C85D2-F39C-4400-95A0-28C0F6E3E247}" srcOrd="0" destOrd="0" presId="urn:microsoft.com/office/officeart/2005/8/layout/hChevron3"/>
    <dgm:cxn modelId="{11F346F5-DE31-4071-941B-A904347531F2}" srcId="{62EB481A-5002-42F2-9C18-A3CB77CB091F}" destId="{5ED3A560-479B-4D61-B4B6-AFDE6209E8B1}" srcOrd="3" destOrd="0" parTransId="{B1FA837B-A593-4FD6-BB3A-35ECB0C72A0B}" sibTransId="{8C956620-49A9-46E9-BF4E-B46FD86804F8}"/>
    <dgm:cxn modelId="{37CD411C-0D6F-4F79-B632-9BCFC99924AB}" type="presParOf" srcId="{5D99C669-D917-4462-83AB-8276712D503D}" destId="{7E4C85D2-F39C-4400-95A0-28C0F6E3E247}" srcOrd="0" destOrd="0" presId="urn:microsoft.com/office/officeart/2005/8/layout/hChevron3"/>
    <dgm:cxn modelId="{FAD55200-1883-4410-9FE7-FE7A1F2751F7}" type="presParOf" srcId="{5D99C669-D917-4462-83AB-8276712D503D}" destId="{C9260466-CA3A-4939-B2CB-4073EE79EDA7}" srcOrd="1" destOrd="0" presId="urn:microsoft.com/office/officeart/2005/8/layout/hChevron3"/>
    <dgm:cxn modelId="{C2AA11A7-DB80-4B33-8DF3-0C5A08613906}" type="presParOf" srcId="{5D99C669-D917-4462-83AB-8276712D503D}" destId="{FAFB2673-A74D-484A-9D5C-9A43F8FEFC55}" srcOrd="2" destOrd="0" presId="urn:microsoft.com/office/officeart/2005/8/layout/hChevron3"/>
    <dgm:cxn modelId="{4C5DEE3A-07CD-40B3-9E20-07F545942B76}" type="presParOf" srcId="{5D99C669-D917-4462-83AB-8276712D503D}" destId="{426DE082-FF56-4AA4-BA3B-C3DD1548A377}" srcOrd="3" destOrd="0" presId="urn:microsoft.com/office/officeart/2005/8/layout/hChevron3"/>
    <dgm:cxn modelId="{8B476539-ACD2-4FB2-A814-ED4D26AC1815}" type="presParOf" srcId="{5D99C669-D917-4462-83AB-8276712D503D}" destId="{AF43BECB-ED54-4168-9A2C-8493932E20C0}" srcOrd="4" destOrd="0" presId="urn:microsoft.com/office/officeart/2005/8/layout/hChevron3"/>
    <dgm:cxn modelId="{54049724-6BAA-4589-9A0C-B93E10160FB4}" type="presParOf" srcId="{5D99C669-D917-4462-83AB-8276712D503D}" destId="{017B880D-93D5-4BD7-B989-AF57195058C9}" srcOrd="5" destOrd="0" presId="urn:microsoft.com/office/officeart/2005/8/layout/hChevron3"/>
    <dgm:cxn modelId="{1BA1F7FA-2D49-4B5B-85A3-4B366227BF26}" type="presParOf" srcId="{5D99C669-D917-4462-83AB-8276712D503D}" destId="{90B9EB82-DB66-4703-8FF8-6B9A1D30625E}" srcOrd="6" destOrd="0" presId="urn:microsoft.com/office/officeart/2005/8/layout/hChevron3"/>
    <dgm:cxn modelId="{0762C023-0262-4CBE-8778-6DE58BB6B38C}" type="presParOf" srcId="{5D99C669-D917-4462-83AB-8276712D503D}" destId="{C6C5178F-6E61-41B3-97ED-019439679BD4}" srcOrd="7" destOrd="0" presId="urn:microsoft.com/office/officeart/2005/8/layout/hChevron3"/>
    <dgm:cxn modelId="{829C89A1-3FA1-429A-8255-D9EB500BF847}" type="presParOf" srcId="{5D99C669-D917-4462-83AB-8276712D503D}" destId="{B64E7CEF-516D-499F-BC68-820A44F54CF3}"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4C85D2-F39C-4400-95A0-28C0F6E3E247}">
      <dsp:nvSpPr>
        <dsp:cNvPr id="0" name=""/>
        <dsp:cNvSpPr/>
      </dsp:nvSpPr>
      <dsp:spPr>
        <a:xfrm>
          <a:off x="0" y="0"/>
          <a:ext cx="2083446" cy="652924"/>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354" tIns="82677" rIns="41339" bIns="82677" numCol="1" spcCol="1270" anchor="ctr" anchorCtr="0">
          <a:noAutofit/>
        </a:bodyPr>
        <a:lstStyle/>
        <a:p>
          <a:pPr marL="0" lvl="0" indent="0" algn="ctr" defTabSz="1377950">
            <a:lnSpc>
              <a:spcPct val="90000"/>
            </a:lnSpc>
            <a:spcBef>
              <a:spcPct val="0"/>
            </a:spcBef>
            <a:spcAft>
              <a:spcPct val="35000"/>
            </a:spcAft>
            <a:buNone/>
          </a:pPr>
          <a:r>
            <a:rPr lang="de-DE" sz="3100" kern="1200"/>
            <a:t> </a:t>
          </a:r>
        </a:p>
      </dsp:txBody>
      <dsp:txXfrm>
        <a:off x="0" y="0"/>
        <a:ext cx="1920215" cy="652924"/>
      </dsp:txXfrm>
    </dsp:sp>
    <dsp:sp modelId="{FAFB2673-A74D-484A-9D5C-9A43F8FEFC55}">
      <dsp:nvSpPr>
        <dsp:cNvPr id="0" name=""/>
        <dsp:cNvSpPr/>
      </dsp:nvSpPr>
      <dsp:spPr>
        <a:xfrm>
          <a:off x="1667825"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a:p>
      </dsp:txBody>
      <dsp:txXfrm>
        <a:off x="1994287" y="0"/>
        <a:ext cx="1430522" cy="652924"/>
      </dsp:txXfrm>
    </dsp:sp>
    <dsp:sp modelId="{AF43BECB-ED54-4168-9A2C-8493932E20C0}">
      <dsp:nvSpPr>
        <dsp:cNvPr id="0" name=""/>
        <dsp:cNvSpPr/>
      </dsp:nvSpPr>
      <dsp:spPr>
        <a:xfrm>
          <a:off x="3334582"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a:p>
      </dsp:txBody>
      <dsp:txXfrm>
        <a:off x="3661044" y="0"/>
        <a:ext cx="1430522" cy="652924"/>
      </dsp:txXfrm>
    </dsp:sp>
    <dsp:sp modelId="{90B9EB82-DB66-4703-8FF8-6B9A1D30625E}">
      <dsp:nvSpPr>
        <dsp:cNvPr id="0" name=""/>
        <dsp:cNvSpPr/>
      </dsp:nvSpPr>
      <dsp:spPr>
        <a:xfrm>
          <a:off x="5001339"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a:p>
      </dsp:txBody>
      <dsp:txXfrm>
        <a:off x="5327801" y="0"/>
        <a:ext cx="1430522" cy="652924"/>
      </dsp:txXfrm>
    </dsp:sp>
    <dsp:sp modelId="{B64E7CEF-516D-499F-BC68-820A44F54CF3}">
      <dsp:nvSpPr>
        <dsp:cNvPr id="0" name=""/>
        <dsp:cNvSpPr/>
      </dsp:nvSpPr>
      <dsp:spPr>
        <a:xfrm>
          <a:off x="6668096" y="0"/>
          <a:ext cx="2083446" cy="65292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82677" rIns="41339" bIns="82677" numCol="1" spcCol="1270" anchor="ctr" anchorCtr="0">
          <a:noAutofit/>
        </a:bodyPr>
        <a:lstStyle/>
        <a:p>
          <a:pPr marL="0" lvl="0" indent="0" algn="ctr" defTabSz="1377950">
            <a:lnSpc>
              <a:spcPct val="90000"/>
            </a:lnSpc>
            <a:spcBef>
              <a:spcPct val="0"/>
            </a:spcBef>
            <a:spcAft>
              <a:spcPct val="35000"/>
            </a:spcAft>
            <a:buNone/>
          </a:pPr>
          <a:endParaRPr lang="de-DE" sz="3100" kern="1200"/>
        </a:p>
      </dsp:txBody>
      <dsp:txXfrm>
        <a:off x="6994558" y="0"/>
        <a:ext cx="1430522" cy="652924"/>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9EF99FB1-727C-DCAA-862B-9CEBC7D86F20}"/>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r>
              <a:rPr lang="de-DE"/>
              <a:t>[Thema]</a:t>
            </a:r>
          </a:p>
        </p:txBody>
      </p:sp>
      <p:sp>
        <p:nvSpPr>
          <p:cNvPr id="3" name="Datumsplatzhalter 2">
            <a:extLst>
              <a:ext uri="{FF2B5EF4-FFF2-40B4-BE49-F238E27FC236}">
                <a16:creationId xmlns:a16="http://schemas.microsoft.com/office/drawing/2014/main" id="{1A0CA173-A435-3CFA-E5DC-A36CC33A34C1}"/>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86E311EF-9538-461C-A291-3765A7750B43}" type="datetimeFigureOut">
              <a:rPr lang="de-DE" smtClean="0"/>
              <a:t>29.07.2026</a:t>
            </a:fld>
            <a:endParaRPr lang="de-DE"/>
          </a:p>
        </p:txBody>
      </p:sp>
      <p:sp>
        <p:nvSpPr>
          <p:cNvPr id="4" name="Fußzeilenplatzhalter 3">
            <a:extLst>
              <a:ext uri="{FF2B5EF4-FFF2-40B4-BE49-F238E27FC236}">
                <a16:creationId xmlns:a16="http://schemas.microsoft.com/office/drawing/2014/main" id="{16D4C069-0FC1-DF28-103C-78AE8A758338}"/>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1EE78261-C23A-EABB-E9C7-B69A85368EFE}"/>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0FF3C680-C71B-4AD5-9797-D6B2812905F5}" type="slidenum">
              <a:rPr lang="de-DE" smtClean="0"/>
              <a:t>‹Nr.›</a:t>
            </a:fld>
            <a:endParaRPr lang="de-DE"/>
          </a:p>
        </p:txBody>
      </p:sp>
    </p:spTree>
    <p:extLst>
      <p:ext uri="{BB962C8B-B14F-4D97-AF65-F5344CB8AC3E}">
        <p14:creationId xmlns:p14="http://schemas.microsoft.com/office/powerpoint/2010/main" val="10661290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r>
              <a:rPr lang="de-DE"/>
              <a:t>[Thema]</a:t>
            </a:r>
          </a:p>
        </p:txBody>
      </p:sp>
      <p:sp>
        <p:nvSpPr>
          <p:cNvPr id="3" name="Datumsplatzhalt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F52D8998-791A-46BE-9961-77164C0EBF3B}" type="datetimeFigureOut">
              <a:rPr lang="de-DE" smtClean="0"/>
              <a:t>29.07.2026</a:t>
            </a:fld>
            <a:endParaRPr lang="de-DE"/>
          </a:p>
        </p:txBody>
      </p:sp>
      <p:sp>
        <p:nvSpPr>
          <p:cNvPr id="4" name="Folienbildplatzhalt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03DDD353-A883-4F98-9B42-258E1E9E112C}" type="slidenum">
              <a:rPr lang="de-DE" smtClean="0"/>
              <a:t>‹Nr.›</a:t>
            </a:fld>
            <a:endParaRPr lang="de-DE"/>
          </a:p>
        </p:txBody>
      </p:sp>
    </p:spTree>
    <p:extLst>
      <p:ext uri="{BB962C8B-B14F-4D97-AF65-F5344CB8AC3E}">
        <p14:creationId xmlns:p14="http://schemas.microsoft.com/office/powerpoint/2010/main" val="204868352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chart" Target="../charts/chart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0.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2.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jpe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jpeg"/><Relationship Id="rId3"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e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eg"/><Relationship Id="rId3" Type="http://schemas.openxmlformats.org/officeDocument/2006/relationships/image" Target="../media/image10.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jpe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jpeg"/><Relationship Id="rId3"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jpeg"/><Relationship Id="rId3"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jpe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jpe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jpe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10.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utzung von Farb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9194800" cy="365125"/>
          </a:xfrm>
          <a:prstGeom prst="rect">
            <a:avLst/>
          </a:prstGeom>
        </p:spPr>
        <p:txBody>
          <a:bodyPr/>
          <a:lstStyle>
            <a:lvl1pPr algn="l">
              <a:defRPr/>
            </a:lvl1pPr>
          </a:lstStyle>
          <a:p>
            <a:r>
              <a:rPr lang="de-DE"/>
              <a:t>*Diese Farben sollten in fast allen Fällen verwendet werden, wenn der Einsatz von Farben Sinn ergibt.</a:t>
            </a:r>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22" name="Titelplatzhalter 1">
            <a:extLst>
              <a:ext uri="{FF2B5EF4-FFF2-40B4-BE49-F238E27FC236}">
                <a16:creationId xmlns:a16="http://schemas.microsoft.com/office/drawing/2014/main" id="{20CF4F82-3AA1-6015-D4BD-1AA1C55B085F}"/>
              </a:ext>
            </a:extLst>
          </p:cNvPr>
          <p:cNvSpPr txBox="1">
            <a:spLocks/>
          </p:cNvSpPr>
          <p:nvPr userDrawn="1"/>
        </p:nvSpPr>
        <p:spPr>
          <a:xfrm>
            <a:off x="7129531"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a:t>Verwendungshinweis</a:t>
            </a:r>
          </a:p>
        </p:txBody>
      </p:sp>
      <p:sp>
        <p:nvSpPr>
          <p:cNvPr id="24" name="Textfeld 23">
            <a:extLst>
              <a:ext uri="{FF2B5EF4-FFF2-40B4-BE49-F238E27FC236}">
                <a16:creationId xmlns:a16="http://schemas.microsoft.com/office/drawing/2014/main" id="{F7FB0309-9A52-9D6D-E9DD-860A90374939}"/>
              </a:ext>
            </a:extLst>
          </p:cNvPr>
          <p:cNvSpPr txBox="1"/>
          <p:nvPr userDrawn="1"/>
        </p:nvSpPr>
        <p:spPr>
          <a:xfrm>
            <a:off x="7129531" y="1328465"/>
            <a:ext cx="4265467" cy="3970318"/>
          </a:xfrm>
          <a:prstGeom prst="rect">
            <a:avLst/>
          </a:prstGeom>
          <a:noFill/>
        </p:spPr>
        <p:txBody>
          <a:bodyPr wrap="square" rtlCol="0">
            <a:spAutoFit/>
          </a:bodyPr>
          <a:lstStyle/>
          <a:p>
            <a:pPr lvl="0"/>
            <a:r>
              <a:rPr lang="de-DE" sz="1200"/>
              <a:t>Alle Texte im </a:t>
            </a:r>
            <a:r>
              <a:rPr lang="de-DE" sz="1200" err="1"/>
              <a:t>opseo</a:t>
            </a:r>
            <a:r>
              <a:rPr lang="de-DE" sz="1200"/>
              <a:t>-Grau, außer auf dunklem Grund, dann weißen Text verwenden. </a:t>
            </a:r>
          </a:p>
          <a:p>
            <a:pPr lvl="0"/>
            <a:endParaRPr lang="de-DE" sz="1200"/>
          </a:p>
          <a:p>
            <a:pPr lvl="0"/>
            <a:endParaRPr lang="de-DE" sz="1200"/>
          </a:p>
          <a:p>
            <a:pPr lvl="0"/>
            <a:endParaRPr lang="de-DE" sz="1200"/>
          </a:p>
          <a:p>
            <a:pPr lvl="0"/>
            <a:endParaRPr lang="de-DE" sz="1200"/>
          </a:p>
          <a:p>
            <a:pPr lvl="0"/>
            <a:r>
              <a:rPr lang="de-DE" sz="1200"/>
              <a:t>Hauptfarbe, kann flächig oder subtil eingesetzt werden. </a:t>
            </a:r>
          </a:p>
          <a:p>
            <a:pPr lvl="0"/>
            <a:endParaRPr lang="de-DE" sz="1200"/>
          </a:p>
          <a:p>
            <a:pPr lvl="0"/>
            <a:endParaRPr lang="de-DE" sz="1200"/>
          </a:p>
          <a:p>
            <a:pPr lvl="0"/>
            <a:endParaRPr lang="de-DE" sz="1200"/>
          </a:p>
          <a:p>
            <a:pPr lvl="0"/>
            <a:endParaRPr lang="de-DE" sz="1200"/>
          </a:p>
          <a:p>
            <a:pPr lvl="0"/>
            <a:endParaRPr lang="de-DE" sz="1200"/>
          </a:p>
          <a:p>
            <a:pPr lvl="0"/>
            <a:r>
              <a:rPr lang="de-DE" sz="1200"/>
              <a:t>Hervorhebung. Das </a:t>
            </a:r>
            <a:r>
              <a:rPr lang="de-DE" sz="1200" err="1"/>
              <a:t>opseo</a:t>
            </a:r>
            <a:r>
              <a:rPr lang="de-DE" sz="1200"/>
              <a:t>-Grün ist deutlich auffälliger und greller als das ruhige </a:t>
            </a:r>
            <a:r>
              <a:rPr lang="de-DE" sz="1200" err="1"/>
              <a:t>opseo</a:t>
            </a:r>
            <a:r>
              <a:rPr lang="de-DE" sz="1200"/>
              <a:t>-Blau und sollte gezielt und dosiert eingesetzt werden.</a:t>
            </a:r>
            <a:br>
              <a:rPr lang="de-DE" sz="1200"/>
            </a:br>
            <a:endParaRPr lang="de-DE" sz="1200"/>
          </a:p>
          <a:p>
            <a:pPr lvl="0"/>
            <a:br>
              <a:rPr lang="de-DE" sz="1200"/>
            </a:br>
            <a:endParaRPr lang="de-DE" sz="1200"/>
          </a:p>
          <a:p>
            <a:pPr lvl="0"/>
            <a:r>
              <a:rPr lang="de-DE" sz="1200"/>
              <a:t>Der </a:t>
            </a:r>
            <a:r>
              <a:rPr lang="de-DE" sz="1200" err="1"/>
              <a:t>opseo</a:t>
            </a:r>
            <a:r>
              <a:rPr lang="de-DE" sz="1200"/>
              <a:t>-Farbverlauf ist dynamisch und fließt von grellem grün zu ruhigem Blau. Sollte gezielt und in nicht zu großen Flächen eingesetzt werden.</a:t>
            </a:r>
          </a:p>
        </p:txBody>
      </p:sp>
      <p:sp>
        <p:nvSpPr>
          <p:cNvPr id="25" name="Textfeld 24">
            <a:extLst>
              <a:ext uri="{FF2B5EF4-FFF2-40B4-BE49-F238E27FC236}">
                <a16:creationId xmlns:a16="http://schemas.microsoft.com/office/drawing/2014/main" id="{5897A84B-60DE-6402-04F3-86F23A9AC5E5}"/>
              </a:ext>
            </a:extLst>
          </p:cNvPr>
          <p:cNvSpPr txBox="1"/>
          <p:nvPr userDrawn="1"/>
        </p:nvSpPr>
        <p:spPr>
          <a:xfrm>
            <a:off x="1422400" y="1328465"/>
            <a:ext cx="3640071" cy="3939861"/>
          </a:xfrm>
          <a:prstGeom prst="rect">
            <a:avLst/>
          </a:prstGeom>
          <a:noFill/>
        </p:spPr>
        <p:txBody>
          <a:bodyPr wrap="square" rtlCol="0">
            <a:spAutoFit/>
          </a:bodyPr>
          <a:lstStyle/>
          <a:p>
            <a:pPr lvl="0">
              <a:lnSpc>
                <a:spcPct val="150000"/>
              </a:lnSpc>
            </a:pPr>
            <a:r>
              <a:rPr lang="de-DE" sz="1200" b="1"/>
              <a:t>opseo-Grau</a:t>
            </a:r>
          </a:p>
          <a:p>
            <a:pPr lvl="0">
              <a:lnSpc>
                <a:spcPct val="150000"/>
              </a:lnSpc>
            </a:pPr>
            <a:r>
              <a:rPr lang="nn-NO" sz="1200"/>
              <a:t>Digital: sRGB 119/119/119 – Hex: #777777</a:t>
            </a:r>
            <a:endParaRPr lang="de-DE" sz="1200"/>
          </a:p>
          <a:p>
            <a:pPr lvl="0"/>
            <a:endParaRPr lang="de-DE" sz="1200"/>
          </a:p>
          <a:p>
            <a:pPr lvl="0"/>
            <a:endParaRPr lang="de-DE" sz="1200"/>
          </a:p>
          <a:p>
            <a:pPr lvl="0"/>
            <a:endParaRPr lang="de-DE" sz="1200"/>
          </a:p>
          <a:p>
            <a:pPr lvl="0">
              <a:lnSpc>
                <a:spcPct val="150000"/>
              </a:lnSpc>
            </a:pPr>
            <a:r>
              <a:rPr lang="de-DE" sz="1200" b="1"/>
              <a:t>opseo-Blau</a:t>
            </a:r>
          </a:p>
          <a:p>
            <a:pPr lvl="0">
              <a:lnSpc>
                <a:spcPct val="150000"/>
              </a:lnSpc>
            </a:pPr>
            <a:r>
              <a:rPr lang="de-DE" sz="1200"/>
              <a:t>Digital: </a:t>
            </a:r>
            <a:r>
              <a:rPr lang="de-DE" sz="1200" err="1"/>
              <a:t>sRGB</a:t>
            </a:r>
            <a:r>
              <a:rPr lang="de-DE" sz="1200"/>
              <a:t> 26/112/184 – Hex: #1a70b8</a:t>
            </a:r>
          </a:p>
          <a:p>
            <a:pPr lvl="0"/>
            <a:endParaRPr lang="de-DE" sz="1200"/>
          </a:p>
          <a:p>
            <a:pPr lvl="0"/>
            <a:endParaRPr lang="de-DE" sz="1200"/>
          </a:p>
          <a:p>
            <a:pPr lvl="0"/>
            <a:endParaRPr lang="de-DE" sz="1200"/>
          </a:p>
          <a:p>
            <a:pPr lvl="0">
              <a:lnSpc>
                <a:spcPct val="150000"/>
              </a:lnSpc>
            </a:pPr>
            <a:r>
              <a:rPr lang="de-DE" sz="1200" b="1"/>
              <a:t>opseo-Grün</a:t>
            </a:r>
          </a:p>
          <a:p>
            <a:pPr lvl="0">
              <a:lnSpc>
                <a:spcPct val="150000"/>
              </a:lnSpc>
            </a:pPr>
            <a:r>
              <a:rPr lang="de-DE" sz="1200"/>
              <a:t>Digital: </a:t>
            </a:r>
            <a:r>
              <a:rPr lang="de-DE" sz="1200" err="1"/>
              <a:t>sRGB</a:t>
            </a:r>
            <a:r>
              <a:rPr lang="de-DE" sz="1200"/>
              <a:t> 187/207/0 – Hex: #bbcf00</a:t>
            </a:r>
          </a:p>
          <a:p>
            <a:pPr lvl="0"/>
            <a:endParaRPr lang="de-DE" sz="1200"/>
          </a:p>
          <a:p>
            <a:pPr lvl="0"/>
            <a:endParaRPr lang="de-DE" sz="1200"/>
          </a:p>
          <a:p>
            <a:pPr lvl="0"/>
            <a:endParaRPr lang="de-DE" sz="1200"/>
          </a:p>
          <a:p>
            <a:pPr lvl="0">
              <a:lnSpc>
                <a:spcPct val="150000"/>
              </a:lnSpc>
            </a:pPr>
            <a:r>
              <a:rPr lang="de-DE" sz="1200" b="1"/>
              <a:t>opseo-Verlauf </a:t>
            </a:r>
          </a:p>
          <a:p>
            <a:pPr lvl="0">
              <a:lnSpc>
                <a:spcPct val="150000"/>
              </a:lnSpc>
            </a:pPr>
            <a:r>
              <a:rPr lang="de-DE" sz="1200"/>
              <a:t>von Grün zu Blau, immer 35° geneigt</a:t>
            </a:r>
          </a:p>
        </p:txBody>
      </p:sp>
      <p:sp>
        <p:nvSpPr>
          <p:cNvPr id="16" name="Titelplatzhalter 1">
            <a:extLst>
              <a:ext uri="{FF2B5EF4-FFF2-40B4-BE49-F238E27FC236}">
                <a16:creationId xmlns:a16="http://schemas.microsoft.com/office/drawing/2014/main" id="{D347931E-E8C6-B81C-933E-5D0EDDB0A085}"/>
              </a:ext>
            </a:extLst>
          </p:cNvPr>
          <p:cNvSpPr txBox="1">
            <a:spLocks/>
          </p:cNvSpPr>
          <p:nvPr userDrawn="1"/>
        </p:nvSpPr>
        <p:spPr>
          <a:xfrm>
            <a:off x="1416906"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a:t>Primärfarben*</a:t>
            </a:r>
          </a:p>
        </p:txBody>
      </p:sp>
      <p:sp>
        <p:nvSpPr>
          <p:cNvPr id="17" name="Rechteck: abgerundete Ecken 16">
            <a:extLst>
              <a:ext uri="{FF2B5EF4-FFF2-40B4-BE49-F238E27FC236}">
                <a16:creationId xmlns:a16="http://schemas.microsoft.com/office/drawing/2014/main" id="{4E67611E-C42A-2FE1-0402-369F8FF78E42}"/>
              </a:ext>
            </a:extLst>
          </p:cNvPr>
          <p:cNvSpPr/>
          <p:nvPr userDrawn="1"/>
        </p:nvSpPr>
        <p:spPr>
          <a:xfrm>
            <a:off x="5295900" y="1353494"/>
            <a:ext cx="1600200" cy="647504"/>
          </a:xfrm>
          <a:prstGeom prst="roundRect">
            <a:avLst/>
          </a:prstGeom>
          <a:solidFill>
            <a:srgbClr val="7777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n-NO" sz="1800"/>
              <a:t>119/119/119</a:t>
            </a:r>
            <a:endParaRPr lang="de-DE"/>
          </a:p>
        </p:txBody>
      </p:sp>
      <p:sp>
        <p:nvSpPr>
          <p:cNvPr id="21" name="Rechteck: abgerundete Ecken 20">
            <a:extLst>
              <a:ext uri="{FF2B5EF4-FFF2-40B4-BE49-F238E27FC236}">
                <a16:creationId xmlns:a16="http://schemas.microsoft.com/office/drawing/2014/main" id="{569DD45C-1B24-2B32-4204-2863AFF16E7C}"/>
              </a:ext>
            </a:extLst>
          </p:cNvPr>
          <p:cNvSpPr/>
          <p:nvPr userDrawn="1"/>
        </p:nvSpPr>
        <p:spPr>
          <a:xfrm>
            <a:off x="5295900" y="2440102"/>
            <a:ext cx="1600200" cy="64750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a:t>26/112/184</a:t>
            </a:r>
            <a:endParaRPr lang="de-DE"/>
          </a:p>
        </p:txBody>
      </p:sp>
      <p:sp>
        <p:nvSpPr>
          <p:cNvPr id="23" name="Rechteck: abgerundete Ecken 22">
            <a:extLst>
              <a:ext uri="{FF2B5EF4-FFF2-40B4-BE49-F238E27FC236}">
                <a16:creationId xmlns:a16="http://schemas.microsoft.com/office/drawing/2014/main" id="{5A3455B9-B5C5-56E5-8D34-5F8A00371C2F}"/>
              </a:ext>
            </a:extLst>
          </p:cNvPr>
          <p:cNvSpPr/>
          <p:nvPr userDrawn="1"/>
        </p:nvSpPr>
        <p:spPr>
          <a:xfrm>
            <a:off x="5295900" y="3526710"/>
            <a:ext cx="1600200" cy="64750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a:t>187/207/0</a:t>
            </a:r>
            <a:endParaRPr lang="de-DE"/>
          </a:p>
        </p:txBody>
      </p:sp>
      <p:sp>
        <p:nvSpPr>
          <p:cNvPr id="26" name="Rechteck: abgerundete Ecken 25">
            <a:extLst>
              <a:ext uri="{FF2B5EF4-FFF2-40B4-BE49-F238E27FC236}">
                <a16:creationId xmlns:a16="http://schemas.microsoft.com/office/drawing/2014/main" id="{1E9FDD36-3A94-8D39-442A-677B643A4A96}"/>
              </a:ext>
            </a:extLst>
          </p:cNvPr>
          <p:cNvSpPr/>
          <p:nvPr userDrawn="1"/>
        </p:nvSpPr>
        <p:spPr>
          <a:xfrm>
            <a:off x="5295900" y="4613318"/>
            <a:ext cx="1600200" cy="647504"/>
          </a:xfrm>
          <a:prstGeom prst="roundRect">
            <a:avLst/>
          </a:prstGeom>
          <a:gradFill flip="none" rotWithShape="1">
            <a:gsLst>
              <a:gs pos="100000">
                <a:schemeClr val="accent1"/>
              </a:gs>
              <a:gs pos="0">
                <a:schemeClr val="accent2"/>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gradFill>
                <a:gsLst>
                  <a:gs pos="100000">
                    <a:schemeClr val="accent2"/>
                  </a:gs>
                  <a:gs pos="0">
                    <a:schemeClr val="accent1"/>
                  </a:gs>
                </a:gsLst>
                <a:lin ang="19800000" scaled="0"/>
              </a:gradFill>
            </a:endParaRPr>
          </a:p>
        </p:txBody>
      </p:sp>
      <p:sp>
        <p:nvSpPr>
          <p:cNvPr id="37" name="Rechteck: eine Ecke abgerundet 36">
            <a:extLst>
              <a:ext uri="{FF2B5EF4-FFF2-40B4-BE49-F238E27FC236}">
                <a16:creationId xmlns:a16="http://schemas.microsoft.com/office/drawing/2014/main" id="{03D2C612-DBE7-FA4E-B46B-FC02C1C3AF61}"/>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8" name="Foliennummernplatzhalter 15">
            <a:extLst>
              <a:ext uri="{FF2B5EF4-FFF2-40B4-BE49-F238E27FC236}">
                <a16:creationId xmlns:a16="http://schemas.microsoft.com/office/drawing/2014/main" id="{0A85A397-1ED2-DB45-C17F-E87A73E884EC}"/>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a:solidFill>
                  <a:schemeClr val="accent1"/>
                </a:solidFill>
              </a:rPr>
              <a:t>1</a:t>
            </a:r>
            <a:endParaRPr lang="de-DE" sz="1100" b="1">
              <a:solidFill>
                <a:schemeClr val="accent1"/>
              </a:solidFill>
            </a:endParaRPr>
          </a:p>
        </p:txBody>
      </p:sp>
      <p:sp>
        <p:nvSpPr>
          <p:cNvPr id="39" name="Foliennummernplatzhalter 15">
            <a:extLst>
              <a:ext uri="{FF2B5EF4-FFF2-40B4-BE49-F238E27FC236}">
                <a16:creationId xmlns:a16="http://schemas.microsoft.com/office/drawing/2014/main" id="{7739F0AC-D869-A6B4-9994-3F3A3D7F7497}"/>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a:solidFill>
                  <a:schemeClr val="bg1"/>
                </a:solidFill>
              </a:rPr>
              <a:t>März 2025</a:t>
            </a:r>
            <a:endParaRPr lang="de-DE" b="0">
              <a:solidFill>
                <a:schemeClr val="bg1"/>
              </a:solidFill>
            </a:endParaRPr>
          </a:p>
        </p:txBody>
      </p:sp>
      <p:sp>
        <p:nvSpPr>
          <p:cNvPr id="40" name="Textplatzhalter 16">
            <a:extLst>
              <a:ext uri="{FF2B5EF4-FFF2-40B4-BE49-F238E27FC236}">
                <a16:creationId xmlns:a16="http://schemas.microsoft.com/office/drawing/2014/main" id="{FA63647F-67B0-3935-3821-4DABDE3A3DB7}"/>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Styleguide &amp; Anleitung PowerPoint-Template</a:t>
            </a:r>
          </a:p>
        </p:txBody>
      </p:sp>
    </p:spTree>
    <p:extLst>
      <p:ext uri="{BB962C8B-B14F-4D97-AF65-F5344CB8AC3E}">
        <p14:creationId xmlns:p14="http://schemas.microsoft.com/office/powerpoint/2010/main" val="3491966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Nutzung von Farben">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22" name="Titelplatzhalter 1">
            <a:extLst>
              <a:ext uri="{FF2B5EF4-FFF2-40B4-BE49-F238E27FC236}">
                <a16:creationId xmlns:a16="http://schemas.microsoft.com/office/drawing/2014/main" id="{20CF4F82-3AA1-6015-D4BD-1AA1C55B085F}"/>
              </a:ext>
            </a:extLst>
          </p:cNvPr>
          <p:cNvSpPr txBox="1">
            <a:spLocks/>
          </p:cNvSpPr>
          <p:nvPr userDrawn="1"/>
        </p:nvSpPr>
        <p:spPr>
          <a:xfrm>
            <a:off x="7129531"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a:t>Verwendungshinweis</a:t>
            </a:r>
          </a:p>
        </p:txBody>
      </p:sp>
      <p:sp>
        <p:nvSpPr>
          <p:cNvPr id="24" name="Textfeld 23">
            <a:extLst>
              <a:ext uri="{FF2B5EF4-FFF2-40B4-BE49-F238E27FC236}">
                <a16:creationId xmlns:a16="http://schemas.microsoft.com/office/drawing/2014/main" id="{F7FB0309-9A52-9D6D-E9DD-860A90374939}"/>
              </a:ext>
            </a:extLst>
          </p:cNvPr>
          <p:cNvSpPr txBox="1"/>
          <p:nvPr userDrawn="1"/>
        </p:nvSpPr>
        <p:spPr>
          <a:xfrm>
            <a:off x="7129531" y="1328465"/>
            <a:ext cx="4265467" cy="1938992"/>
          </a:xfrm>
          <a:prstGeom prst="rect">
            <a:avLst/>
          </a:prstGeom>
          <a:noFill/>
        </p:spPr>
        <p:txBody>
          <a:bodyPr wrap="square" rtlCol="0">
            <a:spAutoFit/>
          </a:bodyPr>
          <a:lstStyle/>
          <a:p>
            <a:pPr lvl="0"/>
            <a:r>
              <a:rPr lang="de-DE" sz="1200"/>
              <a:t>Die Akzentfarben können reduziert angewendet werden um Elemente besonders hervorzuheben oder wenn die Verwendung von vielen Farben durch den Kontext der Datenmenge auf der Folie begründbar ist, zum Beispiel in Diagrammen:</a:t>
            </a:r>
          </a:p>
          <a:p>
            <a:pPr lvl="0"/>
            <a:endParaRPr lang="de-DE" sz="1200"/>
          </a:p>
          <a:p>
            <a:pPr lvl="0"/>
            <a:endParaRPr lang="de-DE" sz="1200"/>
          </a:p>
          <a:p>
            <a:pPr lvl="0"/>
            <a:endParaRPr lang="de-DE" sz="1200"/>
          </a:p>
          <a:p>
            <a:pPr lvl="0"/>
            <a:endParaRPr lang="de-DE" sz="1200"/>
          </a:p>
          <a:p>
            <a:endParaRPr lang="de-DE" sz="1200"/>
          </a:p>
        </p:txBody>
      </p:sp>
      <p:sp>
        <p:nvSpPr>
          <p:cNvPr id="25" name="Textfeld 24">
            <a:extLst>
              <a:ext uri="{FF2B5EF4-FFF2-40B4-BE49-F238E27FC236}">
                <a16:creationId xmlns:a16="http://schemas.microsoft.com/office/drawing/2014/main" id="{5897A84B-60DE-6402-04F3-86F23A9AC5E5}"/>
              </a:ext>
            </a:extLst>
          </p:cNvPr>
          <p:cNvSpPr txBox="1"/>
          <p:nvPr userDrawn="1"/>
        </p:nvSpPr>
        <p:spPr>
          <a:xfrm>
            <a:off x="1422400" y="1328465"/>
            <a:ext cx="3640071" cy="3877985"/>
          </a:xfrm>
          <a:prstGeom prst="rect">
            <a:avLst/>
          </a:prstGeom>
          <a:noFill/>
        </p:spPr>
        <p:txBody>
          <a:bodyPr wrap="square" rtlCol="0">
            <a:spAutoFit/>
          </a:bodyPr>
          <a:lstStyle/>
          <a:p>
            <a:pPr lvl="0">
              <a:lnSpc>
                <a:spcPct val="150000"/>
              </a:lnSpc>
            </a:pPr>
            <a:r>
              <a:rPr lang="de-DE" sz="1200" b="1"/>
              <a:t>Akzentfarbe dunkelgrün</a:t>
            </a:r>
          </a:p>
          <a:p>
            <a:pPr lvl="0">
              <a:lnSpc>
                <a:spcPct val="150000"/>
              </a:lnSpc>
            </a:pPr>
            <a:r>
              <a:rPr lang="de-DE" sz="1200"/>
              <a:t>Schnittmenge zwischen Grün und Blau im Logo</a:t>
            </a:r>
          </a:p>
          <a:p>
            <a:pPr lvl="0">
              <a:lnSpc>
                <a:spcPct val="150000"/>
              </a:lnSpc>
            </a:pPr>
            <a:r>
              <a:rPr lang="de-DE" sz="1200"/>
              <a:t>Digital: </a:t>
            </a:r>
            <a:r>
              <a:rPr lang="de-DE" sz="1200" err="1"/>
              <a:t>sRGB</a:t>
            </a:r>
            <a:r>
              <a:rPr lang="de-DE" sz="1200"/>
              <a:t> 42/106/56 </a:t>
            </a:r>
            <a:r>
              <a:rPr lang="nn-NO" sz="1200"/>
              <a:t>– Hex: # </a:t>
            </a:r>
            <a:r>
              <a:rPr lang="de-DE" sz="1200"/>
              <a:t>2A6A38</a:t>
            </a:r>
          </a:p>
          <a:p>
            <a:pPr lvl="0"/>
            <a:endParaRPr lang="de-DE" sz="1200"/>
          </a:p>
          <a:p>
            <a:pPr lvl="0"/>
            <a:endParaRPr lang="de-DE" sz="1200"/>
          </a:p>
          <a:p>
            <a:pPr lvl="0">
              <a:lnSpc>
                <a:spcPct val="150000"/>
              </a:lnSpc>
            </a:pPr>
            <a:r>
              <a:rPr lang="de-DE" sz="1200" b="1"/>
              <a:t>Akzentfarbe orange</a:t>
            </a:r>
          </a:p>
          <a:p>
            <a:pPr lvl="0">
              <a:lnSpc>
                <a:spcPct val="150000"/>
              </a:lnSpc>
            </a:pPr>
            <a:r>
              <a:rPr lang="de-DE" sz="1200"/>
              <a:t>Digital: </a:t>
            </a:r>
            <a:r>
              <a:rPr lang="de-DE" sz="1200" err="1"/>
              <a:t>sRGB</a:t>
            </a:r>
            <a:r>
              <a:rPr lang="de-DE" sz="1200"/>
              <a:t> 248/153/41 </a:t>
            </a:r>
            <a:r>
              <a:rPr lang="nn-NO" sz="1200"/>
              <a:t>– Hex: # </a:t>
            </a:r>
            <a:r>
              <a:rPr lang="de-DE" sz="1200"/>
              <a:t>f89929</a:t>
            </a:r>
          </a:p>
          <a:p>
            <a:pPr lvl="0"/>
            <a:endParaRPr lang="de-DE" sz="1200"/>
          </a:p>
          <a:p>
            <a:pPr lvl="0"/>
            <a:endParaRPr lang="de-DE" sz="1200"/>
          </a:p>
          <a:p>
            <a:pPr lvl="0">
              <a:lnSpc>
                <a:spcPct val="150000"/>
              </a:lnSpc>
            </a:pPr>
            <a:r>
              <a:rPr lang="de-DE" sz="1200" b="1"/>
              <a:t>Akzentfarbe lila</a:t>
            </a:r>
          </a:p>
          <a:p>
            <a:pPr lvl="0">
              <a:lnSpc>
                <a:spcPct val="150000"/>
              </a:lnSpc>
            </a:pPr>
            <a:r>
              <a:rPr lang="de-DE" sz="1200"/>
              <a:t>Digital: </a:t>
            </a:r>
            <a:r>
              <a:rPr lang="de-DE" sz="1200" err="1"/>
              <a:t>sRGB</a:t>
            </a:r>
            <a:r>
              <a:rPr lang="de-DE" sz="1200"/>
              <a:t> 150/58/150 </a:t>
            </a:r>
            <a:r>
              <a:rPr lang="nn-NO" sz="1200"/>
              <a:t>– Hex: # </a:t>
            </a:r>
            <a:r>
              <a:rPr lang="de-DE" sz="1200"/>
              <a:t>963a96</a:t>
            </a:r>
          </a:p>
          <a:p>
            <a:pPr lvl="0"/>
            <a:endParaRPr lang="de-DE" sz="1200"/>
          </a:p>
          <a:p>
            <a:pPr lvl="0"/>
            <a:endParaRPr lang="de-DE" sz="1200"/>
          </a:p>
          <a:p>
            <a:pPr lvl="0">
              <a:lnSpc>
                <a:spcPct val="150000"/>
              </a:lnSpc>
            </a:pPr>
            <a:r>
              <a:rPr lang="de-DE" sz="1200" b="1"/>
              <a:t>Akzentfarbe rot</a:t>
            </a:r>
          </a:p>
          <a:p>
            <a:pPr lvl="0">
              <a:lnSpc>
                <a:spcPct val="150000"/>
              </a:lnSpc>
            </a:pPr>
            <a:r>
              <a:rPr lang="de-DE" sz="1200"/>
              <a:t>Digital: </a:t>
            </a:r>
            <a:r>
              <a:rPr lang="de-DE" sz="1200" err="1"/>
              <a:t>sRGB</a:t>
            </a:r>
            <a:r>
              <a:rPr lang="de-DE" sz="1200"/>
              <a:t> 215/50/37 </a:t>
            </a:r>
            <a:r>
              <a:rPr lang="nn-NO" sz="1200"/>
              <a:t>– Hex: # </a:t>
            </a:r>
            <a:r>
              <a:rPr lang="de-DE" sz="1200"/>
              <a:t>d73225</a:t>
            </a:r>
          </a:p>
          <a:p>
            <a:pPr lvl="0"/>
            <a:endParaRPr lang="de-DE" sz="1200"/>
          </a:p>
        </p:txBody>
      </p:sp>
      <p:sp>
        <p:nvSpPr>
          <p:cNvPr id="16" name="Titelplatzhalter 1">
            <a:extLst>
              <a:ext uri="{FF2B5EF4-FFF2-40B4-BE49-F238E27FC236}">
                <a16:creationId xmlns:a16="http://schemas.microsoft.com/office/drawing/2014/main" id="{D347931E-E8C6-B81C-933E-5D0EDDB0A085}"/>
              </a:ext>
            </a:extLst>
          </p:cNvPr>
          <p:cNvSpPr txBox="1">
            <a:spLocks/>
          </p:cNvSpPr>
          <p:nvPr userDrawn="1"/>
        </p:nvSpPr>
        <p:spPr>
          <a:xfrm>
            <a:off x="1416906"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a:t>Sekundärfarben</a:t>
            </a:r>
          </a:p>
        </p:txBody>
      </p:sp>
      <p:sp>
        <p:nvSpPr>
          <p:cNvPr id="27" name="Rechteck: abgerundete Ecken 26">
            <a:extLst>
              <a:ext uri="{FF2B5EF4-FFF2-40B4-BE49-F238E27FC236}">
                <a16:creationId xmlns:a16="http://schemas.microsoft.com/office/drawing/2014/main" id="{A7DD1699-8E1B-16F2-FB79-D46A61A71634}"/>
              </a:ext>
            </a:extLst>
          </p:cNvPr>
          <p:cNvSpPr/>
          <p:nvPr userDrawn="1"/>
        </p:nvSpPr>
        <p:spPr>
          <a:xfrm>
            <a:off x="5295900" y="1390918"/>
            <a:ext cx="1600200" cy="647504"/>
          </a:xfrm>
          <a:prstGeom prst="roundRect">
            <a:avLst/>
          </a:prstGeom>
          <a:solidFill>
            <a:srgbClr val="2A6A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a:t>42/106/56</a:t>
            </a:r>
            <a:endParaRPr lang="de-DE"/>
          </a:p>
        </p:txBody>
      </p:sp>
      <p:sp>
        <p:nvSpPr>
          <p:cNvPr id="7" name="Rechteck: abgerundete Ecken 6">
            <a:extLst>
              <a:ext uri="{FF2B5EF4-FFF2-40B4-BE49-F238E27FC236}">
                <a16:creationId xmlns:a16="http://schemas.microsoft.com/office/drawing/2014/main" id="{5E7118F5-3708-6036-20A1-C08B9B0AC370}"/>
              </a:ext>
            </a:extLst>
          </p:cNvPr>
          <p:cNvSpPr/>
          <p:nvPr userDrawn="1"/>
        </p:nvSpPr>
        <p:spPr>
          <a:xfrm>
            <a:off x="5295900" y="2465609"/>
            <a:ext cx="1600200" cy="647504"/>
          </a:xfrm>
          <a:prstGeom prst="roundRect">
            <a:avLst/>
          </a:prstGeom>
          <a:solidFill>
            <a:srgbClr val="F899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a:t>248/153/41</a:t>
            </a:r>
            <a:endParaRPr lang="de-DE"/>
          </a:p>
        </p:txBody>
      </p:sp>
      <p:sp>
        <p:nvSpPr>
          <p:cNvPr id="9" name="Rechteck: abgerundete Ecken 8">
            <a:extLst>
              <a:ext uri="{FF2B5EF4-FFF2-40B4-BE49-F238E27FC236}">
                <a16:creationId xmlns:a16="http://schemas.microsoft.com/office/drawing/2014/main" id="{B49AC6AD-8048-8375-390C-EE75F9C3C70E}"/>
              </a:ext>
            </a:extLst>
          </p:cNvPr>
          <p:cNvSpPr/>
          <p:nvPr userDrawn="1"/>
        </p:nvSpPr>
        <p:spPr>
          <a:xfrm>
            <a:off x="5295900" y="3540300"/>
            <a:ext cx="1600200" cy="647504"/>
          </a:xfrm>
          <a:prstGeom prst="roundRect">
            <a:avLst/>
          </a:prstGeom>
          <a:solidFill>
            <a:srgbClr val="963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a:t>150/58/150</a:t>
            </a:r>
            <a:endParaRPr lang="de-DE"/>
          </a:p>
        </p:txBody>
      </p:sp>
      <p:sp>
        <p:nvSpPr>
          <p:cNvPr id="10" name="Rechteck: abgerundete Ecken 9">
            <a:extLst>
              <a:ext uri="{FF2B5EF4-FFF2-40B4-BE49-F238E27FC236}">
                <a16:creationId xmlns:a16="http://schemas.microsoft.com/office/drawing/2014/main" id="{DA1638E4-D892-F219-4185-9967FA8DB44D}"/>
              </a:ext>
            </a:extLst>
          </p:cNvPr>
          <p:cNvSpPr/>
          <p:nvPr userDrawn="1"/>
        </p:nvSpPr>
        <p:spPr>
          <a:xfrm>
            <a:off x="5295900" y="4614991"/>
            <a:ext cx="1600200" cy="647504"/>
          </a:xfrm>
          <a:prstGeom prst="roundRect">
            <a:avLst/>
          </a:prstGeom>
          <a:solidFill>
            <a:srgbClr val="D732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800"/>
              <a:t>215/50/37</a:t>
            </a:r>
            <a:endParaRPr lang="de-DE"/>
          </a:p>
        </p:txBody>
      </p:sp>
      <p:graphicFrame>
        <p:nvGraphicFramePr>
          <p:cNvPr id="13" name="Diagramm 12">
            <a:extLst>
              <a:ext uri="{FF2B5EF4-FFF2-40B4-BE49-F238E27FC236}">
                <a16:creationId xmlns:a16="http://schemas.microsoft.com/office/drawing/2014/main" id="{243E3B36-4EAE-1B62-488B-FE715669918D}"/>
              </a:ext>
            </a:extLst>
          </p:cNvPr>
          <p:cNvGraphicFramePr/>
          <p:nvPr userDrawn="1">
            <p:extLst>
              <p:ext uri="{D42A27DB-BD31-4B8C-83A1-F6EECF244321}">
                <p14:modId xmlns:p14="http://schemas.microsoft.com/office/powerpoint/2010/main" val="3042144781"/>
              </p:ext>
            </p:extLst>
          </p:nvPr>
        </p:nvGraphicFramePr>
        <p:xfrm>
          <a:off x="8164863" y="2384981"/>
          <a:ext cx="3590167" cy="3554712"/>
        </p:xfrm>
        <a:graphic>
          <a:graphicData uri="http://schemas.openxmlformats.org/drawingml/2006/chart">
            <c:chart xmlns:c="http://schemas.openxmlformats.org/drawingml/2006/chart" xmlns:r="http://schemas.openxmlformats.org/officeDocument/2006/relationships" r:id="rId3"/>
          </a:graphicData>
        </a:graphic>
      </p:graphicFrame>
      <p:sp>
        <p:nvSpPr>
          <p:cNvPr id="15" name="Rechteck: eine Ecke abgerundet 14">
            <a:extLst>
              <a:ext uri="{FF2B5EF4-FFF2-40B4-BE49-F238E27FC236}">
                <a16:creationId xmlns:a16="http://schemas.microsoft.com/office/drawing/2014/main" id="{00BB86F7-B8A6-16BA-9A87-F539B5768FC8}"/>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8" name="Foliennummernplatzhalter 15">
            <a:extLst>
              <a:ext uri="{FF2B5EF4-FFF2-40B4-BE49-F238E27FC236}">
                <a16:creationId xmlns:a16="http://schemas.microsoft.com/office/drawing/2014/main" id="{5E5BD10B-DDE5-AA09-DF8C-EEB2D57D731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a:solidFill>
                  <a:schemeClr val="accent1"/>
                </a:solidFill>
              </a:rPr>
              <a:t>2</a:t>
            </a:r>
            <a:endParaRPr lang="de-DE" sz="1100" b="1">
              <a:solidFill>
                <a:schemeClr val="accent1"/>
              </a:solidFill>
            </a:endParaRPr>
          </a:p>
        </p:txBody>
      </p:sp>
      <p:sp>
        <p:nvSpPr>
          <p:cNvPr id="19" name="Foliennummernplatzhalter 15">
            <a:extLst>
              <a:ext uri="{FF2B5EF4-FFF2-40B4-BE49-F238E27FC236}">
                <a16:creationId xmlns:a16="http://schemas.microsoft.com/office/drawing/2014/main" id="{52D751CC-0228-75C2-C3C6-1FC7866CD33C}"/>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a:solidFill>
                  <a:schemeClr val="bg1"/>
                </a:solidFill>
              </a:rPr>
              <a:t>März 2025</a:t>
            </a:r>
            <a:endParaRPr lang="de-DE" b="0">
              <a:solidFill>
                <a:schemeClr val="bg1"/>
              </a:solidFill>
            </a:endParaRPr>
          </a:p>
        </p:txBody>
      </p:sp>
      <p:sp>
        <p:nvSpPr>
          <p:cNvPr id="20" name="Textplatzhalter 16">
            <a:extLst>
              <a:ext uri="{FF2B5EF4-FFF2-40B4-BE49-F238E27FC236}">
                <a16:creationId xmlns:a16="http://schemas.microsoft.com/office/drawing/2014/main" id="{091E0CD0-7485-AD8A-96ED-6EB9959226ED}"/>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Styleguide &amp; Anleitung PowerPoint-Template</a:t>
            </a:r>
          </a:p>
        </p:txBody>
      </p:sp>
    </p:spTree>
    <p:extLst>
      <p:ext uri="{BB962C8B-B14F-4D97-AF65-F5344CB8AC3E}">
        <p14:creationId xmlns:p14="http://schemas.microsoft.com/office/powerpoint/2010/main" val="1858549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Nutzung von Farb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9194800" cy="365125"/>
          </a:xfrm>
          <a:prstGeom prst="rect">
            <a:avLst/>
          </a:prstGeom>
        </p:spPr>
        <p:txBody>
          <a:bodyPr/>
          <a:lstStyle>
            <a:lvl1pPr algn="l">
              <a:defRPr/>
            </a:lvl1pPr>
          </a:lstStyle>
          <a:p>
            <a:r>
              <a:rPr lang="de-DE"/>
              <a:t>Wenn die Basisfarbe zu einem schwer lesbaren oder irritierenden Kontrastverhältnis führt, dürfen Varianten der Farben eingesetzt werden.</a:t>
            </a:r>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16" name="Titelplatzhalter 1">
            <a:extLst>
              <a:ext uri="{FF2B5EF4-FFF2-40B4-BE49-F238E27FC236}">
                <a16:creationId xmlns:a16="http://schemas.microsoft.com/office/drawing/2014/main" id="{D347931E-E8C6-B81C-933E-5D0EDDB0A085}"/>
              </a:ext>
            </a:extLst>
          </p:cNvPr>
          <p:cNvSpPr txBox="1">
            <a:spLocks/>
          </p:cNvSpPr>
          <p:nvPr userDrawn="1"/>
        </p:nvSpPr>
        <p:spPr>
          <a:xfrm>
            <a:off x="1416906" y="918307"/>
            <a:ext cx="4492938"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a:t>Hellere &amp; dunklere Varianten der Farben:</a:t>
            </a:r>
          </a:p>
        </p:txBody>
      </p:sp>
      <p:grpSp>
        <p:nvGrpSpPr>
          <p:cNvPr id="35" name="Gruppieren 34">
            <a:extLst>
              <a:ext uri="{FF2B5EF4-FFF2-40B4-BE49-F238E27FC236}">
                <a16:creationId xmlns:a16="http://schemas.microsoft.com/office/drawing/2014/main" id="{02505BE0-9C73-CBFC-6CDC-C4E9A45C0559}"/>
              </a:ext>
            </a:extLst>
          </p:cNvPr>
          <p:cNvGrpSpPr/>
          <p:nvPr userDrawn="1"/>
        </p:nvGrpSpPr>
        <p:grpSpPr>
          <a:xfrm rot="16200000">
            <a:off x="124183" y="3008013"/>
            <a:ext cx="3265576" cy="680130"/>
            <a:chOff x="1465276" y="5477463"/>
            <a:chExt cx="1826040" cy="380314"/>
          </a:xfrm>
        </p:grpSpPr>
        <p:sp>
          <p:nvSpPr>
            <p:cNvPr id="7" name="Rechteck: abgerundete Ecken 6">
              <a:extLst>
                <a:ext uri="{FF2B5EF4-FFF2-40B4-BE49-F238E27FC236}">
                  <a16:creationId xmlns:a16="http://schemas.microsoft.com/office/drawing/2014/main" id="{D624B314-599B-7A4C-E2E1-7E60F3B27555}"/>
                </a:ext>
              </a:extLst>
            </p:cNvPr>
            <p:cNvSpPr/>
            <p:nvPr userDrawn="1"/>
          </p:nvSpPr>
          <p:spPr>
            <a:xfrm>
              <a:off x="2324384" y="5477463"/>
              <a:ext cx="380318" cy="3803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abgerundete Ecken 8">
              <a:extLst>
                <a:ext uri="{FF2B5EF4-FFF2-40B4-BE49-F238E27FC236}">
                  <a16:creationId xmlns:a16="http://schemas.microsoft.com/office/drawing/2014/main" id="{738A85B0-B456-50FB-85C3-D324E6FC61E8}"/>
                </a:ext>
              </a:extLst>
            </p:cNvPr>
            <p:cNvSpPr/>
            <p:nvPr userDrawn="1"/>
          </p:nvSpPr>
          <p:spPr>
            <a:xfrm>
              <a:off x="1465276" y="5546286"/>
              <a:ext cx="242667" cy="242667"/>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abgerundete Ecken 9">
              <a:extLst>
                <a:ext uri="{FF2B5EF4-FFF2-40B4-BE49-F238E27FC236}">
                  <a16:creationId xmlns:a16="http://schemas.microsoft.com/office/drawing/2014/main" id="{8E9AB361-A22A-26EE-B780-083439171B74}"/>
                </a:ext>
              </a:extLst>
            </p:cNvPr>
            <p:cNvSpPr/>
            <p:nvPr userDrawn="1"/>
          </p:nvSpPr>
          <p:spPr>
            <a:xfrm>
              <a:off x="1739008" y="5546286"/>
              <a:ext cx="242667" cy="242667"/>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abgerundete Ecken 10">
              <a:extLst>
                <a:ext uri="{FF2B5EF4-FFF2-40B4-BE49-F238E27FC236}">
                  <a16:creationId xmlns:a16="http://schemas.microsoft.com/office/drawing/2014/main" id="{C5C4C47F-3EC0-EC42-A2D1-939F3A3F3D7C}"/>
                </a:ext>
              </a:extLst>
            </p:cNvPr>
            <p:cNvSpPr/>
            <p:nvPr userDrawn="1"/>
          </p:nvSpPr>
          <p:spPr>
            <a:xfrm>
              <a:off x="2012740" y="5546286"/>
              <a:ext cx="242667" cy="242667"/>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abgerundete Ecken 11">
              <a:extLst>
                <a:ext uri="{FF2B5EF4-FFF2-40B4-BE49-F238E27FC236}">
                  <a16:creationId xmlns:a16="http://schemas.microsoft.com/office/drawing/2014/main" id="{9AE1233C-0D44-C690-4AFD-8F346B511B42}"/>
                </a:ext>
              </a:extLst>
            </p:cNvPr>
            <p:cNvSpPr/>
            <p:nvPr userDrawn="1"/>
          </p:nvSpPr>
          <p:spPr>
            <a:xfrm>
              <a:off x="2773679" y="5546286"/>
              <a:ext cx="242667" cy="242667"/>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abgerundete Ecken 12">
              <a:extLst>
                <a:ext uri="{FF2B5EF4-FFF2-40B4-BE49-F238E27FC236}">
                  <a16:creationId xmlns:a16="http://schemas.microsoft.com/office/drawing/2014/main" id="{A88CB48A-5023-E6E1-6B88-57F6EF37B3D1}"/>
                </a:ext>
              </a:extLst>
            </p:cNvPr>
            <p:cNvSpPr/>
            <p:nvPr userDrawn="1"/>
          </p:nvSpPr>
          <p:spPr>
            <a:xfrm>
              <a:off x="3048649" y="5546286"/>
              <a:ext cx="242667" cy="242667"/>
            </a:xfrm>
            <a:prstGeom prst="round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15" name="Gruppieren 14">
            <a:extLst>
              <a:ext uri="{FF2B5EF4-FFF2-40B4-BE49-F238E27FC236}">
                <a16:creationId xmlns:a16="http://schemas.microsoft.com/office/drawing/2014/main" id="{CEF75561-D67C-4542-5079-485C4FBF76F3}"/>
              </a:ext>
            </a:extLst>
          </p:cNvPr>
          <p:cNvGrpSpPr/>
          <p:nvPr userDrawn="1"/>
        </p:nvGrpSpPr>
        <p:grpSpPr>
          <a:xfrm rot="16200000">
            <a:off x="971317" y="3008013"/>
            <a:ext cx="3265576" cy="680130"/>
            <a:chOff x="1465276" y="5477463"/>
            <a:chExt cx="1826040" cy="380314"/>
          </a:xfrm>
        </p:grpSpPr>
        <p:sp>
          <p:nvSpPr>
            <p:cNvPr id="18" name="Rechteck: abgerundete Ecken 17">
              <a:extLst>
                <a:ext uri="{FF2B5EF4-FFF2-40B4-BE49-F238E27FC236}">
                  <a16:creationId xmlns:a16="http://schemas.microsoft.com/office/drawing/2014/main" id="{E4660E48-C31D-21A6-52C6-023F8990A585}"/>
                </a:ext>
              </a:extLst>
            </p:cNvPr>
            <p:cNvSpPr/>
            <p:nvPr userDrawn="1"/>
          </p:nvSpPr>
          <p:spPr>
            <a:xfrm>
              <a:off x="2324384" y="5477463"/>
              <a:ext cx="380318" cy="38031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Rechteck: abgerundete Ecken 18">
              <a:extLst>
                <a:ext uri="{FF2B5EF4-FFF2-40B4-BE49-F238E27FC236}">
                  <a16:creationId xmlns:a16="http://schemas.microsoft.com/office/drawing/2014/main" id="{775CD950-7960-20CA-99CA-002B26461314}"/>
                </a:ext>
              </a:extLst>
            </p:cNvPr>
            <p:cNvSpPr/>
            <p:nvPr userDrawn="1"/>
          </p:nvSpPr>
          <p:spPr>
            <a:xfrm>
              <a:off x="1465276" y="5546286"/>
              <a:ext cx="242667" cy="242667"/>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Rechteck: abgerundete Ecken 19">
              <a:extLst>
                <a:ext uri="{FF2B5EF4-FFF2-40B4-BE49-F238E27FC236}">
                  <a16:creationId xmlns:a16="http://schemas.microsoft.com/office/drawing/2014/main" id="{F176C352-F51F-D90B-C94F-DF2C66449D98}"/>
                </a:ext>
              </a:extLst>
            </p:cNvPr>
            <p:cNvSpPr/>
            <p:nvPr userDrawn="1"/>
          </p:nvSpPr>
          <p:spPr>
            <a:xfrm>
              <a:off x="1739008" y="5546286"/>
              <a:ext cx="242667" cy="242667"/>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Rechteck: abgerundete Ecken 26">
              <a:extLst>
                <a:ext uri="{FF2B5EF4-FFF2-40B4-BE49-F238E27FC236}">
                  <a16:creationId xmlns:a16="http://schemas.microsoft.com/office/drawing/2014/main" id="{2EF8F68D-5F5C-4C9D-F5FC-BB0E53BA71BA}"/>
                </a:ext>
              </a:extLst>
            </p:cNvPr>
            <p:cNvSpPr/>
            <p:nvPr userDrawn="1"/>
          </p:nvSpPr>
          <p:spPr>
            <a:xfrm>
              <a:off x="2012740" y="5546286"/>
              <a:ext cx="242667" cy="242667"/>
            </a:xfrm>
            <a:prstGeom prst="round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Rechteck: abgerundete Ecken 27">
              <a:extLst>
                <a:ext uri="{FF2B5EF4-FFF2-40B4-BE49-F238E27FC236}">
                  <a16:creationId xmlns:a16="http://schemas.microsoft.com/office/drawing/2014/main" id="{DBF0C9FA-41D4-F227-635A-BAAEF8A93521}"/>
                </a:ext>
              </a:extLst>
            </p:cNvPr>
            <p:cNvSpPr/>
            <p:nvPr userDrawn="1"/>
          </p:nvSpPr>
          <p:spPr>
            <a:xfrm>
              <a:off x="2773679" y="5546286"/>
              <a:ext cx="242667" cy="242667"/>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Rechteck: abgerundete Ecken 28">
              <a:extLst>
                <a:ext uri="{FF2B5EF4-FFF2-40B4-BE49-F238E27FC236}">
                  <a16:creationId xmlns:a16="http://schemas.microsoft.com/office/drawing/2014/main" id="{1D755076-899F-8D2F-8F39-BF606602B87B}"/>
                </a:ext>
              </a:extLst>
            </p:cNvPr>
            <p:cNvSpPr/>
            <p:nvPr userDrawn="1"/>
          </p:nvSpPr>
          <p:spPr>
            <a:xfrm>
              <a:off x="3048649" y="5546286"/>
              <a:ext cx="242667" cy="242667"/>
            </a:xfrm>
            <a:prstGeom prst="round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30" name="Gruppieren 29">
            <a:extLst>
              <a:ext uri="{FF2B5EF4-FFF2-40B4-BE49-F238E27FC236}">
                <a16:creationId xmlns:a16="http://schemas.microsoft.com/office/drawing/2014/main" id="{2B4D5008-7D7C-5786-32C8-BB2B9B435A75}"/>
              </a:ext>
            </a:extLst>
          </p:cNvPr>
          <p:cNvGrpSpPr/>
          <p:nvPr userDrawn="1"/>
        </p:nvGrpSpPr>
        <p:grpSpPr>
          <a:xfrm rot="16200000">
            <a:off x="3174671" y="3008013"/>
            <a:ext cx="3265576" cy="680130"/>
            <a:chOff x="1465276" y="5477463"/>
            <a:chExt cx="1826040" cy="380314"/>
          </a:xfrm>
        </p:grpSpPr>
        <p:sp>
          <p:nvSpPr>
            <p:cNvPr id="31" name="Rechteck: abgerundete Ecken 30">
              <a:extLst>
                <a:ext uri="{FF2B5EF4-FFF2-40B4-BE49-F238E27FC236}">
                  <a16:creationId xmlns:a16="http://schemas.microsoft.com/office/drawing/2014/main" id="{30722120-7AD4-C5E1-7A53-948B83A0B12E}"/>
                </a:ext>
              </a:extLst>
            </p:cNvPr>
            <p:cNvSpPr/>
            <p:nvPr userDrawn="1"/>
          </p:nvSpPr>
          <p:spPr>
            <a:xfrm>
              <a:off x="2324384" y="5477463"/>
              <a:ext cx="380318" cy="380314"/>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Rechteck: abgerundete Ecken 31">
              <a:extLst>
                <a:ext uri="{FF2B5EF4-FFF2-40B4-BE49-F238E27FC236}">
                  <a16:creationId xmlns:a16="http://schemas.microsoft.com/office/drawing/2014/main" id="{E3739542-9C30-BD92-AEFB-8140B0B2D40C}"/>
                </a:ext>
              </a:extLst>
            </p:cNvPr>
            <p:cNvSpPr/>
            <p:nvPr userDrawn="1"/>
          </p:nvSpPr>
          <p:spPr>
            <a:xfrm>
              <a:off x="1465276" y="5546286"/>
              <a:ext cx="242667" cy="242667"/>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abgerundete Ecken 32">
              <a:extLst>
                <a:ext uri="{FF2B5EF4-FFF2-40B4-BE49-F238E27FC236}">
                  <a16:creationId xmlns:a16="http://schemas.microsoft.com/office/drawing/2014/main" id="{6F1CD248-5011-15C8-09C3-1AB1CEE7CA2C}"/>
                </a:ext>
              </a:extLst>
            </p:cNvPr>
            <p:cNvSpPr/>
            <p:nvPr userDrawn="1"/>
          </p:nvSpPr>
          <p:spPr>
            <a:xfrm>
              <a:off x="1739008" y="5546286"/>
              <a:ext cx="242667" cy="242667"/>
            </a:xfrm>
            <a:prstGeom prst="round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abgerundete Ecken 33">
              <a:extLst>
                <a:ext uri="{FF2B5EF4-FFF2-40B4-BE49-F238E27FC236}">
                  <a16:creationId xmlns:a16="http://schemas.microsoft.com/office/drawing/2014/main" id="{2D774794-50CF-BCC4-EFA9-F7CEE56C492B}"/>
                </a:ext>
              </a:extLst>
            </p:cNvPr>
            <p:cNvSpPr/>
            <p:nvPr userDrawn="1"/>
          </p:nvSpPr>
          <p:spPr>
            <a:xfrm>
              <a:off x="2012740" y="5546286"/>
              <a:ext cx="242667" cy="242667"/>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abgerundete Ecken 35">
              <a:extLst>
                <a:ext uri="{FF2B5EF4-FFF2-40B4-BE49-F238E27FC236}">
                  <a16:creationId xmlns:a16="http://schemas.microsoft.com/office/drawing/2014/main" id="{84DA42E6-97AB-7F6B-431B-15A37FCD6AFC}"/>
                </a:ext>
              </a:extLst>
            </p:cNvPr>
            <p:cNvSpPr/>
            <p:nvPr userDrawn="1"/>
          </p:nvSpPr>
          <p:spPr>
            <a:xfrm>
              <a:off x="2773679" y="5546286"/>
              <a:ext cx="242667" cy="242667"/>
            </a:xfrm>
            <a:prstGeom prst="round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abgerundete Ecken 36">
              <a:extLst>
                <a:ext uri="{FF2B5EF4-FFF2-40B4-BE49-F238E27FC236}">
                  <a16:creationId xmlns:a16="http://schemas.microsoft.com/office/drawing/2014/main" id="{15BF0E3A-DF67-5119-0422-6DC4E31DED01}"/>
                </a:ext>
              </a:extLst>
            </p:cNvPr>
            <p:cNvSpPr/>
            <p:nvPr userDrawn="1"/>
          </p:nvSpPr>
          <p:spPr>
            <a:xfrm>
              <a:off x="3048649" y="5546286"/>
              <a:ext cx="242667" cy="242667"/>
            </a:xfrm>
            <a:prstGeom prst="roundRect">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38" name="Gruppieren 37">
            <a:extLst>
              <a:ext uri="{FF2B5EF4-FFF2-40B4-BE49-F238E27FC236}">
                <a16:creationId xmlns:a16="http://schemas.microsoft.com/office/drawing/2014/main" id="{ED58E894-D2DA-A357-5C38-B9505C6DF13B}"/>
              </a:ext>
            </a:extLst>
          </p:cNvPr>
          <p:cNvGrpSpPr/>
          <p:nvPr userDrawn="1"/>
        </p:nvGrpSpPr>
        <p:grpSpPr>
          <a:xfrm rot="16200000">
            <a:off x="1818451" y="3008011"/>
            <a:ext cx="3265576" cy="680130"/>
            <a:chOff x="1465276" y="5477463"/>
            <a:chExt cx="1826040" cy="380314"/>
          </a:xfrm>
        </p:grpSpPr>
        <p:sp>
          <p:nvSpPr>
            <p:cNvPr id="39" name="Rechteck: abgerundete Ecken 38">
              <a:extLst>
                <a:ext uri="{FF2B5EF4-FFF2-40B4-BE49-F238E27FC236}">
                  <a16:creationId xmlns:a16="http://schemas.microsoft.com/office/drawing/2014/main" id="{0D645AFD-3E20-BB8F-D1F6-CCD1F59B86E6}"/>
                </a:ext>
              </a:extLst>
            </p:cNvPr>
            <p:cNvSpPr/>
            <p:nvPr userDrawn="1"/>
          </p:nvSpPr>
          <p:spPr>
            <a:xfrm>
              <a:off x="2324384" y="5477463"/>
              <a:ext cx="380318" cy="380314"/>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abgerundete Ecken 39">
              <a:extLst>
                <a:ext uri="{FF2B5EF4-FFF2-40B4-BE49-F238E27FC236}">
                  <a16:creationId xmlns:a16="http://schemas.microsoft.com/office/drawing/2014/main" id="{B094F751-4B5B-B7FB-80CA-96450BA1B71A}"/>
                </a:ext>
              </a:extLst>
            </p:cNvPr>
            <p:cNvSpPr/>
            <p:nvPr userDrawn="1"/>
          </p:nvSpPr>
          <p:spPr>
            <a:xfrm>
              <a:off x="1465276" y="5546286"/>
              <a:ext cx="242667" cy="242667"/>
            </a:xfrm>
            <a:prstGeom prst="round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Rechteck: abgerundete Ecken 40">
              <a:extLst>
                <a:ext uri="{FF2B5EF4-FFF2-40B4-BE49-F238E27FC236}">
                  <a16:creationId xmlns:a16="http://schemas.microsoft.com/office/drawing/2014/main" id="{D94A0E8C-95A1-EB2C-B9E4-9B6367E71202}"/>
                </a:ext>
              </a:extLst>
            </p:cNvPr>
            <p:cNvSpPr/>
            <p:nvPr userDrawn="1"/>
          </p:nvSpPr>
          <p:spPr>
            <a:xfrm>
              <a:off x="1739008" y="5546286"/>
              <a:ext cx="242667" cy="242667"/>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Rechteck: abgerundete Ecken 41">
              <a:extLst>
                <a:ext uri="{FF2B5EF4-FFF2-40B4-BE49-F238E27FC236}">
                  <a16:creationId xmlns:a16="http://schemas.microsoft.com/office/drawing/2014/main" id="{C7EE83AB-3D5A-160B-B722-88027DEA8690}"/>
                </a:ext>
              </a:extLst>
            </p:cNvPr>
            <p:cNvSpPr/>
            <p:nvPr userDrawn="1"/>
          </p:nvSpPr>
          <p:spPr>
            <a:xfrm>
              <a:off x="2012740" y="5546286"/>
              <a:ext cx="242667" cy="242667"/>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Rechteck: abgerundete Ecken 42">
              <a:extLst>
                <a:ext uri="{FF2B5EF4-FFF2-40B4-BE49-F238E27FC236}">
                  <a16:creationId xmlns:a16="http://schemas.microsoft.com/office/drawing/2014/main" id="{0E78762F-4E93-60BF-76F8-297AB014FBB3}"/>
                </a:ext>
              </a:extLst>
            </p:cNvPr>
            <p:cNvSpPr/>
            <p:nvPr userDrawn="1"/>
          </p:nvSpPr>
          <p:spPr>
            <a:xfrm>
              <a:off x="2773679" y="5546286"/>
              <a:ext cx="242667" cy="242667"/>
            </a:xfrm>
            <a:prstGeom prst="round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164D3808-88CB-67EA-7583-F2B36D9D5D35}"/>
                </a:ext>
              </a:extLst>
            </p:cNvPr>
            <p:cNvSpPr/>
            <p:nvPr userDrawn="1"/>
          </p:nvSpPr>
          <p:spPr>
            <a:xfrm>
              <a:off x="3048649" y="5546286"/>
              <a:ext cx="242667" cy="242667"/>
            </a:xfrm>
            <a:prstGeom prst="round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45" name="Gruppieren 44">
            <a:extLst>
              <a:ext uri="{FF2B5EF4-FFF2-40B4-BE49-F238E27FC236}">
                <a16:creationId xmlns:a16="http://schemas.microsoft.com/office/drawing/2014/main" id="{F22CEE9D-2A55-7AE5-4E6F-298395C5716D}"/>
              </a:ext>
            </a:extLst>
          </p:cNvPr>
          <p:cNvGrpSpPr/>
          <p:nvPr userDrawn="1"/>
        </p:nvGrpSpPr>
        <p:grpSpPr>
          <a:xfrm rot="16200000">
            <a:off x="4021805" y="3008011"/>
            <a:ext cx="3265576" cy="680130"/>
            <a:chOff x="1465276" y="5477463"/>
            <a:chExt cx="1826040" cy="380314"/>
          </a:xfrm>
        </p:grpSpPr>
        <p:sp>
          <p:nvSpPr>
            <p:cNvPr id="46" name="Rechteck: abgerundete Ecken 45">
              <a:extLst>
                <a:ext uri="{FF2B5EF4-FFF2-40B4-BE49-F238E27FC236}">
                  <a16:creationId xmlns:a16="http://schemas.microsoft.com/office/drawing/2014/main" id="{1ADF1250-D52E-3BBA-304C-5222B484EA2D}"/>
                </a:ext>
              </a:extLst>
            </p:cNvPr>
            <p:cNvSpPr/>
            <p:nvPr userDrawn="1"/>
          </p:nvSpPr>
          <p:spPr>
            <a:xfrm>
              <a:off x="2324384" y="5477463"/>
              <a:ext cx="380318" cy="380314"/>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Rechteck: abgerundete Ecken 46">
              <a:extLst>
                <a:ext uri="{FF2B5EF4-FFF2-40B4-BE49-F238E27FC236}">
                  <a16:creationId xmlns:a16="http://schemas.microsoft.com/office/drawing/2014/main" id="{2429FF07-2268-ECAA-1307-071C1EB958B3}"/>
                </a:ext>
              </a:extLst>
            </p:cNvPr>
            <p:cNvSpPr/>
            <p:nvPr userDrawn="1"/>
          </p:nvSpPr>
          <p:spPr>
            <a:xfrm>
              <a:off x="1465276" y="5546286"/>
              <a:ext cx="242667" cy="242667"/>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8" name="Rechteck: abgerundete Ecken 47">
              <a:extLst>
                <a:ext uri="{FF2B5EF4-FFF2-40B4-BE49-F238E27FC236}">
                  <a16:creationId xmlns:a16="http://schemas.microsoft.com/office/drawing/2014/main" id="{29750A80-9DA4-266F-F776-CC742A856A75}"/>
                </a:ext>
              </a:extLst>
            </p:cNvPr>
            <p:cNvSpPr/>
            <p:nvPr userDrawn="1"/>
          </p:nvSpPr>
          <p:spPr>
            <a:xfrm>
              <a:off x="1739008" y="5546286"/>
              <a:ext cx="242667" cy="242667"/>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85F1EA58-F225-8E62-D56F-90A8ABE1B0FF}"/>
                </a:ext>
              </a:extLst>
            </p:cNvPr>
            <p:cNvSpPr/>
            <p:nvPr userDrawn="1"/>
          </p:nvSpPr>
          <p:spPr>
            <a:xfrm>
              <a:off x="2012740" y="5546286"/>
              <a:ext cx="242667" cy="242667"/>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Rechteck: abgerundete Ecken 49">
              <a:extLst>
                <a:ext uri="{FF2B5EF4-FFF2-40B4-BE49-F238E27FC236}">
                  <a16:creationId xmlns:a16="http://schemas.microsoft.com/office/drawing/2014/main" id="{C8FC3569-5F40-0146-B89D-1EF265D220FD}"/>
                </a:ext>
              </a:extLst>
            </p:cNvPr>
            <p:cNvSpPr/>
            <p:nvPr userDrawn="1"/>
          </p:nvSpPr>
          <p:spPr>
            <a:xfrm>
              <a:off x="2773679" y="5546286"/>
              <a:ext cx="242667" cy="242667"/>
            </a:xfrm>
            <a:prstGeom prst="round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Rechteck: abgerundete Ecken 50">
              <a:extLst>
                <a:ext uri="{FF2B5EF4-FFF2-40B4-BE49-F238E27FC236}">
                  <a16:creationId xmlns:a16="http://schemas.microsoft.com/office/drawing/2014/main" id="{13BACF10-BF44-AEDC-B368-A37957479AC9}"/>
                </a:ext>
              </a:extLst>
            </p:cNvPr>
            <p:cNvSpPr/>
            <p:nvPr userDrawn="1"/>
          </p:nvSpPr>
          <p:spPr>
            <a:xfrm>
              <a:off x="3048649" y="5546286"/>
              <a:ext cx="242667" cy="242667"/>
            </a:xfrm>
            <a:prstGeom prst="round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52" name="Gruppieren 51">
            <a:extLst>
              <a:ext uri="{FF2B5EF4-FFF2-40B4-BE49-F238E27FC236}">
                <a16:creationId xmlns:a16="http://schemas.microsoft.com/office/drawing/2014/main" id="{834D9B2B-3E90-AAE7-D7EE-F59054382CB0}"/>
              </a:ext>
            </a:extLst>
          </p:cNvPr>
          <p:cNvGrpSpPr/>
          <p:nvPr userDrawn="1"/>
        </p:nvGrpSpPr>
        <p:grpSpPr>
          <a:xfrm rot="16200000">
            <a:off x="4868939" y="3008013"/>
            <a:ext cx="3265576" cy="680130"/>
            <a:chOff x="1465276" y="5477463"/>
            <a:chExt cx="1826040" cy="380314"/>
          </a:xfrm>
        </p:grpSpPr>
        <p:sp>
          <p:nvSpPr>
            <p:cNvPr id="53" name="Rechteck: abgerundete Ecken 52">
              <a:extLst>
                <a:ext uri="{FF2B5EF4-FFF2-40B4-BE49-F238E27FC236}">
                  <a16:creationId xmlns:a16="http://schemas.microsoft.com/office/drawing/2014/main" id="{6443BBA7-7033-947E-8FB1-3F7016238E92}"/>
                </a:ext>
              </a:extLst>
            </p:cNvPr>
            <p:cNvSpPr/>
            <p:nvPr userDrawn="1"/>
          </p:nvSpPr>
          <p:spPr>
            <a:xfrm>
              <a:off x="2324384" y="5477463"/>
              <a:ext cx="380318" cy="380314"/>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Rechteck: abgerundete Ecken 53">
              <a:extLst>
                <a:ext uri="{FF2B5EF4-FFF2-40B4-BE49-F238E27FC236}">
                  <a16:creationId xmlns:a16="http://schemas.microsoft.com/office/drawing/2014/main" id="{0C538DEE-059D-CA92-8799-9059EC6EEC48}"/>
                </a:ext>
              </a:extLst>
            </p:cNvPr>
            <p:cNvSpPr/>
            <p:nvPr userDrawn="1"/>
          </p:nvSpPr>
          <p:spPr>
            <a:xfrm>
              <a:off x="1465276" y="5546286"/>
              <a:ext cx="242667" cy="242667"/>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abgerundete Ecken 54">
              <a:extLst>
                <a:ext uri="{FF2B5EF4-FFF2-40B4-BE49-F238E27FC236}">
                  <a16:creationId xmlns:a16="http://schemas.microsoft.com/office/drawing/2014/main" id="{47F18E0A-011B-78FE-1E48-0C822F1BFA04}"/>
                </a:ext>
              </a:extLst>
            </p:cNvPr>
            <p:cNvSpPr/>
            <p:nvPr userDrawn="1"/>
          </p:nvSpPr>
          <p:spPr>
            <a:xfrm>
              <a:off x="1739008" y="5546286"/>
              <a:ext cx="242667" cy="242667"/>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abgerundete Ecken 55">
              <a:extLst>
                <a:ext uri="{FF2B5EF4-FFF2-40B4-BE49-F238E27FC236}">
                  <a16:creationId xmlns:a16="http://schemas.microsoft.com/office/drawing/2014/main" id="{2F58EA06-53BA-F0D8-32BC-6B3B813B075A}"/>
                </a:ext>
              </a:extLst>
            </p:cNvPr>
            <p:cNvSpPr/>
            <p:nvPr userDrawn="1"/>
          </p:nvSpPr>
          <p:spPr>
            <a:xfrm>
              <a:off x="2012740" y="5546286"/>
              <a:ext cx="242667" cy="242667"/>
            </a:xfrm>
            <a:prstGeom prst="round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abgerundete Ecken 56">
              <a:extLst>
                <a:ext uri="{FF2B5EF4-FFF2-40B4-BE49-F238E27FC236}">
                  <a16:creationId xmlns:a16="http://schemas.microsoft.com/office/drawing/2014/main" id="{AADB1575-E309-6C54-6E58-5AE4E36A77FA}"/>
                </a:ext>
              </a:extLst>
            </p:cNvPr>
            <p:cNvSpPr/>
            <p:nvPr userDrawn="1"/>
          </p:nvSpPr>
          <p:spPr>
            <a:xfrm>
              <a:off x="2773679" y="5546286"/>
              <a:ext cx="242667" cy="242667"/>
            </a:xfrm>
            <a:prstGeom prst="round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abgerundete Ecken 57">
              <a:extLst>
                <a:ext uri="{FF2B5EF4-FFF2-40B4-BE49-F238E27FC236}">
                  <a16:creationId xmlns:a16="http://schemas.microsoft.com/office/drawing/2014/main" id="{F171D793-E3FF-4733-210B-AB943B44A30E}"/>
                </a:ext>
              </a:extLst>
            </p:cNvPr>
            <p:cNvSpPr/>
            <p:nvPr userDrawn="1"/>
          </p:nvSpPr>
          <p:spPr>
            <a:xfrm>
              <a:off x="3048649" y="5546286"/>
              <a:ext cx="242667" cy="242667"/>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59" name="Gruppieren 58">
            <a:extLst>
              <a:ext uri="{FF2B5EF4-FFF2-40B4-BE49-F238E27FC236}">
                <a16:creationId xmlns:a16="http://schemas.microsoft.com/office/drawing/2014/main" id="{1687F9C1-6ED4-F852-E5A4-FBE04346037C}"/>
              </a:ext>
            </a:extLst>
          </p:cNvPr>
          <p:cNvGrpSpPr/>
          <p:nvPr userDrawn="1"/>
        </p:nvGrpSpPr>
        <p:grpSpPr>
          <a:xfrm rot="16200000">
            <a:off x="5716072" y="3008013"/>
            <a:ext cx="3265576" cy="680130"/>
            <a:chOff x="1465276" y="5477463"/>
            <a:chExt cx="1826040" cy="380314"/>
          </a:xfrm>
        </p:grpSpPr>
        <p:sp>
          <p:nvSpPr>
            <p:cNvPr id="60" name="Rechteck: abgerundete Ecken 59">
              <a:extLst>
                <a:ext uri="{FF2B5EF4-FFF2-40B4-BE49-F238E27FC236}">
                  <a16:creationId xmlns:a16="http://schemas.microsoft.com/office/drawing/2014/main" id="{5D0D9D6B-A832-AC66-A9CB-035F3727A3CE}"/>
                </a:ext>
              </a:extLst>
            </p:cNvPr>
            <p:cNvSpPr/>
            <p:nvPr userDrawn="1"/>
          </p:nvSpPr>
          <p:spPr>
            <a:xfrm>
              <a:off x="2324384" y="5477463"/>
              <a:ext cx="380318" cy="380314"/>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1" name="Rechteck: abgerundete Ecken 60">
              <a:extLst>
                <a:ext uri="{FF2B5EF4-FFF2-40B4-BE49-F238E27FC236}">
                  <a16:creationId xmlns:a16="http://schemas.microsoft.com/office/drawing/2014/main" id="{43E0BBB0-3255-B8AF-1BF1-86CDCF431DAE}"/>
                </a:ext>
              </a:extLst>
            </p:cNvPr>
            <p:cNvSpPr/>
            <p:nvPr userDrawn="1"/>
          </p:nvSpPr>
          <p:spPr>
            <a:xfrm>
              <a:off x="1465276" y="5546286"/>
              <a:ext cx="242667" cy="242667"/>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2" name="Rechteck: abgerundete Ecken 61">
              <a:extLst>
                <a:ext uri="{FF2B5EF4-FFF2-40B4-BE49-F238E27FC236}">
                  <a16:creationId xmlns:a16="http://schemas.microsoft.com/office/drawing/2014/main" id="{DDEE90FC-EF4F-9A82-4CFC-6E9691F537B7}"/>
                </a:ext>
              </a:extLst>
            </p:cNvPr>
            <p:cNvSpPr/>
            <p:nvPr userDrawn="1"/>
          </p:nvSpPr>
          <p:spPr>
            <a:xfrm>
              <a:off x="1739008" y="5546286"/>
              <a:ext cx="242667" cy="242667"/>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3" name="Rechteck: abgerundete Ecken 62">
              <a:extLst>
                <a:ext uri="{FF2B5EF4-FFF2-40B4-BE49-F238E27FC236}">
                  <a16:creationId xmlns:a16="http://schemas.microsoft.com/office/drawing/2014/main" id="{48277903-E325-3C19-3E4E-21C2F728FED3}"/>
                </a:ext>
              </a:extLst>
            </p:cNvPr>
            <p:cNvSpPr/>
            <p:nvPr userDrawn="1"/>
          </p:nvSpPr>
          <p:spPr>
            <a:xfrm>
              <a:off x="2012740" y="5546286"/>
              <a:ext cx="242667" cy="24266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4" name="Rechteck: abgerundete Ecken 63">
              <a:extLst>
                <a:ext uri="{FF2B5EF4-FFF2-40B4-BE49-F238E27FC236}">
                  <a16:creationId xmlns:a16="http://schemas.microsoft.com/office/drawing/2014/main" id="{8B79A4F7-4F72-CCEF-AB25-CB09A149B38B}"/>
                </a:ext>
              </a:extLst>
            </p:cNvPr>
            <p:cNvSpPr/>
            <p:nvPr userDrawn="1"/>
          </p:nvSpPr>
          <p:spPr>
            <a:xfrm>
              <a:off x="2773679" y="5546286"/>
              <a:ext cx="242667" cy="242667"/>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abgerundete Ecken 64">
              <a:extLst>
                <a:ext uri="{FF2B5EF4-FFF2-40B4-BE49-F238E27FC236}">
                  <a16:creationId xmlns:a16="http://schemas.microsoft.com/office/drawing/2014/main" id="{069137F5-BE4A-FC21-9163-7C1E2917D3E1}"/>
                </a:ext>
              </a:extLst>
            </p:cNvPr>
            <p:cNvSpPr/>
            <p:nvPr userDrawn="1"/>
          </p:nvSpPr>
          <p:spPr>
            <a:xfrm>
              <a:off x="3048649" y="5546286"/>
              <a:ext cx="242667" cy="24266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cxnSp>
        <p:nvCxnSpPr>
          <p:cNvPr id="68" name="Gerader Verbinder 67">
            <a:extLst>
              <a:ext uri="{FF2B5EF4-FFF2-40B4-BE49-F238E27FC236}">
                <a16:creationId xmlns:a16="http://schemas.microsoft.com/office/drawing/2014/main" id="{80282675-4DB2-F484-583D-1CBE881D5D6B}"/>
              </a:ext>
            </a:extLst>
          </p:cNvPr>
          <p:cNvCxnSpPr>
            <a:cxnSpLocks/>
          </p:cNvCxnSpPr>
          <p:nvPr userDrawn="1"/>
        </p:nvCxnSpPr>
        <p:spPr>
          <a:xfrm>
            <a:off x="4129349" y="1725795"/>
            <a:ext cx="0" cy="3255069"/>
          </a:xfrm>
          <a:prstGeom prst="line">
            <a:avLst/>
          </a:prstGeom>
        </p:spPr>
        <p:style>
          <a:lnRef idx="2">
            <a:schemeClr val="accent1"/>
          </a:lnRef>
          <a:fillRef idx="0">
            <a:schemeClr val="accent1"/>
          </a:fillRef>
          <a:effectRef idx="1">
            <a:schemeClr val="accent1"/>
          </a:effectRef>
          <a:fontRef idx="minor">
            <a:schemeClr val="tx1"/>
          </a:fontRef>
        </p:style>
      </p:cxnSp>
      <p:sp>
        <p:nvSpPr>
          <p:cNvPr id="69" name="Titelplatzhalter 1">
            <a:extLst>
              <a:ext uri="{FF2B5EF4-FFF2-40B4-BE49-F238E27FC236}">
                <a16:creationId xmlns:a16="http://schemas.microsoft.com/office/drawing/2014/main" id="{8D7A5F10-02E6-4D85-B5B1-C53C08D1C628}"/>
              </a:ext>
            </a:extLst>
          </p:cNvPr>
          <p:cNvSpPr txBox="1">
            <a:spLocks/>
          </p:cNvSpPr>
          <p:nvPr userDrawn="1"/>
        </p:nvSpPr>
        <p:spPr>
          <a:xfrm>
            <a:off x="7850382" y="1725795"/>
            <a:ext cx="1156019" cy="373992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sz="1200">
                <a:latin typeface="+mn-lt"/>
              </a:rPr>
              <a:t>Dunkler 50%</a:t>
            </a:r>
          </a:p>
          <a:p>
            <a:endParaRPr lang="de-DE" sz="1200">
              <a:latin typeface="+mn-lt"/>
            </a:endParaRPr>
          </a:p>
          <a:p>
            <a:endParaRPr lang="de-DE" sz="1200">
              <a:latin typeface="+mn-lt"/>
            </a:endParaRPr>
          </a:p>
          <a:p>
            <a:r>
              <a:rPr lang="de-DE" sz="1200">
                <a:latin typeface="+mn-lt"/>
              </a:rPr>
              <a:t>Dunkler 25%</a:t>
            </a:r>
          </a:p>
          <a:p>
            <a:endParaRPr lang="de-DE" sz="1200">
              <a:latin typeface="+mn-lt"/>
            </a:endParaRPr>
          </a:p>
          <a:p>
            <a:endParaRPr lang="de-DE" sz="1200">
              <a:latin typeface="+mn-lt"/>
            </a:endParaRPr>
          </a:p>
          <a:p>
            <a:endParaRPr lang="de-DE" sz="1200">
              <a:latin typeface="+mn-lt"/>
            </a:endParaRPr>
          </a:p>
          <a:p>
            <a:r>
              <a:rPr lang="de-DE" sz="1200">
                <a:latin typeface="+mn-lt"/>
              </a:rPr>
              <a:t>Basis</a:t>
            </a:r>
          </a:p>
          <a:p>
            <a:endParaRPr lang="de-DE" sz="1200">
              <a:latin typeface="+mn-lt"/>
            </a:endParaRPr>
          </a:p>
          <a:p>
            <a:endParaRPr lang="de-DE" sz="1200">
              <a:latin typeface="+mn-lt"/>
            </a:endParaRPr>
          </a:p>
          <a:p>
            <a:endParaRPr lang="de-DE" sz="1200">
              <a:latin typeface="+mn-lt"/>
            </a:endParaRPr>
          </a:p>
          <a:p>
            <a:r>
              <a:rPr lang="de-DE" sz="1200">
                <a:latin typeface="+mn-lt"/>
              </a:rPr>
              <a:t>Heller 40%</a:t>
            </a:r>
          </a:p>
          <a:p>
            <a:endParaRPr lang="de-DE" sz="1200">
              <a:latin typeface="+mn-lt"/>
            </a:endParaRPr>
          </a:p>
          <a:p>
            <a:endParaRPr lang="de-DE" sz="1200">
              <a:latin typeface="+mn-lt"/>
            </a:endParaRPr>
          </a:p>
          <a:p>
            <a:r>
              <a:rPr lang="de-DE" sz="1200">
                <a:latin typeface="+mn-lt"/>
              </a:rPr>
              <a:t>Heller 60%</a:t>
            </a:r>
          </a:p>
          <a:p>
            <a:endParaRPr lang="de-DE" sz="1200">
              <a:latin typeface="+mn-lt"/>
            </a:endParaRPr>
          </a:p>
          <a:p>
            <a:endParaRPr lang="de-DE" sz="1200">
              <a:latin typeface="+mn-lt"/>
            </a:endParaRPr>
          </a:p>
          <a:p>
            <a:r>
              <a:rPr lang="de-DE" sz="1200">
                <a:latin typeface="+mn-lt"/>
              </a:rPr>
              <a:t>Heller 80%</a:t>
            </a:r>
          </a:p>
        </p:txBody>
      </p:sp>
      <p:pic>
        <p:nvPicPr>
          <p:cNvPr id="73" name="Grafik 72">
            <a:extLst>
              <a:ext uri="{FF2B5EF4-FFF2-40B4-BE49-F238E27FC236}">
                <a16:creationId xmlns:a16="http://schemas.microsoft.com/office/drawing/2014/main" id="{4B6ECC8B-5779-F91E-D9F6-20427238B949}"/>
              </a:ext>
            </a:extLst>
          </p:cNvPr>
          <p:cNvPicPr>
            <a:picLocks noChangeAspect="1"/>
          </p:cNvPicPr>
          <p:nvPr userDrawn="1"/>
        </p:nvPicPr>
        <p:blipFill>
          <a:blip r:embed="rId3"/>
          <a:stretch>
            <a:fillRect/>
          </a:stretch>
        </p:blipFill>
        <p:spPr>
          <a:xfrm>
            <a:off x="9349623" y="881616"/>
            <a:ext cx="2049952" cy="4273754"/>
          </a:xfrm>
          <a:prstGeom prst="rect">
            <a:avLst/>
          </a:prstGeom>
          <a:effectLst>
            <a:outerShdw blurRad="50800" dist="38100" dir="2700000" algn="tl" rotWithShape="0">
              <a:prstClr val="black">
                <a:alpha val="40000"/>
              </a:prstClr>
            </a:outerShdw>
          </a:effectLst>
        </p:spPr>
      </p:pic>
      <p:sp>
        <p:nvSpPr>
          <p:cNvPr id="74" name="Titelplatzhalter 1">
            <a:extLst>
              <a:ext uri="{FF2B5EF4-FFF2-40B4-BE49-F238E27FC236}">
                <a16:creationId xmlns:a16="http://schemas.microsoft.com/office/drawing/2014/main" id="{3ED7DD3D-1471-8456-6DCE-CF53D4CB3FBB}"/>
              </a:ext>
            </a:extLst>
          </p:cNvPr>
          <p:cNvSpPr txBox="1">
            <a:spLocks/>
          </p:cNvSpPr>
          <p:nvPr userDrawn="1"/>
        </p:nvSpPr>
        <p:spPr>
          <a:xfrm>
            <a:off x="9078404" y="5244587"/>
            <a:ext cx="2592390" cy="3651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gn="ctr"/>
            <a:r>
              <a:rPr lang="de-DE" sz="1100">
                <a:latin typeface="+mn-lt"/>
              </a:rPr>
              <a:t>automatisch durch PP generiert</a:t>
            </a:r>
          </a:p>
        </p:txBody>
      </p:sp>
      <p:sp>
        <p:nvSpPr>
          <p:cNvPr id="75" name="Rechteck: eine Ecke abgerundet 74">
            <a:extLst>
              <a:ext uri="{FF2B5EF4-FFF2-40B4-BE49-F238E27FC236}">
                <a16:creationId xmlns:a16="http://schemas.microsoft.com/office/drawing/2014/main" id="{B327D6C7-19FD-A1B1-9FCB-5B5CAF95DC83}"/>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6" name="Foliennummernplatzhalter 15">
            <a:extLst>
              <a:ext uri="{FF2B5EF4-FFF2-40B4-BE49-F238E27FC236}">
                <a16:creationId xmlns:a16="http://schemas.microsoft.com/office/drawing/2014/main" id="{D97C66F1-9C15-F761-158E-EEF6AD607AD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a:solidFill>
                  <a:schemeClr val="accent1"/>
                </a:solidFill>
              </a:rPr>
              <a:t>3</a:t>
            </a:r>
            <a:endParaRPr lang="de-DE" sz="1100" b="1">
              <a:solidFill>
                <a:schemeClr val="accent1"/>
              </a:solidFill>
            </a:endParaRPr>
          </a:p>
        </p:txBody>
      </p:sp>
      <p:sp>
        <p:nvSpPr>
          <p:cNvPr id="77" name="Foliennummernplatzhalter 15">
            <a:extLst>
              <a:ext uri="{FF2B5EF4-FFF2-40B4-BE49-F238E27FC236}">
                <a16:creationId xmlns:a16="http://schemas.microsoft.com/office/drawing/2014/main" id="{D4F5DE8B-69DC-6E8B-7775-E66C3BBF39C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a:solidFill>
                  <a:schemeClr val="bg1"/>
                </a:solidFill>
              </a:rPr>
              <a:t>März 2025</a:t>
            </a:r>
            <a:endParaRPr lang="de-DE" b="0">
              <a:solidFill>
                <a:schemeClr val="bg1"/>
              </a:solidFill>
            </a:endParaRPr>
          </a:p>
        </p:txBody>
      </p:sp>
      <p:sp>
        <p:nvSpPr>
          <p:cNvPr id="78" name="Textplatzhalter 16">
            <a:extLst>
              <a:ext uri="{FF2B5EF4-FFF2-40B4-BE49-F238E27FC236}">
                <a16:creationId xmlns:a16="http://schemas.microsoft.com/office/drawing/2014/main" id="{ED97C1EA-D450-4E7B-370A-DDCB3A488A7C}"/>
              </a:ext>
            </a:extLst>
          </p:cNvPr>
          <p:cNvSpPr>
            <a:spLocks noGrp="1"/>
          </p:cNvSpPr>
          <p:nvPr userDrawn="1">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Styleguide &amp; Anleitung PowerPoint-Template</a:t>
            </a:r>
          </a:p>
        </p:txBody>
      </p:sp>
    </p:spTree>
    <p:extLst>
      <p:ext uri="{BB962C8B-B14F-4D97-AF65-F5344CB8AC3E}">
        <p14:creationId xmlns:p14="http://schemas.microsoft.com/office/powerpoint/2010/main" val="2330533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tzung von Schrift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9194800" cy="365125"/>
          </a:xfrm>
          <a:prstGeom prst="rect">
            <a:avLst/>
          </a:prstGeom>
        </p:spPr>
        <p:txBody>
          <a:bodyPr/>
          <a:lstStyle>
            <a:lvl1pPr algn="l">
              <a:defRPr/>
            </a:lvl1pPr>
          </a:lstStyle>
          <a:p>
            <a:endParaRPr lang="de-DE"/>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7200" y="6173130"/>
            <a:ext cx="1564882" cy="684869"/>
          </a:xfrm>
          <a:prstGeom prst="rect">
            <a:avLst/>
          </a:prstGeom>
        </p:spPr>
      </p:pic>
      <p:sp>
        <p:nvSpPr>
          <p:cNvPr id="22" name="Titelplatzhalter 1">
            <a:extLst>
              <a:ext uri="{FF2B5EF4-FFF2-40B4-BE49-F238E27FC236}">
                <a16:creationId xmlns:a16="http://schemas.microsoft.com/office/drawing/2014/main" id="{20CF4F82-3AA1-6015-D4BD-1AA1C55B085F}"/>
              </a:ext>
            </a:extLst>
          </p:cNvPr>
          <p:cNvSpPr txBox="1">
            <a:spLocks/>
          </p:cNvSpPr>
          <p:nvPr userDrawn="1"/>
        </p:nvSpPr>
        <p:spPr>
          <a:xfrm>
            <a:off x="6207931"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a:t>Verwendungshinweis</a:t>
            </a:r>
          </a:p>
        </p:txBody>
      </p:sp>
      <p:sp>
        <p:nvSpPr>
          <p:cNvPr id="24" name="Textfeld 23">
            <a:extLst>
              <a:ext uri="{FF2B5EF4-FFF2-40B4-BE49-F238E27FC236}">
                <a16:creationId xmlns:a16="http://schemas.microsoft.com/office/drawing/2014/main" id="{F7FB0309-9A52-9D6D-E9DD-860A90374939}"/>
              </a:ext>
            </a:extLst>
          </p:cNvPr>
          <p:cNvSpPr txBox="1"/>
          <p:nvPr userDrawn="1"/>
        </p:nvSpPr>
        <p:spPr>
          <a:xfrm>
            <a:off x="6351733" y="1328465"/>
            <a:ext cx="4265467" cy="1724831"/>
          </a:xfrm>
          <a:prstGeom prst="rect">
            <a:avLst/>
          </a:prstGeom>
          <a:noFill/>
        </p:spPr>
        <p:txBody>
          <a:bodyPr wrap="square" rtlCol="0">
            <a:spAutoFit/>
          </a:bodyPr>
          <a:lstStyle/>
          <a:p>
            <a:pPr lvl="0">
              <a:lnSpc>
                <a:spcPct val="150000"/>
              </a:lnSpc>
            </a:pPr>
            <a:r>
              <a:rPr lang="de-DE" sz="1200"/>
              <a:t>Texte sind generell in Dunkelgrau zu setzen. Ausnahme hiervon sind Überschriften, die auf weißen oder hellgrauen Flächen in der Hauptfarbe der betreffenden Markenwelt gesetzt werden. Bei Verwendung auf farbigen oder dunkelgrauen Flächen werden Überschriften und Text in Weiß gesetzt.</a:t>
            </a:r>
          </a:p>
        </p:txBody>
      </p:sp>
      <p:sp>
        <p:nvSpPr>
          <p:cNvPr id="25" name="Textfeld 24">
            <a:extLst>
              <a:ext uri="{FF2B5EF4-FFF2-40B4-BE49-F238E27FC236}">
                <a16:creationId xmlns:a16="http://schemas.microsoft.com/office/drawing/2014/main" id="{5897A84B-60DE-6402-04F3-86F23A9AC5E5}"/>
              </a:ext>
            </a:extLst>
          </p:cNvPr>
          <p:cNvSpPr txBox="1"/>
          <p:nvPr userDrawn="1"/>
        </p:nvSpPr>
        <p:spPr>
          <a:xfrm>
            <a:off x="1422400" y="1328465"/>
            <a:ext cx="3640071" cy="4443717"/>
          </a:xfrm>
          <a:prstGeom prst="rect">
            <a:avLst/>
          </a:prstGeom>
          <a:noFill/>
        </p:spPr>
        <p:txBody>
          <a:bodyPr wrap="square" rtlCol="0">
            <a:spAutoFit/>
          </a:bodyPr>
          <a:lstStyle/>
          <a:p>
            <a:pPr lvl="0">
              <a:lnSpc>
                <a:spcPct val="150000"/>
              </a:lnSpc>
            </a:pPr>
            <a:r>
              <a:rPr lang="de-DE" sz="2800" b="1">
                <a:latin typeface="+mj-lt"/>
              </a:rPr>
              <a:t>Quicksand </a:t>
            </a:r>
            <a:r>
              <a:rPr lang="de-DE" sz="2800" b="1" err="1">
                <a:latin typeface="+mj-lt"/>
              </a:rPr>
              <a:t>Bold</a:t>
            </a:r>
            <a:endParaRPr lang="de-DE" sz="2800" b="1">
              <a:latin typeface="+mj-lt"/>
            </a:endParaRPr>
          </a:p>
          <a:p>
            <a:pPr lvl="0">
              <a:lnSpc>
                <a:spcPct val="150000"/>
              </a:lnSpc>
            </a:pPr>
            <a:r>
              <a:rPr lang="de-DE" sz="1200" b="0"/>
              <a:t>Überschriften</a:t>
            </a:r>
          </a:p>
          <a:p>
            <a:pPr lvl="0">
              <a:lnSpc>
                <a:spcPct val="150000"/>
              </a:lnSpc>
            </a:pPr>
            <a:endParaRPr lang="de-DE" sz="1200" b="1"/>
          </a:p>
          <a:p>
            <a:pPr lvl="0">
              <a:lnSpc>
                <a:spcPct val="150000"/>
              </a:lnSpc>
            </a:pPr>
            <a:r>
              <a:rPr lang="de-DE" sz="2400" b="0">
                <a:latin typeface="+mj-lt"/>
              </a:rPr>
              <a:t>Quicksand Regular</a:t>
            </a:r>
          </a:p>
          <a:p>
            <a:pPr marL="0" marR="0" lvl="0" indent="0" algn="l" defTabSz="914400" rtl="0" eaLnBrk="1" fontAlgn="auto" latinLnBrk="0" hangingPunct="1">
              <a:lnSpc>
                <a:spcPct val="150000"/>
              </a:lnSpc>
              <a:spcBef>
                <a:spcPts val="0"/>
              </a:spcBef>
              <a:spcAft>
                <a:spcPts val="0"/>
              </a:spcAft>
              <a:buClrTx/>
              <a:buSzTx/>
              <a:buFontTx/>
              <a:buNone/>
              <a:tabLst/>
              <a:defRPr/>
            </a:pPr>
            <a:r>
              <a:rPr lang="de-DE" sz="1200" b="0"/>
              <a:t>Untergeordnete Überschriften</a:t>
            </a:r>
            <a:endParaRPr lang="de-DE" sz="1200" b="1"/>
          </a:p>
          <a:p>
            <a:pPr lvl="0">
              <a:lnSpc>
                <a:spcPct val="150000"/>
              </a:lnSpc>
            </a:pPr>
            <a:endParaRPr lang="de-DE" sz="1200" b="1"/>
          </a:p>
          <a:p>
            <a:pPr lvl="0">
              <a:lnSpc>
                <a:spcPct val="150000"/>
              </a:lnSpc>
            </a:pPr>
            <a:r>
              <a:rPr lang="de-DE" sz="2000" b="0"/>
              <a:t>Open Sans Regular</a:t>
            </a:r>
          </a:p>
          <a:p>
            <a:pPr lvl="0">
              <a:lnSpc>
                <a:spcPct val="150000"/>
              </a:lnSpc>
            </a:pPr>
            <a:r>
              <a:rPr lang="de-DE" sz="1200" b="0"/>
              <a:t>Fließtext, Bildunterschriften</a:t>
            </a:r>
          </a:p>
          <a:p>
            <a:pPr lvl="0">
              <a:lnSpc>
                <a:spcPct val="150000"/>
              </a:lnSpc>
            </a:pPr>
            <a:endParaRPr lang="de-DE" sz="1200" b="0"/>
          </a:p>
          <a:p>
            <a:pPr lvl="0">
              <a:lnSpc>
                <a:spcPct val="150000"/>
              </a:lnSpc>
            </a:pPr>
            <a:r>
              <a:rPr lang="de-DE" sz="3200" err="1">
                <a:latin typeface="Arsilon" panose="02000505080000020004" pitchFamily="50" charset="0"/>
              </a:rPr>
              <a:t>Arsilon</a:t>
            </a:r>
            <a:r>
              <a:rPr lang="de-DE" sz="3200">
                <a:latin typeface="Arsilon" panose="02000505080000020004" pitchFamily="50" charset="0"/>
              </a:rPr>
              <a:t> Regular</a:t>
            </a:r>
          </a:p>
          <a:p>
            <a:pPr marL="0" marR="0" lvl="0" indent="0" algn="l" defTabSz="914400" rtl="0" eaLnBrk="1" fontAlgn="auto" latinLnBrk="0" hangingPunct="1">
              <a:lnSpc>
                <a:spcPct val="150000"/>
              </a:lnSpc>
              <a:spcBef>
                <a:spcPts val="0"/>
              </a:spcBef>
              <a:spcAft>
                <a:spcPts val="0"/>
              </a:spcAft>
              <a:buClrTx/>
              <a:buSzTx/>
              <a:buFontTx/>
              <a:buNone/>
              <a:tabLst/>
              <a:defRPr/>
            </a:pPr>
            <a:r>
              <a:rPr lang="de-DE" sz="1400" b="0"/>
              <a:t>Claims, Slogans, Zitate</a:t>
            </a:r>
          </a:p>
        </p:txBody>
      </p:sp>
      <p:sp>
        <p:nvSpPr>
          <p:cNvPr id="13" name="Textfeld 12">
            <a:extLst>
              <a:ext uri="{FF2B5EF4-FFF2-40B4-BE49-F238E27FC236}">
                <a16:creationId xmlns:a16="http://schemas.microsoft.com/office/drawing/2014/main" id="{892CC482-4831-7827-32CB-1FB2BB9B45E8}"/>
              </a:ext>
            </a:extLst>
          </p:cNvPr>
          <p:cNvSpPr txBox="1"/>
          <p:nvPr userDrawn="1"/>
        </p:nvSpPr>
        <p:spPr>
          <a:xfrm>
            <a:off x="6351733" y="3524543"/>
            <a:ext cx="4759612" cy="779150"/>
          </a:xfrm>
          <a:prstGeom prst="roundRect">
            <a:avLst/>
          </a:prstGeom>
          <a:solidFill>
            <a:schemeClr val="accent1"/>
          </a:solidFill>
        </p:spPr>
        <p:txBody>
          <a:bodyPr wrap="square" rtlCol="0">
            <a:spAutoFit/>
          </a:bodyPr>
          <a:lstStyle/>
          <a:p>
            <a:pPr lvl="0">
              <a:lnSpc>
                <a:spcPct val="150000"/>
              </a:lnSpc>
            </a:pPr>
            <a:r>
              <a:rPr lang="de-DE" sz="1400">
                <a:solidFill>
                  <a:schemeClr val="bg1"/>
                </a:solidFill>
              </a:rPr>
              <a:t>Bitte möglichst keine anderen als diese Schriften verwenden.</a:t>
            </a:r>
          </a:p>
        </p:txBody>
      </p:sp>
      <p:sp>
        <p:nvSpPr>
          <p:cNvPr id="17" name="Titelplatzhalter 1">
            <a:extLst>
              <a:ext uri="{FF2B5EF4-FFF2-40B4-BE49-F238E27FC236}">
                <a16:creationId xmlns:a16="http://schemas.microsoft.com/office/drawing/2014/main" id="{BA262C86-FC38-77AF-A316-036499B03951}"/>
              </a:ext>
            </a:extLst>
          </p:cNvPr>
          <p:cNvSpPr txBox="1">
            <a:spLocks/>
          </p:cNvSpPr>
          <p:nvPr userDrawn="1"/>
        </p:nvSpPr>
        <p:spPr>
          <a:xfrm>
            <a:off x="1371439"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a:t>Schriftnutzung</a:t>
            </a:r>
          </a:p>
        </p:txBody>
      </p:sp>
      <p:sp>
        <p:nvSpPr>
          <p:cNvPr id="7" name="Rechteck: eine Ecke abgerundet 6">
            <a:extLst>
              <a:ext uri="{FF2B5EF4-FFF2-40B4-BE49-F238E27FC236}">
                <a16:creationId xmlns:a16="http://schemas.microsoft.com/office/drawing/2014/main" id="{979BB6DD-FC48-29E9-17C6-5A6CA05008F5}"/>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9" name="Foliennummernplatzhalter 15">
            <a:extLst>
              <a:ext uri="{FF2B5EF4-FFF2-40B4-BE49-F238E27FC236}">
                <a16:creationId xmlns:a16="http://schemas.microsoft.com/office/drawing/2014/main" id="{4EBF5F09-A9D4-281B-2838-FE08210DE19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a:solidFill>
                  <a:schemeClr val="accent1"/>
                </a:solidFill>
              </a:rPr>
              <a:t>4</a:t>
            </a:r>
            <a:endParaRPr lang="de-DE" sz="1100" b="1">
              <a:solidFill>
                <a:schemeClr val="accent1"/>
              </a:solidFill>
            </a:endParaRPr>
          </a:p>
        </p:txBody>
      </p:sp>
      <p:sp>
        <p:nvSpPr>
          <p:cNvPr id="10" name="Foliennummernplatzhalter 15">
            <a:extLst>
              <a:ext uri="{FF2B5EF4-FFF2-40B4-BE49-F238E27FC236}">
                <a16:creationId xmlns:a16="http://schemas.microsoft.com/office/drawing/2014/main" id="{422D5DFB-2497-7FEA-29AF-B5C2C3AB7766}"/>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a:solidFill>
                  <a:schemeClr val="bg1"/>
                </a:solidFill>
              </a:rPr>
              <a:t>März 2025</a:t>
            </a:r>
            <a:endParaRPr lang="de-DE" b="0">
              <a:solidFill>
                <a:schemeClr val="bg1"/>
              </a:solidFill>
            </a:endParaRPr>
          </a:p>
        </p:txBody>
      </p:sp>
      <p:sp>
        <p:nvSpPr>
          <p:cNvPr id="11" name="Textplatzhalter 16">
            <a:extLst>
              <a:ext uri="{FF2B5EF4-FFF2-40B4-BE49-F238E27FC236}">
                <a16:creationId xmlns:a16="http://schemas.microsoft.com/office/drawing/2014/main" id="{9606D7F6-5EE3-E022-8E4C-78EBE213E64F}"/>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Styleguide &amp; Anleitung PowerPoint-Template</a:t>
            </a:r>
          </a:p>
        </p:txBody>
      </p:sp>
    </p:spTree>
    <p:extLst>
      <p:ext uri="{BB962C8B-B14F-4D97-AF65-F5344CB8AC3E}">
        <p14:creationId xmlns:p14="http://schemas.microsoft.com/office/powerpoint/2010/main" val="3988035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le-Folien-finde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4" name="Titelplatzhalter 1">
            <a:extLst>
              <a:ext uri="{FF2B5EF4-FFF2-40B4-BE49-F238E27FC236}">
                <a16:creationId xmlns:a16="http://schemas.microsoft.com/office/drawing/2014/main" id="{EE6DD08D-A0AD-8AF8-B65D-3311A7B6A7FA}"/>
              </a:ext>
            </a:extLst>
          </p:cNvPr>
          <p:cNvSpPr txBox="1">
            <a:spLocks/>
          </p:cNvSpPr>
          <p:nvPr userDrawn="1"/>
        </p:nvSpPr>
        <p:spPr>
          <a:xfrm>
            <a:off x="1416906" y="918307"/>
            <a:ext cx="4194253"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a:t>Wo alle Folien zu finden sind:</a:t>
            </a:r>
          </a:p>
        </p:txBody>
      </p:sp>
      <p:pic>
        <p:nvPicPr>
          <p:cNvPr id="10" name="Grafik 9" descr="Ein Bild, das Text, Computer, Software, Screenshot enthält.&#10;&#10;KI-generierte Inhalte können fehlerhaft sein.">
            <a:extLst>
              <a:ext uri="{FF2B5EF4-FFF2-40B4-BE49-F238E27FC236}">
                <a16:creationId xmlns:a16="http://schemas.microsoft.com/office/drawing/2014/main" id="{AE211AD4-C787-12EC-28B4-C4F9E3C9FD5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82300" y="1565599"/>
            <a:ext cx="5427400" cy="4432850"/>
          </a:xfrm>
          <a:prstGeom prst="rect">
            <a:avLst/>
          </a:prstGeom>
          <a:effectLst>
            <a:outerShdw blurRad="50800" dist="38100" dir="2700000" algn="tl" rotWithShape="0">
              <a:prstClr val="black">
                <a:alpha val="40000"/>
              </a:prstClr>
            </a:outerShdw>
          </a:effectLst>
        </p:spPr>
      </p:pic>
      <p:sp>
        <p:nvSpPr>
          <p:cNvPr id="15" name="Rechteck: abgerundete Ecken 14">
            <a:extLst>
              <a:ext uri="{FF2B5EF4-FFF2-40B4-BE49-F238E27FC236}">
                <a16:creationId xmlns:a16="http://schemas.microsoft.com/office/drawing/2014/main" id="{9C3237B4-3CDC-72E2-C3CA-3F8C36B4B0DF}"/>
              </a:ext>
            </a:extLst>
          </p:cNvPr>
          <p:cNvSpPr/>
          <p:nvPr userDrawn="1"/>
        </p:nvSpPr>
        <p:spPr>
          <a:xfrm>
            <a:off x="4856085" y="1704513"/>
            <a:ext cx="390618" cy="230819"/>
          </a:xfrm>
          <a:prstGeom prst="round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abgerundete Ecken 15">
            <a:extLst>
              <a:ext uri="{FF2B5EF4-FFF2-40B4-BE49-F238E27FC236}">
                <a16:creationId xmlns:a16="http://schemas.microsoft.com/office/drawing/2014/main" id="{BB76AB57-40A5-89A0-6960-6927AB648F90}"/>
              </a:ext>
            </a:extLst>
          </p:cNvPr>
          <p:cNvSpPr/>
          <p:nvPr userDrawn="1"/>
        </p:nvSpPr>
        <p:spPr>
          <a:xfrm>
            <a:off x="4065972" y="1704513"/>
            <a:ext cx="390618" cy="495732"/>
          </a:xfrm>
          <a:prstGeom prst="round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9" name="Gerader Verbinder 18">
            <a:extLst>
              <a:ext uri="{FF2B5EF4-FFF2-40B4-BE49-F238E27FC236}">
                <a16:creationId xmlns:a16="http://schemas.microsoft.com/office/drawing/2014/main" id="{7E57B415-0A4C-B155-0FD0-1992BFA84F93}"/>
              </a:ext>
            </a:extLst>
          </p:cNvPr>
          <p:cNvCxnSpPr>
            <a:stCxn id="16" idx="1"/>
          </p:cNvCxnSpPr>
          <p:nvPr userDrawn="1"/>
        </p:nvCxnSpPr>
        <p:spPr>
          <a:xfrm flipH="1">
            <a:off x="2379216" y="1952379"/>
            <a:ext cx="1686756"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0" name="Gerader Verbinder 19">
            <a:extLst>
              <a:ext uri="{FF2B5EF4-FFF2-40B4-BE49-F238E27FC236}">
                <a16:creationId xmlns:a16="http://schemas.microsoft.com/office/drawing/2014/main" id="{C37A25EF-E93D-6B85-F072-8D2C570EB1CA}"/>
              </a:ext>
            </a:extLst>
          </p:cNvPr>
          <p:cNvCxnSpPr>
            <a:cxnSpLocks/>
          </p:cNvCxnSpPr>
          <p:nvPr userDrawn="1"/>
        </p:nvCxnSpPr>
        <p:spPr>
          <a:xfrm flipH="1">
            <a:off x="2379216" y="1819922"/>
            <a:ext cx="247686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3" name="Gerader Verbinder 22">
            <a:extLst>
              <a:ext uri="{FF2B5EF4-FFF2-40B4-BE49-F238E27FC236}">
                <a16:creationId xmlns:a16="http://schemas.microsoft.com/office/drawing/2014/main" id="{96908B00-72E9-AEE7-A34F-1C74261BA9E2}"/>
              </a:ext>
            </a:extLst>
          </p:cNvPr>
          <p:cNvCxnSpPr/>
          <p:nvPr userDrawn="1"/>
        </p:nvCxnSpPr>
        <p:spPr>
          <a:xfrm flipV="1">
            <a:off x="2379216" y="1207698"/>
            <a:ext cx="0" cy="744681"/>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3" name="Rechteck: eine Ecke abgerundet 2">
            <a:extLst>
              <a:ext uri="{FF2B5EF4-FFF2-40B4-BE49-F238E27FC236}">
                <a16:creationId xmlns:a16="http://schemas.microsoft.com/office/drawing/2014/main" id="{927628D3-185F-C533-32D0-2A35D59A5404}"/>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A6CD1A92-7493-103E-87DC-406CDFBBE82F}"/>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a:solidFill>
                  <a:schemeClr val="accent1"/>
                </a:solidFill>
              </a:rPr>
              <a:t>5</a:t>
            </a:r>
            <a:endParaRPr lang="de-DE" sz="1100" b="1">
              <a:solidFill>
                <a:schemeClr val="accent1"/>
              </a:solidFill>
            </a:endParaRPr>
          </a:p>
        </p:txBody>
      </p:sp>
      <p:sp>
        <p:nvSpPr>
          <p:cNvPr id="9" name="Foliennummernplatzhalter 15">
            <a:extLst>
              <a:ext uri="{FF2B5EF4-FFF2-40B4-BE49-F238E27FC236}">
                <a16:creationId xmlns:a16="http://schemas.microsoft.com/office/drawing/2014/main" id="{9E24804B-CF36-AD17-8F9A-5BD61244F638}"/>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a:solidFill>
                  <a:schemeClr val="bg1"/>
                </a:solidFill>
              </a:rPr>
              <a:t>März 2025</a:t>
            </a:r>
            <a:endParaRPr lang="de-DE" b="0">
              <a:solidFill>
                <a:schemeClr val="bg1"/>
              </a:solidFill>
            </a:endParaRPr>
          </a:p>
        </p:txBody>
      </p:sp>
      <p:sp>
        <p:nvSpPr>
          <p:cNvPr id="12" name="Textplatzhalter 16">
            <a:extLst>
              <a:ext uri="{FF2B5EF4-FFF2-40B4-BE49-F238E27FC236}">
                <a16:creationId xmlns:a16="http://schemas.microsoft.com/office/drawing/2014/main" id="{86299754-A420-2E30-AA3E-5C4650944DB5}"/>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Styleguide &amp; Anleitung PowerPoint-Template</a:t>
            </a:r>
          </a:p>
        </p:txBody>
      </p:sp>
    </p:spTree>
    <p:extLst>
      <p:ext uri="{BB962C8B-B14F-4D97-AF65-F5344CB8AC3E}">
        <p14:creationId xmlns:p14="http://schemas.microsoft.com/office/powerpoint/2010/main" val="3458257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mplate-richtig-speichern">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4" name="Titelplatzhalter 1">
            <a:extLst>
              <a:ext uri="{FF2B5EF4-FFF2-40B4-BE49-F238E27FC236}">
                <a16:creationId xmlns:a16="http://schemas.microsoft.com/office/drawing/2014/main" id="{EE6DD08D-A0AD-8AF8-B65D-3311A7B6A7FA}"/>
              </a:ext>
            </a:extLst>
          </p:cNvPr>
          <p:cNvSpPr txBox="1">
            <a:spLocks/>
          </p:cNvSpPr>
          <p:nvPr userDrawn="1"/>
        </p:nvSpPr>
        <p:spPr>
          <a:xfrm>
            <a:off x="1416906" y="918307"/>
            <a:ext cx="10081895" cy="28939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de-DE"/>
              <a:t>Eine .</a:t>
            </a:r>
            <a:r>
              <a:rPr lang="de-DE" err="1"/>
              <a:t>potx</a:t>
            </a:r>
            <a:r>
              <a:rPr lang="de-DE"/>
              <a:t>-Datei richtig speichern, sodass sie in </a:t>
            </a:r>
            <a:r>
              <a:rPr lang="de-DE" err="1"/>
              <a:t>Powerpoint</a:t>
            </a:r>
            <a:r>
              <a:rPr lang="de-DE"/>
              <a:t> unter Vorlagen zu finden ist:</a:t>
            </a:r>
          </a:p>
        </p:txBody>
      </p:sp>
      <p:sp>
        <p:nvSpPr>
          <p:cNvPr id="12" name="Titelplatzhalter 1">
            <a:extLst>
              <a:ext uri="{FF2B5EF4-FFF2-40B4-BE49-F238E27FC236}">
                <a16:creationId xmlns:a16="http://schemas.microsoft.com/office/drawing/2014/main" id="{EFD493BB-520B-9C3B-ED54-736FB26AE9CA}"/>
              </a:ext>
            </a:extLst>
          </p:cNvPr>
          <p:cNvSpPr txBox="1">
            <a:spLocks/>
          </p:cNvSpPr>
          <p:nvPr userDrawn="1"/>
        </p:nvSpPr>
        <p:spPr>
          <a:xfrm>
            <a:off x="1416907" y="1630087"/>
            <a:ext cx="3430302" cy="6154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nSpc>
                <a:spcPct val="150000"/>
              </a:lnSpc>
            </a:pPr>
            <a:r>
              <a:rPr lang="de-DE" sz="1200"/>
              <a:t>1.  Windowstaste + R </a:t>
            </a:r>
            <a:r>
              <a:rPr lang="de-DE" sz="1200">
                <a:sym typeface="Wingdings" panose="05000000000000000000" pitchFamily="2" charset="2"/>
              </a:rPr>
              <a:t> %</a:t>
            </a:r>
            <a:r>
              <a:rPr lang="de-DE" sz="1200" err="1">
                <a:sym typeface="Wingdings" panose="05000000000000000000" pitchFamily="2" charset="2"/>
              </a:rPr>
              <a:t>appdata</a:t>
            </a:r>
            <a:r>
              <a:rPr lang="de-DE" sz="1200">
                <a:sym typeface="Wingdings" panose="05000000000000000000" pitchFamily="2" charset="2"/>
              </a:rPr>
              <a:t>% eingeben</a:t>
            </a:r>
            <a:endParaRPr lang="de-DE" sz="1200"/>
          </a:p>
        </p:txBody>
      </p:sp>
      <p:grpSp>
        <p:nvGrpSpPr>
          <p:cNvPr id="26" name="Gruppieren 25">
            <a:extLst>
              <a:ext uri="{FF2B5EF4-FFF2-40B4-BE49-F238E27FC236}">
                <a16:creationId xmlns:a16="http://schemas.microsoft.com/office/drawing/2014/main" id="{7862EA2E-B1AC-10A1-DDC1-D8431D6C2A07}"/>
              </a:ext>
            </a:extLst>
          </p:cNvPr>
          <p:cNvGrpSpPr/>
          <p:nvPr userDrawn="1"/>
        </p:nvGrpSpPr>
        <p:grpSpPr>
          <a:xfrm>
            <a:off x="5053413" y="1691343"/>
            <a:ext cx="1616033" cy="492921"/>
            <a:chOff x="4938003" y="2924206"/>
            <a:chExt cx="1616033" cy="492921"/>
          </a:xfrm>
        </p:grpSpPr>
        <p:sp>
          <p:nvSpPr>
            <p:cNvPr id="14" name="Rechteck: abgerundete Ecken 13">
              <a:extLst>
                <a:ext uri="{FF2B5EF4-FFF2-40B4-BE49-F238E27FC236}">
                  <a16:creationId xmlns:a16="http://schemas.microsoft.com/office/drawing/2014/main" id="{AC862D99-FB20-CBFB-2746-706E35EA2F11}"/>
                </a:ext>
              </a:extLst>
            </p:cNvPr>
            <p:cNvSpPr/>
            <p:nvPr userDrawn="1"/>
          </p:nvSpPr>
          <p:spPr>
            <a:xfrm>
              <a:off x="4938003" y="2924206"/>
              <a:ext cx="917978" cy="492921"/>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a:t>Windows</a:t>
              </a:r>
              <a:endParaRPr lang="de-DE"/>
            </a:p>
          </p:txBody>
        </p:sp>
        <p:sp>
          <p:nvSpPr>
            <p:cNvPr id="17" name="Rechteck: abgerundete Ecken 16">
              <a:extLst>
                <a:ext uri="{FF2B5EF4-FFF2-40B4-BE49-F238E27FC236}">
                  <a16:creationId xmlns:a16="http://schemas.microsoft.com/office/drawing/2014/main" id="{3DC50E65-CF1B-8D83-DB89-3B1F01F70C73}"/>
                </a:ext>
              </a:extLst>
            </p:cNvPr>
            <p:cNvSpPr/>
            <p:nvPr userDrawn="1"/>
          </p:nvSpPr>
          <p:spPr>
            <a:xfrm>
              <a:off x="6131234" y="2924206"/>
              <a:ext cx="422802" cy="492921"/>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a:t>R</a:t>
              </a:r>
              <a:endParaRPr lang="de-DE"/>
            </a:p>
          </p:txBody>
        </p:sp>
        <p:grpSp>
          <p:nvGrpSpPr>
            <p:cNvPr id="25" name="Gruppieren 24">
              <a:extLst>
                <a:ext uri="{FF2B5EF4-FFF2-40B4-BE49-F238E27FC236}">
                  <a16:creationId xmlns:a16="http://schemas.microsoft.com/office/drawing/2014/main" id="{23D5938D-36FA-68BA-5610-A28CD82B2F4D}"/>
                </a:ext>
              </a:extLst>
            </p:cNvPr>
            <p:cNvGrpSpPr/>
            <p:nvPr userDrawn="1"/>
          </p:nvGrpSpPr>
          <p:grpSpPr>
            <a:xfrm>
              <a:off x="5929079" y="3098006"/>
              <a:ext cx="129057" cy="136351"/>
              <a:chOff x="5929079" y="2452432"/>
              <a:chExt cx="129057" cy="136351"/>
            </a:xfrm>
          </p:grpSpPr>
          <p:cxnSp>
            <p:nvCxnSpPr>
              <p:cNvPr id="21" name="Gerader Verbinder 20">
                <a:extLst>
                  <a:ext uri="{FF2B5EF4-FFF2-40B4-BE49-F238E27FC236}">
                    <a16:creationId xmlns:a16="http://schemas.microsoft.com/office/drawing/2014/main" id="{C792C0C0-D6F9-9645-0D3E-E353D318C065}"/>
                  </a:ext>
                </a:extLst>
              </p:cNvPr>
              <p:cNvCxnSpPr>
                <a:cxnSpLocks/>
              </p:cNvCxnSpPr>
              <p:nvPr userDrawn="1"/>
            </p:nvCxnSpPr>
            <p:spPr>
              <a:xfrm>
                <a:off x="5993608" y="2452432"/>
                <a:ext cx="0" cy="136351"/>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Gerader Verbinder 21">
                <a:extLst>
                  <a:ext uri="{FF2B5EF4-FFF2-40B4-BE49-F238E27FC236}">
                    <a16:creationId xmlns:a16="http://schemas.microsoft.com/office/drawing/2014/main" id="{6E9F9BBB-088B-CAB4-31CA-90B4AF16E00B}"/>
                  </a:ext>
                </a:extLst>
              </p:cNvPr>
              <p:cNvCxnSpPr>
                <a:cxnSpLocks/>
              </p:cNvCxnSpPr>
              <p:nvPr userDrawn="1"/>
            </p:nvCxnSpPr>
            <p:spPr>
              <a:xfrm>
                <a:off x="5929079" y="2516617"/>
                <a:ext cx="129057" cy="0"/>
              </a:xfrm>
              <a:prstGeom prst="line">
                <a:avLst/>
              </a:prstGeom>
            </p:spPr>
            <p:style>
              <a:lnRef idx="2">
                <a:schemeClr val="accent1"/>
              </a:lnRef>
              <a:fillRef idx="0">
                <a:schemeClr val="accent1"/>
              </a:fillRef>
              <a:effectRef idx="1">
                <a:schemeClr val="accent1"/>
              </a:effectRef>
              <a:fontRef idx="minor">
                <a:schemeClr val="tx1"/>
              </a:fontRef>
            </p:style>
          </p:cxnSp>
        </p:grpSp>
      </p:grpSp>
      <p:pic>
        <p:nvPicPr>
          <p:cNvPr id="32" name="Grafik 31" descr="Ein Bild, das Text, Screenshot, Software, Betriebssystem enthält.&#10;&#10;KI-generierte Inhalte können fehlerhaft sein.">
            <a:extLst>
              <a:ext uri="{FF2B5EF4-FFF2-40B4-BE49-F238E27FC236}">
                <a16:creationId xmlns:a16="http://schemas.microsoft.com/office/drawing/2014/main" id="{06DC4217-D445-BC20-5A90-639D3CD52D8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76525" y="1368664"/>
            <a:ext cx="2267116" cy="1431336"/>
          </a:xfrm>
          <a:prstGeom prst="rect">
            <a:avLst/>
          </a:prstGeom>
          <a:effectLst>
            <a:outerShdw blurRad="50800" dist="38100" dir="2700000" algn="tl" rotWithShape="0">
              <a:prstClr val="black">
                <a:alpha val="40000"/>
              </a:prstClr>
            </a:outerShdw>
          </a:effectLst>
        </p:spPr>
      </p:pic>
      <p:pic>
        <p:nvPicPr>
          <p:cNvPr id="34" name="Grafik 33" descr="Ein Bild, das Text, Screenshot, Software, Multimedia-Software enthält.&#10;&#10;KI-generierte Inhalte können fehlerhaft sein.">
            <a:extLst>
              <a:ext uri="{FF2B5EF4-FFF2-40B4-BE49-F238E27FC236}">
                <a16:creationId xmlns:a16="http://schemas.microsoft.com/office/drawing/2014/main" id="{98C781B0-3325-2AA4-513D-74C0997F9481}"/>
              </a:ext>
            </a:extLst>
          </p:cNvPr>
          <p:cNvPicPr>
            <a:picLocks noChangeAspect="1"/>
          </p:cNvPicPr>
          <p:nvPr userDrawn="1"/>
        </p:nvPicPr>
        <p:blipFill>
          <a:blip r:embed="rId4">
            <a:extLst>
              <a:ext uri="{28A0092B-C50C-407E-A947-70E740481C1C}">
                <a14:useLocalDpi xmlns:a14="http://schemas.microsoft.com/office/drawing/2010/main" val="0"/>
              </a:ext>
            </a:extLst>
          </a:blip>
          <a:srcRect r="21329"/>
          <a:stretch/>
        </p:blipFill>
        <p:spPr>
          <a:xfrm>
            <a:off x="1416906" y="3038537"/>
            <a:ext cx="2819139" cy="1927879"/>
          </a:xfrm>
          <a:prstGeom prst="rect">
            <a:avLst/>
          </a:prstGeom>
          <a:effectLst>
            <a:outerShdw blurRad="50800" dist="38100" dir="2700000" algn="tl" rotWithShape="0">
              <a:prstClr val="black">
                <a:alpha val="40000"/>
              </a:prstClr>
            </a:outerShdw>
          </a:effectLst>
        </p:spPr>
      </p:pic>
      <p:pic>
        <p:nvPicPr>
          <p:cNvPr id="38" name="Grafik 37" descr="Ein Bild, das Text, Screenshot, Software, Multimedia-Software enthält.&#10;&#10;KI-generierte Inhalte können fehlerhaft sein.">
            <a:extLst>
              <a:ext uri="{FF2B5EF4-FFF2-40B4-BE49-F238E27FC236}">
                <a16:creationId xmlns:a16="http://schemas.microsoft.com/office/drawing/2014/main" id="{719BFE0B-CF6A-723E-DE3B-53A505FB1C6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718223" y="3038536"/>
            <a:ext cx="3657828" cy="1512425"/>
          </a:xfrm>
          <a:prstGeom prst="rect">
            <a:avLst/>
          </a:prstGeom>
          <a:effectLst>
            <a:outerShdw blurRad="50800" dist="38100" dir="2700000" algn="tl" rotWithShape="0">
              <a:prstClr val="black">
                <a:alpha val="40000"/>
              </a:prstClr>
            </a:outerShdw>
          </a:effectLst>
        </p:spPr>
      </p:pic>
      <p:sp>
        <p:nvSpPr>
          <p:cNvPr id="39" name="Titelplatzhalter 1">
            <a:extLst>
              <a:ext uri="{FF2B5EF4-FFF2-40B4-BE49-F238E27FC236}">
                <a16:creationId xmlns:a16="http://schemas.microsoft.com/office/drawing/2014/main" id="{EC0127E4-FCDD-3B6B-E282-174A73A49B3B}"/>
              </a:ext>
            </a:extLst>
          </p:cNvPr>
          <p:cNvSpPr txBox="1">
            <a:spLocks/>
          </p:cNvSpPr>
          <p:nvPr userDrawn="1"/>
        </p:nvSpPr>
        <p:spPr>
          <a:xfrm>
            <a:off x="1416906" y="2498987"/>
            <a:ext cx="10081895" cy="6154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nSpc>
                <a:spcPct val="150000"/>
              </a:lnSpc>
            </a:pPr>
            <a:r>
              <a:rPr lang="de-DE" sz="1200"/>
              <a:t>2.  Roaming </a:t>
            </a:r>
            <a:r>
              <a:rPr lang="de-DE" sz="1200">
                <a:sym typeface="Wingdings" panose="05000000000000000000" pitchFamily="2" charset="2"/>
              </a:rPr>
              <a:t> Microsoft  Templates  </a:t>
            </a:r>
            <a:r>
              <a:rPr lang="de-DE" sz="1200" err="1">
                <a:sym typeface="Wingdings" panose="05000000000000000000" pitchFamily="2" charset="2"/>
              </a:rPr>
              <a:t>Document</a:t>
            </a:r>
            <a:r>
              <a:rPr lang="de-DE" sz="1200">
                <a:sym typeface="Wingdings" panose="05000000000000000000" pitchFamily="2" charset="2"/>
              </a:rPr>
              <a:t> </a:t>
            </a:r>
            <a:r>
              <a:rPr lang="de-DE" sz="1200" err="1">
                <a:sym typeface="Wingdings" panose="05000000000000000000" pitchFamily="2" charset="2"/>
              </a:rPr>
              <a:t>Themes</a:t>
            </a:r>
            <a:endParaRPr lang="de-DE" sz="1200"/>
          </a:p>
        </p:txBody>
      </p:sp>
      <p:sp>
        <p:nvSpPr>
          <p:cNvPr id="40" name="Titelplatzhalter 1">
            <a:extLst>
              <a:ext uri="{FF2B5EF4-FFF2-40B4-BE49-F238E27FC236}">
                <a16:creationId xmlns:a16="http://schemas.microsoft.com/office/drawing/2014/main" id="{C7A56576-5CF8-8B38-63AB-1C488A92BB2E}"/>
              </a:ext>
            </a:extLst>
          </p:cNvPr>
          <p:cNvSpPr txBox="1">
            <a:spLocks/>
          </p:cNvSpPr>
          <p:nvPr userDrawn="1"/>
        </p:nvSpPr>
        <p:spPr>
          <a:xfrm>
            <a:off x="1416906" y="5220121"/>
            <a:ext cx="10081895" cy="6154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000" kern="1200">
                <a:solidFill>
                  <a:schemeClr val="tx1"/>
                </a:solidFill>
                <a:latin typeface="+mj-lt"/>
                <a:ea typeface="+mj-ea"/>
                <a:cs typeface="+mj-cs"/>
              </a:defRPr>
            </a:lvl1pPr>
          </a:lstStyle>
          <a:p>
            <a:pPr>
              <a:lnSpc>
                <a:spcPct val="150000"/>
              </a:lnSpc>
            </a:pPr>
            <a:r>
              <a:rPr lang="de-DE" sz="1200"/>
              <a:t>3.  In den Ordner </a:t>
            </a:r>
            <a:r>
              <a:rPr lang="de-DE" sz="1200" err="1"/>
              <a:t>Document</a:t>
            </a:r>
            <a:r>
              <a:rPr lang="de-DE" sz="1200"/>
              <a:t> </a:t>
            </a:r>
            <a:r>
              <a:rPr lang="de-DE" sz="1200" err="1"/>
              <a:t>Themes</a:t>
            </a:r>
            <a:r>
              <a:rPr lang="de-DE" sz="1200"/>
              <a:t> diese Datei (opseo-offizielle-Präsentationsvorlage-Stand-2025.potx) ablegen</a:t>
            </a:r>
          </a:p>
        </p:txBody>
      </p:sp>
      <p:grpSp>
        <p:nvGrpSpPr>
          <p:cNvPr id="43" name="Gruppieren 42">
            <a:extLst>
              <a:ext uri="{FF2B5EF4-FFF2-40B4-BE49-F238E27FC236}">
                <a16:creationId xmlns:a16="http://schemas.microsoft.com/office/drawing/2014/main" id="{F9496066-AEED-051C-BF78-E1EDC26360D2}"/>
              </a:ext>
            </a:extLst>
          </p:cNvPr>
          <p:cNvGrpSpPr/>
          <p:nvPr userDrawn="1"/>
        </p:nvGrpSpPr>
        <p:grpSpPr>
          <a:xfrm>
            <a:off x="4347309" y="3038537"/>
            <a:ext cx="3248164" cy="1817407"/>
            <a:chOff x="6179650" y="3515446"/>
            <a:chExt cx="2903360" cy="1347982"/>
          </a:xfrm>
          <a:effectLst>
            <a:outerShdw blurRad="50800" dist="38100" dir="2700000" algn="tl" rotWithShape="0">
              <a:prstClr val="black">
                <a:alpha val="40000"/>
              </a:prstClr>
            </a:outerShdw>
          </a:effectLst>
        </p:grpSpPr>
        <p:pic>
          <p:nvPicPr>
            <p:cNvPr id="36" name="Grafik 35" descr="Ein Bild, das Text, Screenshot, Software, Multimedia-Software enthält.&#10;&#10;KI-generierte Inhalte können fehlerhaft sein.">
              <a:extLst>
                <a:ext uri="{FF2B5EF4-FFF2-40B4-BE49-F238E27FC236}">
                  <a16:creationId xmlns:a16="http://schemas.microsoft.com/office/drawing/2014/main" id="{D08E1906-99BA-DC86-3744-2CEBD2B36DD3}"/>
                </a:ext>
              </a:extLst>
            </p:cNvPr>
            <p:cNvPicPr>
              <a:picLocks noChangeAspect="1"/>
            </p:cNvPicPr>
            <p:nvPr userDrawn="1"/>
          </p:nvPicPr>
          <p:blipFill>
            <a:blip r:embed="rId6">
              <a:extLst>
                <a:ext uri="{28A0092B-C50C-407E-A947-70E740481C1C}">
                  <a14:useLocalDpi xmlns:a14="http://schemas.microsoft.com/office/drawing/2010/main" val="0"/>
                </a:ext>
              </a:extLst>
            </a:blip>
            <a:srcRect b="83334"/>
            <a:stretch/>
          </p:blipFill>
          <p:spPr>
            <a:xfrm>
              <a:off x="6179650" y="3515446"/>
              <a:ext cx="2903360" cy="540454"/>
            </a:xfrm>
            <a:prstGeom prst="rect">
              <a:avLst/>
            </a:prstGeom>
          </p:spPr>
        </p:pic>
        <p:pic>
          <p:nvPicPr>
            <p:cNvPr id="42" name="Grafik 41" descr="Ein Bild, das Text, Screenshot, Software, Multimedia-Software enthält.&#10;&#10;KI-generierte Inhalte können fehlerhaft sein.">
              <a:extLst>
                <a:ext uri="{FF2B5EF4-FFF2-40B4-BE49-F238E27FC236}">
                  <a16:creationId xmlns:a16="http://schemas.microsoft.com/office/drawing/2014/main" id="{EEA5F7C7-40DC-8435-C2C6-3649EE3C9E5B}"/>
                </a:ext>
              </a:extLst>
            </p:cNvPr>
            <p:cNvPicPr>
              <a:picLocks noChangeAspect="1"/>
            </p:cNvPicPr>
            <p:nvPr userDrawn="1"/>
          </p:nvPicPr>
          <p:blipFill>
            <a:blip r:embed="rId6">
              <a:extLst>
                <a:ext uri="{28A0092B-C50C-407E-A947-70E740481C1C}">
                  <a14:useLocalDpi xmlns:a14="http://schemas.microsoft.com/office/drawing/2010/main" val="0"/>
                </a:ext>
              </a:extLst>
            </a:blip>
            <a:srcRect t="75728"/>
            <a:stretch/>
          </p:blipFill>
          <p:spPr>
            <a:xfrm>
              <a:off x="6179650" y="4076333"/>
              <a:ext cx="2903360" cy="787095"/>
            </a:xfrm>
            <a:prstGeom prst="rect">
              <a:avLst/>
            </a:prstGeom>
          </p:spPr>
        </p:pic>
      </p:grpSp>
      <p:sp>
        <p:nvSpPr>
          <p:cNvPr id="3" name="Rechteck: eine Ecke abgerundet 2">
            <a:extLst>
              <a:ext uri="{FF2B5EF4-FFF2-40B4-BE49-F238E27FC236}">
                <a16:creationId xmlns:a16="http://schemas.microsoft.com/office/drawing/2014/main" id="{C5A08582-2447-0F98-7C69-5FE3B04886E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5AB6C868-E463-FC6F-D5CE-E192C51E0209}"/>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DE" sz="1400" b="1">
                <a:solidFill>
                  <a:schemeClr val="accent1"/>
                </a:solidFill>
              </a:rPr>
              <a:t>6</a:t>
            </a:r>
            <a:endParaRPr lang="de-DE" sz="1100" b="1">
              <a:solidFill>
                <a:schemeClr val="accent1"/>
              </a:solidFill>
            </a:endParaRPr>
          </a:p>
        </p:txBody>
      </p:sp>
      <p:sp>
        <p:nvSpPr>
          <p:cNvPr id="10" name="Foliennummernplatzhalter 15">
            <a:extLst>
              <a:ext uri="{FF2B5EF4-FFF2-40B4-BE49-F238E27FC236}">
                <a16:creationId xmlns:a16="http://schemas.microsoft.com/office/drawing/2014/main" id="{68B64F50-8F23-C7C7-ABF2-E5C86913D89B}"/>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de-DE" sz="1200" b="0">
                <a:solidFill>
                  <a:schemeClr val="bg1"/>
                </a:solidFill>
              </a:rPr>
              <a:t>März 2025</a:t>
            </a:r>
            <a:endParaRPr lang="de-DE" b="0">
              <a:solidFill>
                <a:schemeClr val="bg1"/>
              </a:solidFill>
            </a:endParaRPr>
          </a:p>
        </p:txBody>
      </p:sp>
      <p:sp>
        <p:nvSpPr>
          <p:cNvPr id="15" name="Textplatzhalter 16">
            <a:extLst>
              <a:ext uri="{FF2B5EF4-FFF2-40B4-BE49-F238E27FC236}">
                <a16:creationId xmlns:a16="http://schemas.microsoft.com/office/drawing/2014/main" id="{2DF0AE2D-B8E0-84C5-C7DA-703AD02A4049}"/>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Styleguide &amp; Anleitung PowerPoint-Template</a:t>
            </a:r>
          </a:p>
        </p:txBody>
      </p:sp>
    </p:spTree>
    <p:extLst>
      <p:ext uri="{BB962C8B-B14F-4D97-AF65-F5344CB8AC3E}">
        <p14:creationId xmlns:p14="http://schemas.microsoft.com/office/powerpoint/2010/main" val="436674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rennfolie1">
    <p:spTree>
      <p:nvGrpSpPr>
        <p:cNvPr id="1" name=""/>
        <p:cNvGrpSpPr/>
        <p:nvPr/>
      </p:nvGrpSpPr>
      <p:grpSpPr>
        <a:xfrm>
          <a:off x="0" y="0"/>
          <a:ext cx="0" cy="0"/>
          <a:chOff x="0" y="0"/>
          <a:chExt cx="0" cy="0"/>
        </a:xfrm>
      </p:grpSpPr>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lvl1pPr>
          </a:lstStyle>
          <a:p>
            <a:r>
              <a:rPr lang="de-DE"/>
              <a:t>[Titel]</a:t>
            </a:r>
          </a:p>
        </p:txBody>
      </p:sp>
      <p:sp>
        <p:nvSpPr>
          <p:cNvPr id="2" name="Rechteck 1">
            <a:extLst>
              <a:ext uri="{FF2B5EF4-FFF2-40B4-BE49-F238E27FC236}">
                <a16:creationId xmlns:a16="http://schemas.microsoft.com/office/drawing/2014/main" id="{99A86987-9FC0-C6BB-D5F9-021F2C6DD030}"/>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706335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Trenner-1">
    <p:spTree>
      <p:nvGrpSpPr>
        <p:cNvPr id="1" name=""/>
        <p:cNvGrpSpPr/>
        <p:nvPr/>
      </p:nvGrpSpPr>
      <p:grpSpPr>
        <a:xfrm>
          <a:off x="0" y="0"/>
          <a:ext cx="0" cy="0"/>
          <a:chOff x="0" y="0"/>
          <a:chExt cx="0" cy="0"/>
        </a:xfrm>
      </p:grpSpPr>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69" y="3429000"/>
            <a:ext cx="10772405" cy="1083682"/>
          </a:xfrm>
        </p:spPr>
        <p:txBody>
          <a:bodyPr anchor="t">
            <a:normAutofit/>
          </a:bodyPr>
          <a:lstStyle>
            <a:lvl1pPr>
              <a:defRPr sz="4800" b="1"/>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a:t>[Präsentationstitel]</a:t>
            </a:r>
          </a:p>
        </p:txBody>
      </p:sp>
      <p:pic>
        <p:nvPicPr>
          <p:cNvPr id="3" name="Grafik 2" descr="Ein Bild, das Grafiken, Schrift, Text, Grafikdesign enthält.&#10;&#10;Automatisch generierte Beschreibung">
            <a:extLst>
              <a:ext uri="{FF2B5EF4-FFF2-40B4-BE49-F238E27FC236}">
                <a16:creationId xmlns:a16="http://schemas.microsoft.com/office/drawing/2014/main" id="{46E792D2-B48A-ABEF-C68C-5BC6B79E3FF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72997" y="541841"/>
            <a:ext cx="2476146" cy="1083682"/>
          </a:xfrm>
          <a:prstGeom prst="rect">
            <a:avLst/>
          </a:prstGeom>
        </p:spPr>
      </p:pic>
      <p:sp>
        <p:nvSpPr>
          <p:cNvPr id="12" name="Rechteck 11">
            <a:extLst>
              <a:ext uri="{FF2B5EF4-FFF2-40B4-BE49-F238E27FC236}">
                <a16:creationId xmlns:a16="http://schemas.microsoft.com/office/drawing/2014/main" id="{E5F5F3FE-9598-186F-D209-DCB34D453602}"/>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platzhalter 2">
            <a:extLst>
              <a:ext uri="{FF2B5EF4-FFF2-40B4-BE49-F238E27FC236}">
                <a16:creationId xmlns:a16="http://schemas.microsoft.com/office/drawing/2014/main" id="{0792ED73-511E-74E1-B11C-ABF6CD21B838}"/>
              </a:ext>
            </a:extLst>
          </p:cNvPr>
          <p:cNvSpPr>
            <a:spLocks noGrp="1"/>
          </p:cNvSpPr>
          <p:nvPr>
            <p:ph idx="1"/>
          </p:nvPr>
        </p:nvSpPr>
        <p:spPr>
          <a:xfrm>
            <a:off x="648969" y="5805577"/>
            <a:ext cx="10772405" cy="1052423"/>
          </a:xfrm>
          <a:prstGeom prst="rect">
            <a:avLst/>
          </a:prstGeom>
        </p:spPr>
        <p:txBody>
          <a:bodyPr vert="horz" lIns="91440" tIns="45720" rIns="91440" bIns="45720" rtlCol="0">
            <a:normAutofit/>
          </a:bodyPr>
          <a:lstStyle>
            <a:lvl1pPr marL="0" indent="0">
              <a:buNone/>
              <a:defRPr sz="1800">
                <a:latin typeface="+mj-lt"/>
              </a:defRPr>
            </a:lvl1pPr>
            <a:lvl2pPr marL="457200" indent="0">
              <a:buNone/>
              <a:defRPr/>
            </a:lvl2pPr>
          </a:lstStyle>
          <a:p>
            <a:pPr lvl="0"/>
            <a:endParaRPr lang="de-DE"/>
          </a:p>
        </p:txBody>
      </p:sp>
      <p:sp>
        <p:nvSpPr>
          <p:cNvPr id="8" name="Textplatzhalter 2">
            <a:extLst>
              <a:ext uri="{FF2B5EF4-FFF2-40B4-BE49-F238E27FC236}">
                <a16:creationId xmlns:a16="http://schemas.microsoft.com/office/drawing/2014/main" id="{92693E6E-6C2B-D6EC-2B18-01910EDB96C5}"/>
              </a:ext>
            </a:extLst>
          </p:cNvPr>
          <p:cNvSpPr>
            <a:spLocks noGrp="1"/>
          </p:cNvSpPr>
          <p:nvPr>
            <p:ph idx="10" hasCustomPrompt="1"/>
          </p:nvPr>
        </p:nvSpPr>
        <p:spPr>
          <a:xfrm>
            <a:off x="648969" y="4736918"/>
            <a:ext cx="10772405" cy="423250"/>
          </a:xfrm>
          <a:prstGeom prst="rect">
            <a:avLst/>
          </a:prstGeom>
        </p:spPr>
        <p:txBody>
          <a:bodyPr vert="horz" lIns="91440" tIns="45720" rIns="91440" bIns="45720" rtlCol="0">
            <a:noAutofit/>
          </a:bodyPr>
          <a:lstStyle>
            <a:lvl1pPr marL="0" indent="0">
              <a:buNone/>
              <a:defRPr sz="2800">
                <a:latin typeface="+mj-lt"/>
              </a:defRPr>
            </a:lvl1pPr>
            <a:lvl2pPr marL="457200" indent="0">
              <a:buNone/>
              <a:defRPr/>
            </a:lvl2pPr>
          </a:lstStyle>
          <a:p>
            <a:pPr lvl="0"/>
            <a:r>
              <a:rPr lang="de-DE"/>
              <a:t>[Name]</a:t>
            </a:r>
          </a:p>
        </p:txBody>
      </p:sp>
    </p:spTree>
    <p:extLst>
      <p:ext uri="{BB962C8B-B14F-4D97-AF65-F5344CB8AC3E}">
        <p14:creationId xmlns:p14="http://schemas.microsoft.com/office/powerpoint/2010/main" val="1649494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1">
    <p:spTree>
      <p:nvGrpSpPr>
        <p:cNvPr id="1" name=""/>
        <p:cNvGrpSpPr/>
        <p:nvPr/>
      </p:nvGrpSpPr>
      <p:grpSpPr>
        <a:xfrm>
          <a:off x="0" y="0"/>
          <a:ext cx="0" cy="0"/>
          <a:chOff x="0" y="0"/>
          <a:chExt cx="0" cy="0"/>
        </a:xfrm>
      </p:grpSpPr>
      <p:sp>
        <p:nvSpPr>
          <p:cNvPr id="3" name="Rechteck: eine Ecke abgerundet 2">
            <a:extLst>
              <a:ext uri="{FF2B5EF4-FFF2-40B4-BE49-F238E27FC236}">
                <a16:creationId xmlns:a16="http://schemas.microsoft.com/office/drawing/2014/main" id="{83ECE401-03A0-D001-AD1C-F291923F43B4}"/>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a:p>
        </p:txBody>
      </p:sp>
      <p:sp>
        <p:nvSpPr>
          <p:cNvPr id="12"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1422399" y="918307"/>
            <a:ext cx="10040401" cy="517382"/>
          </a:xfrm>
          <a:prstGeom prst="rect">
            <a:avLst/>
          </a:prstGeom>
        </p:spPr>
        <p:txBody>
          <a:bodyPr vert="horz" lIns="91440" tIns="45720" rIns="91440" bIns="45720" rtlCol="0" anchor="ctr">
            <a:normAutofit/>
          </a:bodyPr>
          <a:lstStyle>
            <a:lvl1pPr>
              <a:defRPr sz="2400"/>
            </a:lvl1pPr>
          </a:lstStyle>
          <a:p>
            <a:r>
              <a:rPr lang="de-DE"/>
              <a:t>[Titel]</a:t>
            </a:r>
          </a:p>
        </p:txBody>
      </p:sp>
      <p:sp>
        <p:nvSpPr>
          <p:cNvPr id="14" name="Foliennummernplatzhalter 15">
            <a:extLst>
              <a:ext uri="{FF2B5EF4-FFF2-40B4-BE49-F238E27FC236}">
                <a16:creationId xmlns:a16="http://schemas.microsoft.com/office/drawing/2014/main" id="{E217E237-7961-A404-3D71-14206D030905}"/>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2" name="Rechteck 1">
            <a:extLst>
              <a:ext uri="{FF2B5EF4-FFF2-40B4-BE49-F238E27FC236}">
                <a16:creationId xmlns:a16="http://schemas.microsoft.com/office/drawing/2014/main" id="{DCE40DA7-1E4B-9140-FF19-DBB9F66624E8}"/>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Grafiken, Schrift, Text, Grafikdesign enthält.&#10;&#10;Automatisch generierte Beschreibung">
            <a:extLst>
              <a:ext uri="{FF2B5EF4-FFF2-40B4-BE49-F238E27FC236}">
                <a16:creationId xmlns:a16="http://schemas.microsoft.com/office/drawing/2014/main" id="{0FA6602E-0979-2E43-02F3-36F1F84C49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7" name="Foliennummernplatzhalter 15">
            <a:extLst>
              <a:ext uri="{FF2B5EF4-FFF2-40B4-BE49-F238E27FC236}">
                <a16:creationId xmlns:a16="http://schemas.microsoft.com/office/drawing/2014/main" id="{3EDFEC3F-86CB-4119-9775-263847BAA57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17" name="Textplatzhalter 16">
            <a:extLst>
              <a:ext uri="{FF2B5EF4-FFF2-40B4-BE49-F238E27FC236}">
                <a16:creationId xmlns:a16="http://schemas.microsoft.com/office/drawing/2014/main" id="{8EFE6EBE-D535-97B1-8BD8-D8A40515D6A7}"/>
              </a:ext>
            </a:extLst>
          </p:cNvPr>
          <p:cNvSpPr>
            <a:spLocks noGrp="1"/>
          </p:cNvSpPr>
          <p:nvPr>
            <p:ph type="body" sz="quarter" idx="12" hasCustomPrompt="1"/>
          </p:nvPr>
        </p:nvSpPr>
        <p:spPr>
          <a:xfrm>
            <a:off x="1524000" y="-5278"/>
            <a:ext cx="8602466" cy="324000"/>
          </a:xfr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a:solidFill>
                  <a:schemeClr val="bg1"/>
                </a:solidFill>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e-DE"/>
              <a:t>[Thema]</a:t>
            </a:r>
          </a:p>
        </p:txBody>
      </p:sp>
      <p:sp>
        <p:nvSpPr>
          <p:cNvPr id="24" name="Textplatzhalter 2">
            <a:extLst>
              <a:ext uri="{FF2B5EF4-FFF2-40B4-BE49-F238E27FC236}">
                <a16:creationId xmlns:a16="http://schemas.microsoft.com/office/drawing/2014/main" id="{3ED75078-8E01-C646-7D91-529A876EC6B3}"/>
              </a:ext>
            </a:extLst>
          </p:cNvPr>
          <p:cNvSpPr>
            <a:spLocks noGrp="1"/>
          </p:cNvSpPr>
          <p:nvPr>
            <p:ph idx="1" hasCustomPrompt="1"/>
          </p:nvPr>
        </p:nvSpPr>
        <p:spPr>
          <a:xfrm>
            <a:off x="1422400" y="1618909"/>
            <a:ext cx="10040400" cy="4554217"/>
          </a:xfrm>
          <a:prstGeom prst="rect">
            <a:avLst/>
          </a:prstGeom>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800">
                <a:latin typeface="+mn-lt"/>
              </a:defRPr>
            </a:lvl1pPr>
          </a:lstStyle>
          <a:p>
            <a:pPr lvl="0"/>
            <a:r>
              <a:rPr lang="de-DE"/>
              <a:t>XXX</a:t>
            </a:r>
          </a:p>
          <a:p>
            <a:pPr lvl="0"/>
            <a:r>
              <a:rPr lang="de-DE"/>
              <a:t>XXX</a:t>
            </a:r>
          </a:p>
          <a:p>
            <a:pPr lvl="0"/>
            <a:r>
              <a:rPr lang="de-DE"/>
              <a:t>XXX</a:t>
            </a:r>
          </a:p>
          <a:p>
            <a:pPr lvl="0"/>
            <a:r>
              <a:rPr lang="de-DE"/>
              <a:t>XXX</a:t>
            </a:r>
          </a:p>
          <a:p>
            <a:pPr lvl="0"/>
            <a:r>
              <a:rPr lang="de-DE"/>
              <a:t>XXX</a:t>
            </a:r>
          </a:p>
          <a:p>
            <a:pPr lvl="0"/>
            <a:r>
              <a:rPr lang="de-DE"/>
              <a:t>XXX</a:t>
            </a:r>
          </a:p>
          <a:p>
            <a:pPr lvl="0"/>
            <a:r>
              <a:rPr lang="de-DE"/>
              <a:t>XXX</a:t>
            </a:r>
          </a:p>
          <a:p>
            <a:pPr lvl="0"/>
            <a:r>
              <a:rPr lang="de-DE"/>
              <a:t>XXX</a:t>
            </a:r>
          </a:p>
        </p:txBody>
      </p:sp>
    </p:spTree>
    <p:extLst>
      <p:ext uri="{BB962C8B-B14F-4D97-AF65-F5344CB8AC3E}">
        <p14:creationId xmlns:p14="http://schemas.microsoft.com/office/powerpoint/2010/main" val="14344534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2">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1422400" y="6356350"/>
            <a:ext cx="8632825" cy="365125"/>
          </a:xfrm>
          <a:prstGeom prst="rect">
            <a:avLst/>
          </a:prstGeom>
        </p:spPr>
        <p:txBody>
          <a:bodyPr/>
          <a:lstStyle>
            <a:lvl1pPr algn="l">
              <a:defRPr/>
            </a:lvl1pPr>
          </a:lstStyle>
          <a:p>
            <a:endParaRPr lang="de-DE"/>
          </a:p>
        </p:txBody>
      </p:sp>
      <p:sp>
        <p:nvSpPr>
          <p:cNvPr id="13" name="Textplatzhalter 2">
            <a:extLst>
              <a:ext uri="{FF2B5EF4-FFF2-40B4-BE49-F238E27FC236}">
                <a16:creationId xmlns:a16="http://schemas.microsoft.com/office/drawing/2014/main" id="{4250A0D3-EECA-C1B5-3111-FC2295A51C34}"/>
              </a:ext>
            </a:extLst>
          </p:cNvPr>
          <p:cNvSpPr>
            <a:spLocks noGrp="1"/>
          </p:cNvSpPr>
          <p:nvPr>
            <p:ph idx="1" hasCustomPrompt="1"/>
          </p:nvPr>
        </p:nvSpPr>
        <p:spPr>
          <a:xfrm>
            <a:off x="1422400" y="1798957"/>
            <a:ext cx="10040400" cy="4374170"/>
          </a:xfrm>
          <a:prstGeom prst="rect">
            <a:avLst/>
          </a:prstGeom>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800">
                <a:latin typeface="+mn-lt"/>
              </a:defRPr>
            </a:lvl1pPr>
          </a:lstStyle>
          <a:p>
            <a:pPr lvl="0"/>
            <a:r>
              <a:rPr lang="de-DE"/>
              <a:t>XXX</a:t>
            </a:r>
          </a:p>
          <a:p>
            <a:pPr lvl="0"/>
            <a:r>
              <a:rPr lang="de-DE"/>
              <a:t>XXX</a:t>
            </a:r>
          </a:p>
          <a:p>
            <a:pPr lvl="0"/>
            <a:r>
              <a:rPr lang="de-DE"/>
              <a:t>XXX</a:t>
            </a:r>
          </a:p>
          <a:p>
            <a:pPr lvl="0"/>
            <a:r>
              <a:rPr lang="de-DE"/>
              <a:t>XXX</a:t>
            </a:r>
          </a:p>
          <a:p>
            <a:pPr lvl="0"/>
            <a:r>
              <a:rPr lang="de-DE"/>
              <a:t>XXX</a:t>
            </a:r>
          </a:p>
          <a:p>
            <a:pPr lvl="0"/>
            <a:r>
              <a:rPr lang="de-DE"/>
              <a:t>XXX</a:t>
            </a:r>
          </a:p>
          <a:p>
            <a:pPr lvl="0"/>
            <a:r>
              <a:rPr lang="de-DE"/>
              <a:t>XXX</a:t>
            </a:r>
          </a:p>
          <a:p>
            <a:pPr lvl="0"/>
            <a:r>
              <a:rPr lang="de-DE"/>
              <a:t>XXX</a:t>
            </a:r>
          </a:p>
        </p:txBody>
      </p:sp>
      <p:sp>
        <p:nvSpPr>
          <p:cNvPr id="9" name="Rechteck 8">
            <a:extLst>
              <a:ext uri="{FF2B5EF4-FFF2-40B4-BE49-F238E27FC236}">
                <a16:creationId xmlns:a16="http://schemas.microsoft.com/office/drawing/2014/main" id="{4A1DD575-6A98-8883-7EC6-BA85B95B3051}"/>
              </a:ext>
            </a:extLst>
          </p:cNvPr>
          <p:cNvSpPr/>
          <p:nvPr userDrawn="1"/>
        </p:nvSpPr>
        <p:spPr>
          <a:xfrm rot="10800000">
            <a:off x="693200" y="918000"/>
            <a:ext cx="36000" cy="5940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Titelplatzhalter 1">
            <a:extLst>
              <a:ext uri="{FF2B5EF4-FFF2-40B4-BE49-F238E27FC236}">
                <a16:creationId xmlns:a16="http://schemas.microsoft.com/office/drawing/2014/main" id="{22B94FDA-28FA-8E6B-379D-5217B2EFC84E}"/>
              </a:ext>
            </a:extLst>
          </p:cNvPr>
          <p:cNvSpPr>
            <a:spLocks noGrp="1"/>
          </p:cNvSpPr>
          <p:nvPr>
            <p:ph type="title" hasCustomPrompt="1"/>
          </p:nvPr>
        </p:nvSpPr>
        <p:spPr>
          <a:xfrm>
            <a:off x="1422399" y="918307"/>
            <a:ext cx="10040401" cy="697429"/>
          </a:xfrm>
          <a:prstGeom prst="rect">
            <a:avLst/>
          </a:prstGeom>
        </p:spPr>
        <p:txBody>
          <a:bodyPr vert="horz" lIns="91440" tIns="45720" rIns="91440" bIns="45720" rtlCol="0" anchor="ctr">
            <a:normAutofit/>
          </a:bodyPr>
          <a:lstStyle>
            <a:lvl1pPr>
              <a:defRPr sz="2400"/>
            </a:lvl1pPr>
          </a:lstStyle>
          <a:p>
            <a:r>
              <a:rPr lang="de-DE"/>
              <a:t>[Actiontitel]</a:t>
            </a:r>
            <a:br>
              <a:rPr lang="de-DE"/>
            </a:br>
            <a:r>
              <a:rPr lang="de-DE"/>
              <a:t>[Actiontitel]</a:t>
            </a:r>
          </a:p>
        </p:txBody>
      </p:sp>
      <p:pic>
        <p:nvPicPr>
          <p:cNvPr id="11" name="Grafik 10" descr="Ein Bild, das Grafiken, Schrift, Text, Grafikdesign enthält.&#10;&#10;Automatisch generierte Beschreibung">
            <a:extLst>
              <a:ext uri="{FF2B5EF4-FFF2-40B4-BE49-F238E27FC236}">
                <a16:creationId xmlns:a16="http://schemas.microsoft.com/office/drawing/2014/main" id="{97B38C9B-D129-AA2B-188B-10D5CD9B795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6" name="Rechteck: eine Ecke abgerundet 5">
            <a:extLst>
              <a:ext uri="{FF2B5EF4-FFF2-40B4-BE49-F238E27FC236}">
                <a16:creationId xmlns:a16="http://schemas.microsoft.com/office/drawing/2014/main" id="{C44A585D-AEF1-7BB8-EE1D-18B7B5D5D52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BDB0B6F5-535C-6BAB-88FD-CC69CF82D3D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8" name="Foliennummernplatzhalter 15">
            <a:extLst>
              <a:ext uri="{FF2B5EF4-FFF2-40B4-BE49-F238E27FC236}">
                <a16:creationId xmlns:a16="http://schemas.microsoft.com/office/drawing/2014/main" id="{88B8C079-01C7-F010-A363-CB93A630F92E}"/>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12" name="Textplatzhalter 16">
            <a:extLst>
              <a:ext uri="{FF2B5EF4-FFF2-40B4-BE49-F238E27FC236}">
                <a16:creationId xmlns:a16="http://schemas.microsoft.com/office/drawing/2014/main" id="{CEA78574-D75D-11BF-82B0-BF33C4C0D6D1}"/>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3200053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678953"/>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712042"/>
            <a:ext cx="9791955" cy="342444"/>
          </a:xfrm>
          <a:ln>
            <a:noFill/>
          </a:ln>
        </p:spPr>
        <p:txBody>
          <a:bodyPr anchor="ctr">
            <a:normAutofit/>
          </a:bodyPr>
          <a:lstStyle>
            <a:lvl1pPr marL="0" indent="0">
              <a:buNone/>
              <a:defRPr sz="1800"/>
            </a:lvl1pPr>
          </a:lstStyle>
          <a:p>
            <a:pPr lvl="0"/>
            <a:r>
              <a:rPr lang="de-DE"/>
              <a:t>[Thema 2]</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a:t>[Thema 3]</a:t>
            </a:r>
          </a:p>
        </p:txBody>
      </p:sp>
      <p:sp>
        <p:nvSpPr>
          <p:cNvPr id="44" name="Rechteck: abgerundete Ecken 43">
            <a:extLst>
              <a:ext uri="{FF2B5EF4-FFF2-40B4-BE49-F238E27FC236}">
                <a16:creationId xmlns:a16="http://schemas.microsoft.com/office/drawing/2014/main" id="{C382BD0C-0279-FB3C-D576-2E495054B308}"/>
              </a:ext>
            </a:extLst>
          </p:cNvPr>
          <p:cNvSpPr/>
          <p:nvPr userDrawn="1"/>
        </p:nvSpPr>
        <p:spPr>
          <a:xfrm>
            <a:off x="1574797" y="2055488"/>
            <a:ext cx="9974067"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35BAFD67-F320-C8E3-E5AA-CFCCBE92C62C}"/>
              </a:ext>
            </a:extLst>
          </p:cNvPr>
          <p:cNvSpPr>
            <a:spLocks noGrp="1"/>
          </p:cNvSpPr>
          <p:nvPr>
            <p:ph type="body" sz="quarter" idx="15" hasCustomPrompt="1"/>
          </p:nvPr>
        </p:nvSpPr>
        <p:spPr>
          <a:xfrm>
            <a:off x="1657350" y="2088577"/>
            <a:ext cx="9791956" cy="342444"/>
          </a:xfrm>
          <a:ln>
            <a:noFill/>
          </a:ln>
        </p:spPr>
        <p:txBody>
          <a:bodyPr anchor="ctr">
            <a:normAutofit/>
          </a:bodyPr>
          <a:lstStyle>
            <a:lvl1pPr marL="0" indent="0">
              <a:buNone/>
              <a:defRPr sz="1800"/>
            </a:lvl1pPr>
          </a:lstStyle>
          <a:p>
            <a:pPr lvl="0"/>
            <a:r>
              <a:rPr lang="de-DE"/>
              <a:t>[Thema 1]</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a:t>[Thema 4]</a:t>
            </a:r>
          </a:p>
        </p:txBody>
      </p:sp>
      <p:sp>
        <p:nvSpPr>
          <p:cNvPr id="52" name="Titelplatzhalter 1">
            <a:extLst>
              <a:ext uri="{FF2B5EF4-FFF2-40B4-BE49-F238E27FC236}">
                <a16:creationId xmlns:a16="http://schemas.microsoft.com/office/drawing/2014/main" id="{C19CBA39-C37D-4500-92F5-CDE8C4EC785E}"/>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a:t>[</a:t>
            </a:r>
            <a:r>
              <a:rPr lang="de-DE" err="1"/>
              <a:t>Agendatitel</a:t>
            </a:r>
            <a:r>
              <a:rPr lang="de-DE"/>
              <a:t>]</a:t>
            </a:r>
          </a:p>
        </p:txBody>
      </p:sp>
      <p:sp>
        <p:nvSpPr>
          <p:cNvPr id="2" name="Rechteck: eine Ecke abgerundet 1">
            <a:extLst>
              <a:ext uri="{FF2B5EF4-FFF2-40B4-BE49-F238E27FC236}">
                <a16:creationId xmlns:a16="http://schemas.microsoft.com/office/drawing/2014/main" id="{D74C4911-B026-4F8A-34C7-69BE34115703}"/>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E68456B1-982A-388A-F472-81EA0775D28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6" name="Foliennummernplatzhalter 15">
            <a:extLst>
              <a:ext uri="{FF2B5EF4-FFF2-40B4-BE49-F238E27FC236}">
                <a16:creationId xmlns:a16="http://schemas.microsoft.com/office/drawing/2014/main" id="{9A813F89-AB76-3A38-A46E-79BA3897AE5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7" name="Textplatzhalter 16">
            <a:extLst>
              <a:ext uri="{FF2B5EF4-FFF2-40B4-BE49-F238E27FC236}">
                <a16:creationId xmlns:a16="http://schemas.microsoft.com/office/drawing/2014/main" id="{1591F3C6-DD80-B560-8573-054443B95C3F}"/>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572773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1">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678953"/>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712042"/>
            <a:ext cx="9791955" cy="342444"/>
          </a:xfrm>
          <a:ln>
            <a:noFill/>
          </a:ln>
        </p:spPr>
        <p:txBody>
          <a:bodyPr anchor="ctr">
            <a:normAutofit/>
          </a:bodyPr>
          <a:lstStyle>
            <a:lvl1pPr marL="0" indent="0">
              <a:buNone/>
              <a:defRPr sz="1800"/>
            </a:lvl1pPr>
          </a:lstStyle>
          <a:p>
            <a:pPr lvl="0"/>
            <a:r>
              <a:rPr lang="de-DE"/>
              <a:t>[Thema 2]</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a:t>[Thema 3]</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a:t>[Thema 4]</a:t>
            </a:r>
          </a:p>
        </p:txBody>
      </p:sp>
      <p:sp>
        <p:nvSpPr>
          <p:cNvPr id="34" name="Rechteck: abgerundete Ecken 33">
            <a:extLst>
              <a:ext uri="{FF2B5EF4-FFF2-40B4-BE49-F238E27FC236}">
                <a16:creationId xmlns:a16="http://schemas.microsoft.com/office/drawing/2014/main" id="{3BEDF9AA-F512-9547-2F0C-CE3738B10417}"/>
              </a:ext>
            </a:extLst>
          </p:cNvPr>
          <p:cNvSpPr/>
          <p:nvPr userDrawn="1"/>
        </p:nvSpPr>
        <p:spPr>
          <a:xfrm>
            <a:off x="1574798" y="2058035"/>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Textplatzhalter 10">
            <a:extLst>
              <a:ext uri="{FF2B5EF4-FFF2-40B4-BE49-F238E27FC236}">
                <a16:creationId xmlns:a16="http://schemas.microsoft.com/office/drawing/2014/main" id="{BCFBADBB-2B4A-DB3A-ACFB-2E0A29447F90}"/>
              </a:ext>
            </a:extLst>
          </p:cNvPr>
          <p:cNvSpPr>
            <a:spLocks noGrp="1"/>
          </p:cNvSpPr>
          <p:nvPr>
            <p:ph type="body" sz="quarter" idx="12" hasCustomPrompt="1"/>
          </p:nvPr>
        </p:nvSpPr>
        <p:spPr>
          <a:xfrm>
            <a:off x="1657349" y="2091124"/>
            <a:ext cx="9791955" cy="342444"/>
          </a:xfrm>
          <a:ln>
            <a:noFill/>
          </a:ln>
        </p:spPr>
        <p:txBody>
          <a:bodyPr anchor="ctr">
            <a:normAutofit/>
          </a:bodyPr>
          <a:lstStyle>
            <a:lvl1pPr marL="0" indent="0">
              <a:buNone/>
              <a:defRPr sz="1800">
                <a:solidFill>
                  <a:schemeClr val="bg1"/>
                </a:solidFill>
              </a:defRPr>
            </a:lvl1pPr>
          </a:lstStyle>
          <a:p>
            <a:pPr lvl="0"/>
            <a:r>
              <a:rPr lang="de-DE"/>
              <a:t>[Thema 1]</a:t>
            </a:r>
          </a:p>
        </p:txBody>
      </p:sp>
      <p:sp>
        <p:nvSpPr>
          <p:cNvPr id="2" name="Titelplatzhalter 1">
            <a:extLst>
              <a:ext uri="{FF2B5EF4-FFF2-40B4-BE49-F238E27FC236}">
                <a16:creationId xmlns:a16="http://schemas.microsoft.com/office/drawing/2014/main" id="{9C24A37D-123E-DA73-7A73-BADC0D2FB611}"/>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a:t>[</a:t>
            </a:r>
            <a:r>
              <a:rPr lang="de-DE" err="1"/>
              <a:t>Agendatitel</a:t>
            </a:r>
            <a:r>
              <a:rPr lang="de-DE"/>
              <a:t>]</a:t>
            </a:r>
          </a:p>
        </p:txBody>
      </p:sp>
      <p:sp>
        <p:nvSpPr>
          <p:cNvPr id="3" name="Rechteck: eine Ecke abgerundet 2">
            <a:extLst>
              <a:ext uri="{FF2B5EF4-FFF2-40B4-BE49-F238E27FC236}">
                <a16:creationId xmlns:a16="http://schemas.microsoft.com/office/drawing/2014/main" id="{008ED7F9-BA6D-A1D5-3261-3B2E33F3A294}"/>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0469A149-4F67-828F-46A1-3EDEF510F62E}"/>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7" name="Foliennummernplatzhalter 15">
            <a:extLst>
              <a:ext uri="{FF2B5EF4-FFF2-40B4-BE49-F238E27FC236}">
                <a16:creationId xmlns:a16="http://schemas.microsoft.com/office/drawing/2014/main" id="{8420D79F-CEB6-66AE-F82A-BD4C4AA98A2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8" name="Textplatzhalter 16">
            <a:extLst>
              <a:ext uri="{FF2B5EF4-FFF2-40B4-BE49-F238E27FC236}">
                <a16:creationId xmlns:a16="http://schemas.microsoft.com/office/drawing/2014/main" id="{29AA7A70-CD20-D37D-3C66-42D4667F00E0}"/>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2799328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2">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062866"/>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095955"/>
            <a:ext cx="9791955" cy="342444"/>
          </a:xfrm>
          <a:ln>
            <a:noFill/>
          </a:ln>
        </p:spPr>
        <p:txBody>
          <a:bodyPr anchor="ctr">
            <a:normAutofit/>
          </a:bodyPr>
          <a:lstStyle>
            <a:lvl1pPr marL="0" indent="0">
              <a:buNone/>
              <a:defRPr sz="1800"/>
            </a:lvl1pPr>
          </a:lstStyle>
          <a:p>
            <a:pPr lvl="0"/>
            <a:r>
              <a:rPr lang="de-DE"/>
              <a:t>[Thema 1]</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a:t>[Thema 3]</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a:t>[Thema 4]</a:t>
            </a:r>
          </a:p>
        </p:txBody>
      </p:sp>
      <p:sp>
        <p:nvSpPr>
          <p:cNvPr id="2" name="Rechteck: abgerundete Ecken 1">
            <a:extLst>
              <a:ext uri="{FF2B5EF4-FFF2-40B4-BE49-F238E27FC236}">
                <a16:creationId xmlns:a16="http://schemas.microsoft.com/office/drawing/2014/main" id="{331D7E0E-EBBF-7866-6D33-E049E2870F5E}"/>
              </a:ext>
            </a:extLst>
          </p:cNvPr>
          <p:cNvSpPr/>
          <p:nvPr userDrawn="1"/>
        </p:nvSpPr>
        <p:spPr>
          <a:xfrm>
            <a:off x="1574798" y="2678954"/>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platzhalter 10">
            <a:extLst>
              <a:ext uri="{FF2B5EF4-FFF2-40B4-BE49-F238E27FC236}">
                <a16:creationId xmlns:a16="http://schemas.microsoft.com/office/drawing/2014/main" id="{8D7F180B-12ED-CB1A-F1E4-579011C55B24}"/>
              </a:ext>
            </a:extLst>
          </p:cNvPr>
          <p:cNvSpPr>
            <a:spLocks noGrp="1"/>
          </p:cNvSpPr>
          <p:nvPr>
            <p:ph type="body" sz="quarter" idx="12" hasCustomPrompt="1"/>
          </p:nvPr>
        </p:nvSpPr>
        <p:spPr>
          <a:xfrm>
            <a:off x="1657349" y="2712043"/>
            <a:ext cx="9791955" cy="342444"/>
          </a:xfrm>
          <a:ln>
            <a:noFill/>
          </a:ln>
        </p:spPr>
        <p:txBody>
          <a:bodyPr anchor="ctr">
            <a:normAutofit/>
          </a:bodyPr>
          <a:lstStyle>
            <a:lvl1pPr marL="0" indent="0">
              <a:buNone/>
              <a:defRPr sz="1800">
                <a:solidFill>
                  <a:schemeClr val="bg1"/>
                </a:solidFill>
              </a:defRPr>
            </a:lvl1pPr>
          </a:lstStyle>
          <a:p>
            <a:pPr lvl="0"/>
            <a:r>
              <a:rPr lang="de-DE"/>
              <a:t>[Thema 2]</a:t>
            </a:r>
          </a:p>
        </p:txBody>
      </p:sp>
      <p:sp>
        <p:nvSpPr>
          <p:cNvPr id="6" name="Titelplatzhalter 1">
            <a:extLst>
              <a:ext uri="{FF2B5EF4-FFF2-40B4-BE49-F238E27FC236}">
                <a16:creationId xmlns:a16="http://schemas.microsoft.com/office/drawing/2014/main" id="{BE62CDF0-4F83-489E-8BD4-3B5855DFE465}"/>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a:t>[</a:t>
            </a:r>
            <a:r>
              <a:rPr lang="de-DE" err="1"/>
              <a:t>Agendatitel</a:t>
            </a:r>
            <a:r>
              <a:rPr lang="de-DE"/>
              <a:t>]</a:t>
            </a:r>
          </a:p>
        </p:txBody>
      </p:sp>
      <p:sp>
        <p:nvSpPr>
          <p:cNvPr id="7" name="Rechteck: eine Ecke abgerundet 6">
            <a:extLst>
              <a:ext uri="{FF2B5EF4-FFF2-40B4-BE49-F238E27FC236}">
                <a16:creationId xmlns:a16="http://schemas.microsoft.com/office/drawing/2014/main" id="{A4DA669B-F5FD-8A2C-70CB-6465624106D8}"/>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8" name="Foliennummernplatzhalter 15">
            <a:extLst>
              <a:ext uri="{FF2B5EF4-FFF2-40B4-BE49-F238E27FC236}">
                <a16:creationId xmlns:a16="http://schemas.microsoft.com/office/drawing/2014/main" id="{FE0D3E58-FDF6-FE4C-7AC8-8F6D003F2720}"/>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9" name="Foliennummernplatzhalter 15">
            <a:extLst>
              <a:ext uri="{FF2B5EF4-FFF2-40B4-BE49-F238E27FC236}">
                <a16:creationId xmlns:a16="http://schemas.microsoft.com/office/drawing/2014/main" id="{8D3EFDF8-041F-86DC-AFEA-8CFB6948AF32}"/>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10" name="Textplatzhalter 16">
            <a:extLst>
              <a:ext uri="{FF2B5EF4-FFF2-40B4-BE49-F238E27FC236}">
                <a16:creationId xmlns:a16="http://schemas.microsoft.com/office/drawing/2014/main" id="{F3642400-3BFD-1D7B-CA71-75699B9BF9B9}"/>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38561367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3">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062866"/>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095955"/>
            <a:ext cx="9791955" cy="342444"/>
          </a:xfrm>
          <a:ln>
            <a:noFill/>
          </a:ln>
        </p:spPr>
        <p:txBody>
          <a:bodyPr anchor="ctr">
            <a:normAutofit/>
          </a:bodyPr>
          <a:lstStyle>
            <a:lvl1pPr marL="0" indent="0">
              <a:buNone/>
              <a:defRPr sz="1800"/>
            </a:lvl1pPr>
          </a:lstStyle>
          <a:p>
            <a:pPr lvl="0"/>
            <a:r>
              <a:rPr lang="de-DE"/>
              <a:t>[Thema 1]</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392489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3957987"/>
            <a:ext cx="9791955" cy="342444"/>
          </a:xfrm>
          <a:ln>
            <a:noFill/>
          </a:ln>
        </p:spPr>
        <p:txBody>
          <a:bodyPr anchor="ctr">
            <a:normAutofit/>
          </a:bodyPr>
          <a:lstStyle>
            <a:lvl1pPr marL="0" indent="0">
              <a:buNone/>
              <a:defRPr sz="1800"/>
            </a:lvl1pPr>
          </a:lstStyle>
          <a:p>
            <a:pPr lvl="0"/>
            <a:r>
              <a:rPr lang="de-DE"/>
              <a:t>[Thema 4]</a:t>
            </a:r>
          </a:p>
        </p:txBody>
      </p:sp>
      <p:sp>
        <p:nvSpPr>
          <p:cNvPr id="2" name="Rechteck: abgerundete Ecken 1">
            <a:extLst>
              <a:ext uri="{FF2B5EF4-FFF2-40B4-BE49-F238E27FC236}">
                <a16:creationId xmlns:a16="http://schemas.microsoft.com/office/drawing/2014/main" id="{331D7E0E-EBBF-7866-6D33-E049E2870F5E}"/>
              </a:ext>
            </a:extLst>
          </p:cNvPr>
          <p:cNvSpPr/>
          <p:nvPr userDrawn="1"/>
        </p:nvSpPr>
        <p:spPr>
          <a:xfrm>
            <a:off x="1574798" y="3300485"/>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platzhalter 10">
            <a:extLst>
              <a:ext uri="{FF2B5EF4-FFF2-40B4-BE49-F238E27FC236}">
                <a16:creationId xmlns:a16="http://schemas.microsoft.com/office/drawing/2014/main" id="{8D7F180B-12ED-CB1A-F1E4-579011C55B24}"/>
              </a:ext>
            </a:extLst>
          </p:cNvPr>
          <p:cNvSpPr>
            <a:spLocks noGrp="1"/>
          </p:cNvSpPr>
          <p:nvPr>
            <p:ph type="body" sz="quarter" idx="12" hasCustomPrompt="1"/>
          </p:nvPr>
        </p:nvSpPr>
        <p:spPr>
          <a:xfrm>
            <a:off x="1657349" y="3333574"/>
            <a:ext cx="9791955" cy="342444"/>
          </a:xfrm>
          <a:ln>
            <a:noFill/>
          </a:ln>
        </p:spPr>
        <p:txBody>
          <a:bodyPr anchor="ctr">
            <a:normAutofit/>
          </a:bodyPr>
          <a:lstStyle>
            <a:lvl1pPr marL="0" indent="0">
              <a:buNone/>
              <a:defRPr sz="1800">
                <a:solidFill>
                  <a:schemeClr val="bg1"/>
                </a:solidFill>
              </a:defRPr>
            </a:lvl1pPr>
          </a:lstStyle>
          <a:p>
            <a:pPr lvl="0"/>
            <a:r>
              <a:rPr lang="de-DE"/>
              <a:t>[Thema 3]</a:t>
            </a:r>
          </a:p>
        </p:txBody>
      </p:sp>
      <p:sp>
        <p:nvSpPr>
          <p:cNvPr id="6" name="Rechteck: abgerundete Ecken 5">
            <a:extLst>
              <a:ext uri="{FF2B5EF4-FFF2-40B4-BE49-F238E27FC236}">
                <a16:creationId xmlns:a16="http://schemas.microsoft.com/office/drawing/2014/main" id="{F75F4CF7-6977-F8AC-8280-B1CB9A38C8C5}"/>
              </a:ext>
            </a:extLst>
          </p:cNvPr>
          <p:cNvSpPr/>
          <p:nvPr userDrawn="1"/>
        </p:nvSpPr>
        <p:spPr>
          <a:xfrm>
            <a:off x="1574798" y="2675009"/>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2708098"/>
            <a:ext cx="9791955" cy="342444"/>
          </a:xfrm>
          <a:ln>
            <a:noFill/>
          </a:ln>
        </p:spPr>
        <p:txBody>
          <a:bodyPr anchor="ctr">
            <a:normAutofit/>
          </a:bodyPr>
          <a:lstStyle>
            <a:lvl1pPr marL="0" indent="0">
              <a:buNone/>
              <a:defRPr sz="1800"/>
            </a:lvl1pPr>
          </a:lstStyle>
          <a:p>
            <a:pPr lvl="0"/>
            <a:r>
              <a:rPr lang="de-DE"/>
              <a:t>[Thema 2]</a:t>
            </a:r>
          </a:p>
        </p:txBody>
      </p:sp>
      <p:sp>
        <p:nvSpPr>
          <p:cNvPr id="8" name="Titelplatzhalter 1">
            <a:extLst>
              <a:ext uri="{FF2B5EF4-FFF2-40B4-BE49-F238E27FC236}">
                <a16:creationId xmlns:a16="http://schemas.microsoft.com/office/drawing/2014/main" id="{E69E1AE5-A51B-3EA6-09B6-F801E9A57558}"/>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a:t>[</a:t>
            </a:r>
            <a:r>
              <a:rPr lang="de-DE" err="1"/>
              <a:t>Agendatitel</a:t>
            </a:r>
            <a:r>
              <a:rPr lang="de-DE"/>
              <a:t>]</a:t>
            </a:r>
          </a:p>
        </p:txBody>
      </p:sp>
      <p:sp>
        <p:nvSpPr>
          <p:cNvPr id="9" name="Rechteck: eine Ecke abgerundet 8">
            <a:extLst>
              <a:ext uri="{FF2B5EF4-FFF2-40B4-BE49-F238E27FC236}">
                <a16:creationId xmlns:a16="http://schemas.microsoft.com/office/drawing/2014/main" id="{86BABFEE-D60F-B211-B19F-D489C11ED163}"/>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0" name="Foliennummernplatzhalter 15">
            <a:extLst>
              <a:ext uri="{FF2B5EF4-FFF2-40B4-BE49-F238E27FC236}">
                <a16:creationId xmlns:a16="http://schemas.microsoft.com/office/drawing/2014/main" id="{7BCCE0DA-3524-694D-8114-040D960A2CD6}"/>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11" name="Foliennummernplatzhalter 15">
            <a:extLst>
              <a:ext uri="{FF2B5EF4-FFF2-40B4-BE49-F238E27FC236}">
                <a16:creationId xmlns:a16="http://schemas.microsoft.com/office/drawing/2014/main" id="{E1EF565D-7E94-7E00-D352-5EEB20CE9F2C}"/>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12" name="Textplatzhalter 16">
            <a:extLst>
              <a:ext uri="{FF2B5EF4-FFF2-40B4-BE49-F238E27FC236}">
                <a16:creationId xmlns:a16="http://schemas.microsoft.com/office/drawing/2014/main" id="{1DA902D2-E5F5-9FE8-2E3E-50D7075431D2}"/>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2340939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4">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sp>
        <p:nvSpPr>
          <p:cNvPr id="12"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600075" y="918000"/>
            <a:ext cx="10948789" cy="577263"/>
          </a:xfrm>
          <a:prstGeom prst="rect">
            <a:avLst/>
          </a:prstGeom>
        </p:spPr>
        <p:txBody>
          <a:bodyPr vert="horz" lIns="91440" tIns="45720" rIns="91440" bIns="45720" rtlCol="0" anchor="ctr">
            <a:noAutofit/>
          </a:bodyPr>
          <a:lstStyle>
            <a:lvl1pPr>
              <a:defRPr sz="2400"/>
            </a:lvl1pPr>
          </a:lstStyle>
          <a:p>
            <a:r>
              <a:rPr lang="de-DE"/>
              <a:t>[</a:t>
            </a:r>
            <a:r>
              <a:rPr lang="de-DE" err="1"/>
              <a:t>Agendatitel</a:t>
            </a:r>
            <a:r>
              <a:rPr lang="de-DE"/>
              <a:t>]</a:t>
            </a:r>
          </a:p>
        </p:txBody>
      </p:sp>
      <p:pic>
        <p:nvPicPr>
          <p:cNvPr id="27" name="Grafik 26" descr="Ein Bild, das Grafiken, Schrift, Text, Grafikdesign enthält.&#10;&#10;Automatisch generierte Beschreibung">
            <a:extLst>
              <a:ext uri="{FF2B5EF4-FFF2-40B4-BE49-F238E27FC236}">
                <a16:creationId xmlns:a16="http://schemas.microsoft.com/office/drawing/2014/main" id="{14BAE421-85D1-AB65-32F0-2AD43C38B4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5" name="Rechteck: abgerundete Ecken 34">
            <a:extLst>
              <a:ext uri="{FF2B5EF4-FFF2-40B4-BE49-F238E27FC236}">
                <a16:creationId xmlns:a16="http://schemas.microsoft.com/office/drawing/2014/main" id="{F4B6E229-ABFB-66D3-32DB-38ECD1CF125A}"/>
              </a:ext>
            </a:extLst>
          </p:cNvPr>
          <p:cNvSpPr/>
          <p:nvPr userDrawn="1"/>
        </p:nvSpPr>
        <p:spPr>
          <a:xfrm>
            <a:off x="600075" y="2057400"/>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6" name="Rechteck: abgerundete Ecken 35">
            <a:extLst>
              <a:ext uri="{FF2B5EF4-FFF2-40B4-BE49-F238E27FC236}">
                <a16:creationId xmlns:a16="http://schemas.microsoft.com/office/drawing/2014/main" id="{FB9290D5-DB73-C413-B135-6E8EF7D5D085}"/>
              </a:ext>
            </a:extLst>
          </p:cNvPr>
          <p:cNvSpPr/>
          <p:nvPr userDrawn="1"/>
        </p:nvSpPr>
        <p:spPr>
          <a:xfrm>
            <a:off x="600075" y="2680766"/>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7" name="Rechteck: abgerundete Ecken 36">
            <a:extLst>
              <a:ext uri="{FF2B5EF4-FFF2-40B4-BE49-F238E27FC236}">
                <a16:creationId xmlns:a16="http://schemas.microsoft.com/office/drawing/2014/main" id="{421D6D99-5258-C803-D290-4B09AE46E057}"/>
              </a:ext>
            </a:extLst>
          </p:cNvPr>
          <p:cNvSpPr/>
          <p:nvPr userDrawn="1"/>
        </p:nvSpPr>
        <p:spPr>
          <a:xfrm>
            <a:off x="600075" y="3304132"/>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38" name="Rechteck: abgerundete Ecken 37">
            <a:extLst>
              <a:ext uri="{FF2B5EF4-FFF2-40B4-BE49-F238E27FC236}">
                <a16:creationId xmlns:a16="http://schemas.microsoft.com/office/drawing/2014/main" id="{AC4D765C-FD37-DCE4-5764-43948A603487}"/>
              </a:ext>
            </a:extLst>
          </p:cNvPr>
          <p:cNvSpPr/>
          <p:nvPr userDrawn="1"/>
        </p:nvSpPr>
        <p:spPr>
          <a:xfrm>
            <a:off x="600075" y="3927498"/>
            <a:ext cx="714375" cy="40862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b="1">
              <a:latin typeface="+mj-lt"/>
            </a:endParaRPr>
          </a:p>
        </p:txBody>
      </p:sp>
      <p:sp>
        <p:nvSpPr>
          <p:cNvPr id="40" name="Rechteck: abgerundete Ecken 39">
            <a:extLst>
              <a:ext uri="{FF2B5EF4-FFF2-40B4-BE49-F238E27FC236}">
                <a16:creationId xmlns:a16="http://schemas.microsoft.com/office/drawing/2014/main" id="{6EE8E973-B0DE-23DC-FFB5-FE2DC9B4F88D}"/>
              </a:ext>
            </a:extLst>
          </p:cNvPr>
          <p:cNvSpPr/>
          <p:nvPr userDrawn="1"/>
        </p:nvSpPr>
        <p:spPr>
          <a:xfrm>
            <a:off x="1574798" y="2062866"/>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Textplatzhalter 10">
            <a:extLst>
              <a:ext uri="{FF2B5EF4-FFF2-40B4-BE49-F238E27FC236}">
                <a16:creationId xmlns:a16="http://schemas.microsoft.com/office/drawing/2014/main" id="{B0BC8EC1-6C03-AF38-C823-A3ED052AB4E7}"/>
              </a:ext>
            </a:extLst>
          </p:cNvPr>
          <p:cNvSpPr>
            <a:spLocks noGrp="1"/>
          </p:cNvSpPr>
          <p:nvPr>
            <p:ph type="body" sz="quarter" idx="13" hasCustomPrompt="1"/>
          </p:nvPr>
        </p:nvSpPr>
        <p:spPr>
          <a:xfrm>
            <a:off x="1657349" y="2095955"/>
            <a:ext cx="9791955" cy="342444"/>
          </a:xfrm>
          <a:ln>
            <a:noFill/>
          </a:ln>
        </p:spPr>
        <p:txBody>
          <a:bodyPr anchor="ctr">
            <a:normAutofit/>
          </a:bodyPr>
          <a:lstStyle>
            <a:lvl1pPr marL="0" indent="0">
              <a:buNone/>
              <a:defRPr sz="1800"/>
            </a:lvl1pPr>
          </a:lstStyle>
          <a:p>
            <a:pPr lvl="0"/>
            <a:r>
              <a:rPr lang="de-DE"/>
              <a:t>[Thema 1]</a:t>
            </a:r>
          </a:p>
        </p:txBody>
      </p:sp>
      <p:sp>
        <p:nvSpPr>
          <p:cNvPr id="42" name="Rechteck: abgerundete Ecken 41">
            <a:extLst>
              <a:ext uri="{FF2B5EF4-FFF2-40B4-BE49-F238E27FC236}">
                <a16:creationId xmlns:a16="http://schemas.microsoft.com/office/drawing/2014/main" id="{F75F4CF7-6977-F8AC-8280-B1CB9A38C8C5}"/>
              </a:ext>
            </a:extLst>
          </p:cNvPr>
          <p:cNvSpPr/>
          <p:nvPr userDrawn="1"/>
        </p:nvSpPr>
        <p:spPr>
          <a:xfrm>
            <a:off x="1574798" y="3302418"/>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Textplatzhalter 10">
            <a:extLst>
              <a:ext uri="{FF2B5EF4-FFF2-40B4-BE49-F238E27FC236}">
                <a16:creationId xmlns:a16="http://schemas.microsoft.com/office/drawing/2014/main" id="{CA2ACD7A-EC56-103F-DCF3-14B7A7B19ED1}"/>
              </a:ext>
            </a:extLst>
          </p:cNvPr>
          <p:cNvSpPr>
            <a:spLocks noGrp="1"/>
          </p:cNvSpPr>
          <p:nvPr>
            <p:ph type="body" sz="quarter" idx="14" hasCustomPrompt="1"/>
          </p:nvPr>
        </p:nvSpPr>
        <p:spPr>
          <a:xfrm>
            <a:off x="1657349" y="3335507"/>
            <a:ext cx="9791955" cy="342444"/>
          </a:xfrm>
          <a:ln>
            <a:noFill/>
          </a:ln>
        </p:spPr>
        <p:txBody>
          <a:bodyPr anchor="ctr">
            <a:normAutofit/>
          </a:bodyPr>
          <a:lstStyle>
            <a:lvl1pPr marL="0" indent="0">
              <a:buNone/>
              <a:defRPr sz="1800"/>
            </a:lvl1pPr>
          </a:lstStyle>
          <a:p>
            <a:pPr lvl="0"/>
            <a:r>
              <a:rPr lang="de-DE"/>
              <a:t>[Thema 3]</a:t>
            </a:r>
          </a:p>
        </p:txBody>
      </p:sp>
      <p:sp>
        <p:nvSpPr>
          <p:cNvPr id="46" name="Textplatzhalter 10">
            <a:extLst>
              <a:ext uri="{FF2B5EF4-FFF2-40B4-BE49-F238E27FC236}">
                <a16:creationId xmlns:a16="http://schemas.microsoft.com/office/drawing/2014/main" id="{A73FD707-46C7-9F1D-3535-ED5860E2FAC7}"/>
              </a:ext>
            </a:extLst>
          </p:cNvPr>
          <p:cNvSpPr>
            <a:spLocks noGrp="1"/>
          </p:cNvSpPr>
          <p:nvPr>
            <p:ph type="body" sz="quarter" idx="17" hasCustomPrompt="1"/>
          </p:nvPr>
        </p:nvSpPr>
        <p:spPr>
          <a:xfrm>
            <a:off x="668432" y="3958973"/>
            <a:ext cx="577662" cy="342445"/>
          </a:xfrm>
          <a:ln>
            <a:noFill/>
          </a:ln>
        </p:spPr>
        <p:txBody>
          <a:bodyPr anchor="ctr">
            <a:normAutofit/>
          </a:bodyPr>
          <a:lstStyle>
            <a:lvl1pPr marL="0" indent="0" algn="ctr">
              <a:buNone/>
              <a:defRPr sz="1800" b="1">
                <a:solidFill>
                  <a:srgbClr val="FFFFFF"/>
                </a:solidFill>
              </a:defRPr>
            </a:lvl1pPr>
          </a:lstStyle>
          <a:p>
            <a:pPr lvl="0"/>
            <a:r>
              <a:rPr lang="de-DE"/>
              <a:t>4</a:t>
            </a:r>
          </a:p>
        </p:txBody>
      </p:sp>
      <p:sp>
        <p:nvSpPr>
          <p:cNvPr id="47" name="Textplatzhalter 10">
            <a:extLst>
              <a:ext uri="{FF2B5EF4-FFF2-40B4-BE49-F238E27FC236}">
                <a16:creationId xmlns:a16="http://schemas.microsoft.com/office/drawing/2014/main" id="{BEFC98AF-F037-F9BF-134A-F66D84BED23C}"/>
              </a:ext>
            </a:extLst>
          </p:cNvPr>
          <p:cNvSpPr>
            <a:spLocks noGrp="1"/>
          </p:cNvSpPr>
          <p:nvPr>
            <p:ph type="body" sz="quarter" idx="18" hasCustomPrompt="1"/>
          </p:nvPr>
        </p:nvSpPr>
        <p:spPr>
          <a:xfrm>
            <a:off x="668432" y="3335507"/>
            <a:ext cx="577662" cy="342445"/>
          </a:xfrm>
          <a:ln>
            <a:noFill/>
          </a:ln>
        </p:spPr>
        <p:txBody>
          <a:bodyPr anchor="ctr">
            <a:normAutofit/>
          </a:bodyPr>
          <a:lstStyle>
            <a:lvl1pPr marL="0" indent="0" algn="ctr">
              <a:buNone/>
              <a:defRPr sz="1800" b="1">
                <a:solidFill>
                  <a:srgbClr val="FFFFFF"/>
                </a:solidFill>
              </a:defRPr>
            </a:lvl1pPr>
          </a:lstStyle>
          <a:p>
            <a:pPr lvl="0"/>
            <a:r>
              <a:rPr lang="de-DE"/>
              <a:t>3</a:t>
            </a:r>
          </a:p>
        </p:txBody>
      </p:sp>
      <p:sp>
        <p:nvSpPr>
          <p:cNvPr id="48" name="Textplatzhalter 10">
            <a:extLst>
              <a:ext uri="{FF2B5EF4-FFF2-40B4-BE49-F238E27FC236}">
                <a16:creationId xmlns:a16="http://schemas.microsoft.com/office/drawing/2014/main" id="{610C19E2-576E-D94E-02DA-2DCE8EC1DD40}"/>
              </a:ext>
            </a:extLst>
          </p:cNvPr>
          <p:cNvSpPr>
            <a:spLocks noGrp="1"/>
          </p:cNvSpPr>
          <p:nvPr>
            <p:ph type="body" sz="quarter" idx="19" hasCustomPrompt="1"/>
          </p:nvPr>
        </p:nvSpPr>
        <p:spPr>
          <a:xfrm>
            <a:off x="668432" y="2712042"/>
            <a:ext cx="577662" cy="342445"/>
          </a:xfrm>
          <a:ln>
            <a:noFill/>
          </a:ln>
        </p:spPr>
        <p:txBody>
          <a:bodyPr anchor="ctr">
            <a:normAutofit/>
          </a:bodyPr>
          <a:lstStyle>
            <a:lvl1pPr marL="0" indent="0" algn="ctr">
              <a:buNone/>
              <a:defRPr sz="1800" b="1">
                <a:solidFill>
                  <a:srgbClr val="FFFFFF"/>
                </a:solidFill>
              </a:defRPr>
            </a:lvl1pPr>
          </a:lstStyle>
          <a:p>
            <a:pPr lvl="0"/>
            <a:r>
              <a:rPr lang="de-DE"/>
              <a:t>2</a:t>
            </a:r>
          </a:p>
        </p:txBody>
      </p:sp>
      <p:sp>
        <p:nvSpPr>
          <p:cNvPr id="49" name="Textplatzhalter 10">
            <a:extLst>
              <a:ext uri="{FF2B5EF4-FFF2-40B4-BE49-F238E27FC236}">
                <a16:creationId xmlns:a16="http://schemas.microsoft.com/office/drawing/2014/main" id="{6CD49976-0267-5EB2-73FC-300EF0CE5DEB}"/>
              </a:ext>
            </a:extLst>
          </p:cNvPr>
          <p:cNvSpPr>
            <a:spLocks noGrp="1"/>
          </p:cNvSpPr>
          <p:nvPr>
            <p:ph type="body" sz="quarter" idx="20" hasCustomPrompt="1"/>
          </p:nvPr>
        </p:nvSpPr>
        <p:spPr>
          <a:xfrm>
            <a:off x="668432" y="2088577"/>
            <a:ext cx="577662" cy="342445"/>
          </a:xfrm>
          <a:ln>
            <a:noFill/>
          </a:ln>
        </p:spPr>
        <p:txBody>
          <a:bodyPr anchor="ctr">
            <a:normAutofit/>
          </a:bodyPr>
          <a:lstStyle>
            <a:lvl1pPr marL="0" indent="0" algn="ctr">
              <a:buNone/>
              <a:defRPr sz="1800" b="1">
                <a:solidFill>
                  <a:srgbClr val="FFFFFF"/>
                </a:solidFill>
              </a:defRPr>
            </a:lvl1pPr>
          </a:lstStyle>
          <a:p>
            <a:pPr lvl="0"/>
            <a:r>
              <a:rPr lang="de-DE"/>
              <a:t>1</a:t>
            </a:r>
          </a:p>
        </p:txBody>
      </p:sp>
      <p:sp>
        <p:nvSpPr>
          <p:cNvPr id="50" name="Rechteck: abgerundete Ecken 49">
            <a:extLst>
              <a:ext uri="{FF2B5EF4-FFF2-40B4-BE49-F238E27FC236}">
                <a16:creationId xmlns:a16="http://schemas.microsoft.com/office/drawing/2014/main" id="{D59518C6-99E5-93A8-DA38-CED885546882}"/>
              </a:ext>
            </a:extLst>
          </p:cNvPr>
          <p:cNvSpPr/>
          <p:nvPr userDrawn="1"/>
        </p:nvSpPr>
        <p:spPr>
          <a:xfrm>
            <a:off x="1574798" y="2678954"/>
            <a:ext cx="9974066" cy="4079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Textplatzhalter 10">
            <a:extLst>
              <a:ext uri="{FF2B5EF4-FFF2-40B4-BE49-F238E27FC236}">
                <a16:creationId xmlns:a16="http://schemas.microsoft.com/office/drawing/2014/main" id="{3C2CE81C-0689-1868-EF2E-BF63DEB6DF8C}"/>
              </a:ext>
            </a:extLst>
          </p:cNvPr>
          <p:cNvSpPr>
            <a:spLocks noGrp="1"/>
          </p:cNvSpPr>
          <p:nvPr>
            <p:ph type="body" sz="quarter" idx="21" hasCustomPrompt="1"/>
          </p:nvPr>
        </p:nvSpPr>
        <p:spPr>
          <a:xfrm>
            <a:off x="1657349" y="2712043"/>
            <a:ext cx="9791955" cy="342444"/>
          </a:xfrm>
          <a:ln>
            <a:noFill/>
          </a:ln>
        </p:spPr>
        <p:txBody>
          <a:bodyPr anchor="ctr">
            <a:normAutofit/>
          </a:bodyPr>
          <a:lstStyle>
            <a:lvl1pPr marL="0" indent="0">
              <a:buNone/>
              <a:defRPr sz="1800"/>
            </a:lvl1pPr>
          </a:lstStyle>
          <a:p>
            <a:pPr lvl="0"/>
            <a:r>
              <a:rPr lang="de-DE"/>
              <a:t>[Thema 2]</a:t>
            </a:r>
          </a:p>
        </p:txBody>
      </p:sp>
      <p:sp>
        <p:nvSpPr>
          <p:cNvPr id="6" name="Rechteck: abgerundete Ecken 5">
            <a:extLst>
              <a:ext uri="{FF2B5EF4-FFF2-40B4-BE49-F238E27FC236}">
                <a16:creationId xmlns:a16="http://schemas.microsoft.com/office/drawing/2014/main" id="{331D7E0E-EBBF-7866-6D33-E049E2870F5E}"/>
              </a:ext>
            </a:extLst>
          </p:cNvPr>
          <p:cNvSpPr/>
          <p:nvPr userDrawn="1"/>
        </p:nvSpPr>
        <p:spPr>
          <a:xfrm>
            <a:off x="1574798" y="3924898"/>
            <a:ext cx="9974066" cy="407988"/>
          </a:xfrm>
          <a:prstGeom prst="roundRect">
            <a:avLst/>
          </a:prstGeom>
          <a:solidFill>
            <a:schemeClr val="accent1">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platzhalter 10">
            <a:extLst>
              <a:ext uri="{FF2B5EF4-FFF2-40B4-BE49-F238E27FC236}">
                <a16:creationId xmlns:a16="http://schemas.microsoft.com/office/drawing/2014/main" id="{8D7F180B-12ED-CB1A-F1E4-579011C55B24}"/>
              </a:ext>
            </a:extLst>
          </p:cNvPr>
          <p:cNvSpPr>
            <a:spLocks noGrp="1"/>
          </p:cNvSpPr>
          <p:nvPr>
            <p:ph type="body" sz="quarter" idx="12" hasCustomPrompt="1"/>
          </p:nvPr>
        </p:nvSpPr>
        <p:spPr>
          <a:xfrm>
            <a:off x="1657349" y="3957987"/>
            <a:ext cx="9791955" cy="342444"/>
          </a:xfrm>
          <a:ln>
            <a:noFill/>
          </a:ln>
        </p:spPr>
        <p:txBody>
          <a:bodyPr anchor="ctr">
            <a:normAutofit/>
          </a:bodyPr>
          <a:lstStyle>
            <a:lvl1pPr marL="0" indent="0">
              <a:buNone/>
              <a:defRPr sz="1800">
                <a:solidFill>
                  <a:schemeClr val="bg1"/>
                </a:solidFill>
              </a:defRPr>
            </a:lvl1pPr>
          </a:lstStyle>
          <a:p>
            <a:pPr lvl="0"/>
            <a:r>
              <a:rPr lang="de-DE"/>
              <a:t>[Thema 4]</a:t>
            </a:r>
          </a:p>
        </p:txBody>
      </p:sp>
      <p:sp>
        <p:nvSpPr>
          <p:cNvPr id="2" name="Rechteck: eine Ecke abgerundet 1">
            <a:extLst>
              <a:ext uri="{FF2B5EF4-FFF2-40B4-BE49-F238E27FC236}">
                <a16:creationId xmlns:a16="http://schemas.microsoft.com/office/drawing/2014/main" id="{6A2895A5-1CEE-DD6A-2B3E-7B66B2F6E99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095F3B73-24BD-63F4-D568-47D3DAC62FD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8" name="Foliennummernplatzhalter 15">
            <a:extLst>
              <a:ext uri="{FF2B5EF4-FFF2-40B4-BE49-F238E27FC236}">
                <a16:creationId xmlns:a16="http://schemas.microsoft.com/office/drawing/2014/main" id="{11F4F008-1893-304C-1297-62B30F4AF994}"/>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9" name="Textplatzhalter 16">
            <a:extLst>
              <a:ext uri="{FF2B5EF4-FFF2-40B4-BE49-F238E27FC236}">
                <a16:creationId xmlns:a16="http://schemas.microsoft.com/office/drawing/2014/main" id="{70968EF3-A0D9-1D5A-E8C8-7A8C95356710}"/>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589021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ten-1">
    <p:spTree>
      <p:nvGrpSpPr>
        <p:cNvPr id="1" name=""/>
        <p:cNvGrpSpPr/>
        <p:nvPr/>
      </p:nvGrpSpPr>
      <p:grpSpPr>
        <a:xfrm>
          <a:off x="0" y="0"/>
          <a:ext cx="0" cy="0"/>
          <a:chOff x="0" y="0"/>
          <a:chExt cx="0" cy="0"/>
        </a:xfrm>
      </p:grpSpPr>
      <p:sp>
        <p:nvSpPr>
          <p:cNvPr id="11"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a:t>[Action Title]</a:t>
            </a:r>
            <a:br>
              <a:rPr lang="de-DE"/>
            </a:br>
            <a:r>
              <a:rPr lang="de-DE"/>
              <a:t>[Action Title]</a:t>
            </a:r>
          </a:p>
        </p:txBody>
      </p:sp>
      <p:sp>
        <p:nvSpPr>
          <p:cNvPr id="15" name="Textplatzhalter 2">
            <a:extLst>
              <a:ext uri="{FF2B5EF4-FFF2-40B4-BE49-F238E27FC236}">
                <a16:creationId xmlns:a16="http://schemas.microsoft.com/office/drawing/2014/main" id="{4250A0D3-EECA-C1B5-3111-FC2295A51C34}"/>
              </a:ext>
            </a:extLst>
          </p:cNvPr>
          <p:cNvSpPr>
            <a:spLocks noGrp="1"/>
          </p:cNvSpPr>
          <p:nvPr>
            <p:ph idx="1" hasCustomPrompt="1"/>
          </p:nvPr>
        </p:nvSpPr>
        <p:spPr>
          <a:xfrm>
            <a:off x="600075" y="2166943"/>
            <a:ext cx="5400000" cy="400114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21" name="Textplatzhalter 2">
            <a:extLst>
              <a:ext uri="{FF2B5EF4-FFF2-40B4-BE49-F238E27FC236}">
                <a16:creationId xmlns:a16="http://schemas.microsoft.com/office/drawing/2014/main" id="{E6E63F81-2E76-EA92-388A-A2B1AC29D597}"/>
              </a:ext>
            </a:extLst>
          </p:cNvPr>
          <p:cNvSpPr>
            <a:spLocks noGrp="1"/>
          </p:cNvSpPr>
          <p:nvPr>
            <p:ph idx="12" hasCustomPrompt="1"/>
          </p:nvPr>
        </p:nvSpPr>
        <p:spPr>
          <a:xfrm>
            <a:off x="6148865" y="2166943"/>
            <a:ext cx="5400000" cy="400114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5" name="Rechteck: abgerundete Ecken 4">
            <a:extLst>
              <a:ext uri="{FF2B5EF4-FFF2-40B4-BE49-F238E27FC236}">
                <a16:creationId xmlns:a16="http://schemas.microsoft.com/office/drawing/2014/main" id="{FE5E9693-0254-5743-03F1-8CED638BCEA3}"/>
              </a:ext>
            </a:extLst>
          </p:cNvPr>
          <p:cNvSpPr/>
          <p:nvPr userDrawn="1"/>
        </p:nvSpPr>
        <p:spPr>
          <a:xfrm>
            <a:off x="60007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extplatzhalter 10">
            <a:extLst>
              <a:ext uri="{FF2B5EF4-FFF2-40B4-BE49-F238E27FC236}">
                <a16:creationId xmlns:a16="http://schemas.microsoft.com/office/drawing/2014/main" id="{FE119646-37E8-9260-1240-5D0293A398D1}"/>
              </a:ext>
            </a:extLst>
          </p:cNvPr>
          <p:cNvSpPr>
            <a:spLocks noGrp="1"/>
          </p:cNvSpPr>
          <p:nvPr>
            <p:ph type="body" sz="quarter" idx="13"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17" name="Fußzeilenplatzhalter 4">
            <a:extLst>
              <a:ext uri="{FF2B5EF4-FFF2-40B4-BE49-F238E27FC236}">
                <a16:creationId xmlns:a16="http://schemas.microsoft.com/office/drawing/2014/main" id="{75F0EDD9-EE1C-1685-3269-87AD36131A14}"/>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23" name="Grafik 22" descr="Ein Bild, das Grafiken, Schrift, Text, Grafikdesign enthält.&#10;&#10;Automatisch generierte Beschreibung">
            <a:extLst>
              <a:ext uri="{FF2B5EF4-FFF2-40B4-BE49-F238E27FC236}">
                <a16:creationId xmlns:a16="http://schemas.microsoft.com/office/drawing/2014/main" id="{0684928D-B64F-58FA-71BA-8ED3E88FF6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4" name="Rechteck: abgerundete Ecken 23">
            <a:extLst>
              <a:ext uri="{FF2B5EF4-FFF2-40B4-BE49-F238E27FC236}">
                <a16:creationId xmlns:a16="http://schemas.microsoft.com/office/drawing/2014/main" id="{A88393D8-F62D-7243-5837-19EFB4F10C9D}"/>
              </a:ext>
            </a:extLst>
          </p:cNvPr>
          <p:cNvSpPr/>
          <p:nvPr userDrawn="1"/>
        </p:nvSpPr>
        <p:spPr>
          <a:xfrm>
            <a:off x="614886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Textplatzhalter 10">
            <a:extLst>
              <a:ext uri="{FF2B5EF4-FFF2-40B4-BE49-F238E27FC236}">
                <a16:creationId xmlns:a16="http://schemas.microsoft.com/office/drawing/2014/main" id="{CA35989D-505C-18A2-825B-9EA137707CBF}"/>
              </a:ext>
            </a:extLst>
          </p:cNvPr>
          <p:cNvSpPr>
            <a:spLocks noGrp="1"/>
          </p:cNvSpPr>
          <p:nvPr>
            <p:ph type="body" sz="quarter" idx="17"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2" name="Rechteck: eine Ecke abgerundet 1">
            <a:extLst>
              <a:ext uri="{FF2B5EF4-FFF2-40B4-BE49-F238E27FC236}">
                <a16:creationId xmlns:a16="http://schemas.microsoft.com/office/drawing/2014/main" id="{97DA1A44-1C32-EB6B-49D5-BACCD2F57CA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14D9F255-E82D-90BF-4E3D-C4069851B1A2}"/>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6" name="Foliennummernplatzhalter 15">
            <a:extLst>
              <a:ext uri="{FF2B5EF4-FFF2-40B4-BE49-F238E27FC236}">
                <a16:creationId xmlns:a16="http://schemas.microsoft.com/office/drawing/2014/main" id="{E5CA7A41-07A4-E050-F783-AA887F634FF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7" name="Textplatzhalter 16">
            <a:extLst>
              <a:ext uri="{FF2B5EF4-FFF2-40B4-BE49-F238E27FC236}">
                <a16:creationId xmlns:a16="http://schemas.microsoft.com/office/drawing/2014/main" id="{38294961-2697-1668-75F3-840592B7DD67}"/>
              </a:ext>
            </a:extLst>
          </p:cNvPr>
          <p:cNvSpPr>
            <a:spLocks noGrp="1"/>
          </p:cNvSpPr>
          <p:nvPr>
            <p:ph type="body" sz="quarter" idx="18"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1063746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aten-2">
    <p:spTree>
      <p:nvGrpSpPr>
        <p:cNvPr id="1" name=""/>
        <p:cNvGrpSpPr/>
        <p:nvPr/>
      </p:nvGrpSpPr>
      <p:grpSpPr>
        <a:xfrm>
          <a:off x="0" y="0"/>
          <a:ext cx="0" cy="0"/>
          <a:chOff x="0" y="0"/>
          <a:chExt cx="0" cy="0"/>
        </a:xfrm>
      </p:grpSpPr>
      <p:sp>
        <p:nvSpPr>
          <p:cNvPr id="2" name="Gleichschenkliges Dreieck 1">
            <a:extLst>
              <a:ext uri="{FF2B5EF4-FFF2-40B4-BE49-F238E27FC236}">
                <a16:creationId xmlns:a16="http://schemas.microsoft.com/office/drawing/2014/main" id="{74A4CAB5-9919-DAFB-D720-43B46AACBC39}"/>
              </a:ext>
            </a:extLst>
          </p:cNvPr>
          <p:cNvSpPr/>
          <p:nvPr userDrawn="1"/>
        </p:nvSpPr>
        <p:spPr>
          <a:xfrm rot="10800000">
            <a:off x="3501132" y="4467141"/>
            <a:ext cx="5146676" cy="365125"/>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Textplatzhalter 2">
            <a:extLst>
              <a:ext uri="{FF2B5EF4-FFF2-40B4-BE49-F238E27FC236}">
                <a16:creationId xmlns:a16="http://schemas.microsoft.com/office/drawing/2014/main" id="{68B994BE-0C0D-3A3A-E5FB-2D4FAAE11EC2}"/>
              </a:ext>
            </a:extLst>
          </p:cNvPr>
          <p:cNvSpPr>
            <a:spLocks noGrp="1"/>
          </p:cNvSpPr>
          <p:nvPr>
            <p:ph idx="13" hasCustomPrompt="1"/>
          </p:nvPr>
        </p:nvSpPr>
        <p:spPr>
          <a:xfrm>
            <a:off x="600075" y="5017666"/>
            <a:ext cx="10948790" cy="922334"/>
          </a:xfrm>
          <a:prstGeom prst="roundRect">
            <a:avLst>
              <a:gd name="adj" fmla="val 1624"/>
            </a:avLst>
          </a:prstGeom>
          <a:ln w="12700">
            <a:solidFill>
              <a:schemeClr val="accent1"/>
            </a:solidFill>
          </a:ln>
        </p:spPr>
        <p:txBody>
          <a:bodyPr vert="horz" lIns="91440" tIns="45720" rIns="91440" bIns="45720" rtlCol="0">
            <a:no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endParaRPr lang="de-DE"/>
          </a:p>
        </p:txBody>
      </p:sp>
      <p:sp>
        <p:nvSpPr>
          <p:cNvPr id="9" name="Fußzeilenplatzhalter 4">
            <a:extLst>
              <a:ext uri="{FF2B5EF4-FFF2-40B4-BE49-F238E27FC236}">
                <a16:creationId xmlns:a16="http://schemas.microsoft.com/office/drawing/2014/main" id="{7DCC3930-B7C1-6613-24A0-D61B0EBACDE3}"/>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9" name="Grafik 18" descr="Ein Bild, das Grafiken, Schrift, Text, Grafikdesign enthält.&#10;&#10;Automatisch generierte Beschreibung">
            <a:extLst>
              <a:ext uri="{FF2B5EF4-FFF2-40B4-BE49-F238E27FC236}">
                <a16:creationId xmlns:a16="http://schemas.microsoft.com/office/drawing/2014/main" id="{1038FE6A-C9F4-C651-6584-B0B0AD802B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9" name="Textplatzhalter 2">
            <a:extLst>
              <a:ext uri="{FF2B5EF4-FFF2-40B4-BE49-F238E27FC236}">
                <a16:creationId xmlns:a16="http://schemas.microsoft.com/office/drawing/2014/main" id="{7E7D7335-C457-6565-CCDB-DB94BFA37B95}"/>
              </a:ext>
            </a:extLst>
          </p:cNvPr>
          <p:cNvSpPr>
            <a:spLocks noGrp="1"/>
          </p:cNvSpPr>
          <p:nvPr>
            <p:ph idx="1" hasCustomPrompt="1"/>
          </p:nvPr>
        </p:nvSpPr>
        <p:spPr>
          <a:xfrm>
            <a:off x="600075" y="2166943"/>
            <a:ext cx="5400000" cy="211479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30" name="Textplatzhalter 2">
            <a:extLst>
              <a:ext uri="{FF2B5EF4-FFF2-40B4-BE49-F238E27FC236}">
                <a16:creationId xmlns:a16="http://schemas.microsoft.com/office/drawing/2014/main" id="{4A35351F-E0E9-88C8-F1B6-4BD2FAD20E33}"/>
              </a:ext>
            </a:extLst>
          </p:cNvPr>
          <p:cNvSpPr>
            <a:spLocks noGrp="1"/>
          </p:cNvSpPr>
          <p:nvPr>
            <p:ph idx="12" hasCustomPrompt="1"/>
          </p:nvPr>
        </p:nvSpPr>
        <p:spPr>
          <a:xfrm>
            <a:off x="6148865" y="2166943"/>
            <a:ext cx="5400000" cy="2114799"/>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31" name="Rechteck: abgerundete Ecken 30">
            <a:extLst>
              <a:ext uri="{FF2B5EF4-FFF2-40B4-BE49-F238E27FC236}">
                <a16:creationId xmlns:a16="http://schemas.microsoft.com/office/drawing/2014/main" id="{2A03A335-1A1D-1C8F-3130-B13A1B4F2FB1}"/>
              </a:ext>
            </a:extLst>
          </p:cNvPr>
          <p:cNvSpPr/>
          <p:nvPr userDrawn="1"/>
        </p:nvSpPr>
        <p:spPr>
          <a:xfrm>
            <a:off x="60007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platzhalter 10">
            <a:extLst>
              <a:ext uri="{FF2B5EF4-FFF2-40B4-BE49-F238E27FC236}">
                <a16:creationId xmlns:a16="http://schemas.microsoft.com/office/drawing/2014/main" id="{54AD5386-4096-798C-3902-3CB7609F0B08}"/>
              </a:ext>
            </a:extLst>
          </p:cNvPr>
          <p:cNvSpPr>
            <a:spLocks noGrp="1"/>
          </p:cNvSpPr>
          <p:nvPr>
            <p:ph type="body" sz="quarter" idx="17"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33" name="Rechteck: abgerundete Ecken 32">
            <a:extLst>
              <a:ext uri="{FF2B5EF4-FFF2-40B4-BE49-F238E27FC236}">
                <a16:creationId xmlns:a16="http://schemas.microsoft.com/office/drawing/2014/main" id="{8D24E60F-F2FF-2DC4-BB84-D29CA1A3EC76}"/>
              </a:ext>
            </a:extLst>
          </p:cNvPr>
          <p:cNvSpPr/>
          <p:nvPr userDrawn="1"/>
        </p:nvSpPr>
        <p:spPr>
          <a:xfrm>
            <a:off x="614886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Textplatzhalter 10">
            <a:extLst>
              <a:ext uri="{FF2B5EF4-FFF2-40B4-BE49-F238E27FC236}">
                <a16:creationId xmlns:a16="http://schemas.microsoft.com/office/drawing/2014/main" id="{050EAC65-74E0-3B1A-02CD-7BE743903731}"/>
              </a:ext>
            </a:extLst>
          </p:cNvPr>
          <p:cNvSpPr>
            <a:spLocks noGrp="1"/>
          </p:cNvSpPr>
          <p:nvPr>
            <p:ph type="body" sz="quarter" idx="18"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35" name="Titelplatzhalter 1">
            <a:extLst>
              <a:ext uri="{FF2B5EF4-FFF2-40B4-BE49-F238E27FC236}">
                <a16:creationId xmlns:a16="http://schemas.microsoft.com/office/drawing/2014/main" id="{924F7450-1A2B-EC67-5D19-0715B054C56C}"/>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a:t>[Action Title]</a:t>
            </a:r>
            <a:br>
              <a:rPr lang="de-DE"/>
            </a:br>
            <a:r>
              <a:rPr lang="de-DE"/>
              <a:t>[Action Title]</a:t>
            </a:r>
          </a:p>
        </p:txBody>
      </p:sp>
      <p:sp>
        <p:nvSpPr>
          <p:cNvPr id="3" name="Rechteck: eine Ecke abgerundet 2">
            <a:extLst>
              <a:ext uri="{FF2B5EF4-FFF2-40B4-BE49-F238E27FC236}">
                <a16:creationId xmlns:a16="http://schemas.microsoft.com/office/drawing/2014/main" id="{ED38B081-AD68-8032-C59F-F3B3C96AE0F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5BB64A40-658D-3093-0E32-4E1A8498A696}"/>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7" name="Foliennummernplatzhalter 15">
            <a:extLst>
              <a:ext uri="{FF2B5EF4-FFF2-40B4-BE49-F238E27FC236}">
                <a16:creationId xmlns:a16="http://schemas.microsoft.com/office/drawing/2014/main" id="{18AB5581-7214-9A2C-6A60-34D8E71B399D}"/>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8" name="Textplatzhalter 16">
            <a:extLst>
              <a:ext uri="{FF2B5EF4-FFF2-40B4-BE49-F238E27FC236}">
                <a16:creationId xmlns:a16="http://schemas.microsoft.com/office/drawing/2014/main" id="{B7FBA310-FD56-DCD5-80EB-C15A1FF52E24}"/>
              </a:ext>
            </a:extLst>
          </p:cNvPr>
          <p:cNvSpPr>
            <a:spLocks noGrp="1"/>
          </p:cNvSpPr>
          <p:nvPr>
            <p:ph type="body" sz="quarter" idx="19"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1352086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ten-3">
    <p:spTree>
      <p:nvGrpSpPr>
        <p:cNvPr id="1" name=""/>
        <p:cNvGrpSpPr/>
        <p:nvPr/>
      </p:nvGrpSpPr>
      <p:grpSpPr>
        <a:xfrm>
          <a:off x="0" y="0"/>
          <a:ext cx="0" cy="0"/>
          <a:chOff x="0" y="0"/>
          <a:chExt cx="0" cy="0"/>
        </a:xfrm>
      </p:grpSpPr>
      <p:sp>
        <p:nvSpPr>
          <p:cNvPr id="2" name="Gleichschenkliges Dreieck 1">
            <a:extLst>
              <a:ext uri="{FF2B5EF4-FFF2-40B4-BE49-F238E27FC236}">
                <a16:creationId xmlns:a16="http://schemas.microsoft.com/office/drawing/2014/main" id="{74A4CAB5-9919-DAFB-D720-43B46AACBC39}"/>
              </a:ext>
            </a:extLst>
          </p:cNvPr>
          <p:cNvSpPr/>
          <p:nvPr userDrawn="1"/>
        </p:nvSpPr>
        <p:spPr>
          <a:xfrm rot="10800000">
            <a:off x="3501132" y="4467141"/>
            <a:ext cx="5146676" cy="365125"/>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Fußzeilenplatzhalter 4">
            <a:extLst>
              <a:ext uri="{FF2B5EF4-FFF2-40B4-BE49-F238E27FC236}">
                <a16:creationId xmlns:a16="http://schemas.microsoft.com/office/drawing/2014/main" id="{7DCC3930-B7C1-6613-24A0-D61B0EBACDE3}"/>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9" name="Grafik 18" descr="Ein Bild, das Grafiken, Schrift, Text, Grafikdesign enthält.&#10;&#10;Automatisch generierte Beschreibung">
            <a:extLst>
              <a:ext uri="{FF2B5EF4-FFF2-40B4-BE49-F238E27FC236}">
                <a16:creationId xmlns:a16="http://schemas.microsoft.com/office/drawing/2014/main" id="{1038FE6A-C9F4-C651-6584-B0B0AD802B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9" name="Textplatzhalter 2">
            <a:extLst>
              <a:ext uri="{FF2B5EF4-FFF2-40B4-BE49-F238E27FC236}">
                <a16:creationId xmlns:a16="http://schemas.microsoft.com/office/drawing/2014/main" id="{7E7D7335-C457-6565-CCDB-DB94BFA37B95}"/>
              </a:ext>
            </a:extLst>
          </p:cNvPr>
          <p:cNvSpPr>
            <a:spLocks noGrp="1"/>
          </p:cNvSpPr>
          <p:nvPr>
            <p:ph idx="1" hasCustomPrompt="1"/>
          </p:nvPr>
        </p:nvSpPr>
        <p:spPr>
          <a:xfrm>
            <a:off x="600075" y="2166943"/>
            <a:ext cx="5400000" cy="2114799"/>
          </a:xfrm>
          <a:prstGeom prst="roundRect">
            <a:avLst>
              <a:gd name="adj" fmla="val 1624"/>
            </a:avLst>
          </a:prstGeom>
          <a:ln w="12700">
            <a:solidFill>
              <a:schemeClr val="tx2"/>
            </a:solidFill>
          </a:ln>
        </p:spPr>
        <p:txBody>
          <a:bodyPr vert="horz" lIns="91440" tIns="45720" rIns="91440" bIns="45720" rtlCol="0">
            <a:normAutofit/>
          </a:bodyPr>
          <a:lstStyle>
            <a:lvl1pPr marL="457200" indent="-457200">
              <a:lnSpc>
                <a:spcPct val="150000"/>
              </a:lnSpc>
              <a:buClr>
                <a:schemeClr val="tx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30" name="Textplatzhalter 2">
            <a:extLst>
              <a:ext uri="{FF2B5EF4-FFF2-40B4-BE49-F238E27FC236}">
                <a16:creationId xmlns:a16="http://schemas.microsoft.com/office/drawing/2014/main" id="{4A35351F-E0E9-88C8-F1B6-4BD2FAD20E33}"/>
              </a:ext>
            </a:extLst>
          </p:cNvPr>
          <p:cNvSpPr>
            <a:spLocks noGrp="1"/>
          </p:cNvSpPr>
          <p:nvPr>
            <p:ph idx="12" hasCustomPrompt="1"/>
          </p:nvPr>
        </p:nvSpPr>
        <p:spPr>
          <a:xfrm>
            <a:off x="6148865" y="2166943"/>
            <a:ext cx="5400000" cy="2114799"/>
          </a:xfrm>
          <a:prstGeom prst="roundRect">
            <a:avLst>
              <a:gd name="adj" fmla="val 1624"/>
            </a:avLst>
          </a:prstGeom>
          <a:ln w="12700">
            <a:solidFill>
              <a:schemeClr val="tx2"/>
            </a:solidFill>
          </a:ln>
        </p:spPr>
        <p:txBody>
          <a:bodyPr vert="horz" lIns="91440" tIns="45720" rIns="91440" bIns="45720" rtlCol="0">
            <a:normAutofit/>
          </a:bodyPr>
          <a:lstStyle>
            <a:lvl1pPr marL="457200" indent="-457200">
              <a:lnSpc>
                <a:spcPct val="150000"/>
              </a:lnSpc>
              <a:buClr>
                <a:schemeClr val="tx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31" name="Rechteck: abgerundete Ecken 30">
            <a:extLst>
              <a:ext uri="{FF2B5EF4-FFF2-40B4-BE49-F238E27FC236}">
                <a16:creationId xmlns:a16="http://schemas.microsoft.com/office/drawing/2014/main" id="{2A03A335-1A1D-1C8F-3130-B13A1B4F2FB1}"/>
              </a:ext>
            </a:extLst>
          </p:cNvPr>
          <p:cNvSpPr/>
          <p:nvPr userDrawn="1"/>
        </p:nvSpPr>
        <p:spPr>
          <a:xfrm>
            <a:off x="600075" y="1618599"/>
            <a:ext cx="5400000"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platzhalter 10">
            <a:extLst>
              <a:ext uri="{FF2B5EF4-FFF2-40B4-BE49-F238E27FC236}">
                <a16:creationId xmlns:a16="http://schemas.microsoft.com/office/drawing/2014/main" id="{54AD5386-4096-798C-3902-3CB7609F0B08}"/>
              </a:ext>
            </a:extLst>
          </p:cNvPr>
          <p:cNvSpPr>
            <a:spLocks noGrp="1"/>
          </p:cNvSpPr>
          <p:nvPr>
            <p:ph type="body" sz="quarter" idx="17"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33" name="Rechteck: abgerundete Ecken 32">
            <a:extLst>
              <a:ext uri="{FF2B5EF4-FFF2-40B4-BE49-F238E27FC236}">
                <a16:creationId xmlns:a16="http://schemas.microsoft.com/office/drawing/2014/main" id="{8D24E60F-F2FF-2DC4-BB84-D29CA1A3EC76}"/>
              </a:ext>
            </a:extLst>
          </p:cNvPr>
          <p:cNvSpPr/>
          <p:nvPr userDrawn="1"/>
        </p:nvSpPr>
        <p:spPr>
          <a:xfrm>
            <a:off x="6148865" y="1618599"/>
            <a:ext cx="5400000"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Textplatzhalter 10">
            <a:extLst>
              <a:ext uri="{FF2B5EF4-FFF2-40B4-BE49-F238E27FC236}">
                <a16:creationId xmlns:a16="http://schemas.microsoft.com/office/drawing/2014/main" id="{050EAC65-74E0-3B1A-02CD-7BE743903731}"/>
              </a:ext>
            </a:extLst>
          </p:cNvPr>
          <p:cNvSpPr>
            <a:spLocks noGrp="1"/>
          </p:cNvSpPr>
          <p:nvPr>
            <p:ph type="body" sz="quarter" idx="18"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10" name="Rechteck: abgerundete Ecken 9">
            <a:extLst>
              <a:ext uri="{FF2B5EF4-FFF2-40B4-BE49-F238E27FC236}">
                <a16:creationId xmlns:a16="http://schemas.microsoft.com/office/drawing/2014/main" id="{6FAD2FFE-B37B-FC34-61DA-72154EF331C1}"/>
              </a:ext>
            </a:extLst>
          </p:cNvPr>
          <p:cNvSpPr/>
          <p:nvPr userDrawn="1"/>
        </p:nvSpPr>
        <p:spPr>
          <a:xfrm>
            <a:off x="600075" y="5012215"/>
            <a:ext cx="10948790" cy="9277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platzhalter 10">
            <a:extLst>
              <a:ext uri="{FF2B5EF4-FFF2-40B4-BE49-F238E27FC236}">
                <a16:creationId xmlns:a16="http://schemas.microsoft.com/office/drawing/2014/main" id="{CE0B3DF0-17E2-032D-2A18-BB8971453B47}"/>
              </a:ext>
            </a:extLst>
          </p:cNvPr>
          <p:cNvSpPr>
            <a:spLocks noGrp="1"/>
          </p:cNvSpPr>
          <p:nvPr>
            <p:ph type="body" sz="quarter" idx="19" hasCustomPrompt="1"/>
          </p:nvPr>
        </p:nvSpPr>
        <p:spPr>
          <a:xfrm>
            <a:off x="709913" y="5149049"/>
            <a:ext cx="10772176" cy="654116"/>
          </a:xfrm>
          <a:ln>
            <a:noFill/>
          </a:ln>
        </p:spPr>
        <p:txBody>
          <a:bodyPr anchor="ctr">
            <a:normAutofit/>
          </a:bodyPr>
          <a:lstStyle>
            <a:lvl1pPr marL="0" indent="0" algn="ctr">
              <a:buNone/>
              <a:defRPr sz="1800" b="1">
                <a:solidFill>
                  <a:schemeClr val="bg1"/>
                </a:solidFill>
                <a:latin typeface="+mn-lt"/>
              </a:defRPr>
            </a:lvl1pPr>
          </a:lstStyle>
          <a:p>
            <a:pPr lvl="0"/>
            <a:r>
              <a:rPr lang="de-DE"/>
              <a:t>[Fazit]</a:t>
            </a:r>
          </a:p>
        </p:txBody>
      </p:sp>
      <p:sp>
        <p:nvSpPr>
          <p:cNvPr id="12" name="Titelplatzhalter 1">
            <a:extLst>
              <a:ext uri="{FF2B5EF4-FFF2-40B4-BE49-F238E27FC236}">
                <a16:creationId xmlns:a16="http://schemas.microsoft.com/office/drawing/2014/main" id="{A6D70858-BCFA-C75F-26E1-29E2E590E39A}"/>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a:t>[Action Title]</a:t>
            </a:r>
            <a:br>
              <a:rPr lang="de-DE"/>
            </a:br>
            <a:r>
              <a:rPr lang="de-DE"/>
              <a:t>[Action Title]</a:t>
            </a:r>
          </a:p>
        </p:txBody>
      </p:sp>
      <p:sp>
        <p:nvSpPr>
          <p:cNvPr id="3" name="Rechteck: eine Ecke abgerundet 2">
            <a:extLst>
              <a:ext uri="{FF2B5EF4-FFF2-40B4-BE49-F238E27FC236}">
                <a16:creationId xmlns:a16="http://schemas.microsoft.com/office/drawing/2014/main" id="{610BA431-6756-8496-9992-0DAA1491B0C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5" name="Foliennummernplatzhalter 15">
            <a:extLst>
              <a:ext uri="{FF2B5EF4-FFF2-40B4-BE49-F238E27FC236}">
                <a16:creationId xmlns:a16="http://schemas.microsoft.com/office/drawing/2014/main" id="{F16C3F51-9019-E616-A9FB-BCE7FE11BD13}"/>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6" name="Foliennummernplatzhalter 15">
            <a:extLst>
              <a:ext uri="{FF2B5EF4-FFF2-40B4-BE49-F238E27FC236}">
                <a16:creationId xmlns:a16="http://schemas.microsoft.com/office/drawing/2014/main" id="{3D3E75E8-1CE2-4868-73A0-F87DFB181172}"/>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7" name="Textplatzhalter 16">
            <a:extLst>
              <a:ext uri="{FF2B5EF4-FFF2-40B4-BE49-F238E27FC236}">
                <a16:creationId xmlns:a16="http://schemas.microsoft.com/office/drawing/2014/main" id="{6DB3E076-69A3-F3C9-57BA-44E35E999803}"/>
              </a:ext>
            </a:extLst>
          </p:cNvPr>
          <p:cNvSpPr>
            <a:spLocks noGrp="1"/>
          </p:cNvSpPr>
          <p:nvPr>
            <p:ph type="body" sz="quarter" idx="20"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35317124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aten-4">
    <p:spTree>
      <p:nvGrpSpPr>
        <p:cNvPr id="1" name=""/>
        <p:cNvGrpSpPr/>
        <p:nvPr/>
      </p:nvGrpSpPr>
      <p:grpSpPr>
        <a:xfrm>
          <a:off x="0" y="0"/>
          <a:ext cx="0" cy="0"/>
          <a:chOff x="0" y="0"/>
          <a:chExt cx="0" cy="0"/>
        </a:xfrm>
      </p:grpSpPr>
      <p:sp>
        <p:nvSpPr>
          <p:cNvPr id="22" name="Textplatzhalter 2">
            <a:extLst>
              <a:ext uri="{FF2B5EF4-FFF2-40B4-BE49-F238E27FC236}">
                <a16:creationId xmlns:a16="http://schemas.microsoft.com/office/drawing/2014/main" id="{1FBA69DC-331E-1C79-5A23-95B757FB94DD}"/>
              </a:ext>
            </a:extLst>
          </p:cNvPr>
          <p:cNvSpPr>
            <a:spLocks noGrp="1"/>
          </p:cNvSpPr>
          <p:nvPr>
            <p:ph idx="12" hasCustomPrompt="1"/>
          </p:nvPr>
        </p:nvSpPr>
        <p:spPr>
          <a:xfrm>
            <a:off x="8020865" y="2163672"/>
            <a:ext cx="3528000" cy="2123521"/>
          </a:xfrm>
          <a:prstGeom prst="roundRect">
            <a:avLst>
              <a:gd name="adj" fmla="val 1624"/>
            </a:avLst>
          </a:prstGeom>
          <a:ln w="12700">
            <a:solidFill>
              <a:schemeClr val="tx1"/>
            </a:solidFill>
            <a:extLst>
              <a:ext uri="{C807C97D-BFC1-408E-A445-0C87EB9F89A2}">
                <ask:lineSketchStyleProps xmlns:ask="http://schemas.microsoft.com/office/drawing/2018/sketchyshapes" sd="1219033472">
                  <a:custGeom>
                    <a:avLst/>
                    <a:gdLst>
                      <a:gd name="connsiteX0" fmla="*/ 0 w 4860000"/>
                      <a:gd name="connsiteY0" fmla="*/ 35348 h 2176611"/>
                      <a:gd name="connsiteX1" fmla="*/ 35348 w 4860000"/>
                      <a:gd name="connsiteY1" fmla="*/ 0 h 2176611"/>
                      <a:gd name="connsiteX2" fmla="*/ 634011 w 4860000"/>
                      <a:gd name="connsiteY2" fmla="*/ 0 h 2176611"/>
                      <a:gd name="connsiteX3" fmla="*/ 1136888 w 4860000"/>
                      <a:gd name="connsiteY3" fmla="*/ 0 h 2176611"/>
                      <a:gd name="connsiteX4" fmla="*/ 1591872 w 4860000"/>
                      <a:gd name="connsiteY4" fmla="*/ 0 h 2176611"/>
                      <a:gd name="connsiteX5" fmla="*/ 2094749 w 4860000"/>
                      <a:gd name="connsiteY5" fmla="*/ 0 h 2176611"/>
                      <a:gd name="connsiteX6" fmla="*/ 2741305 w 4860000"/>
                      <a:gd name="connsiteY6" fmla="*/ 0 h 2176611"/>
                      <a:gd name="connsiteX7" fmla="*/ 3244182 w 4860000"/>
                      <a:gd name="connsiteY7" fmla="*/ 0 h 2176611"/>
                      <a:gd name="connsiteX8" fmla="*/ 3699166 w 4860000"/>
                      <a:gd name="connsiteY8" fmla="*/ 0 h 2176611"/>
                      <a:gd name="connsiteX9" fmla="*/ 4202042 w 4860000"/>
                      <a:gd name="connsiteY9" fmla="*/ 0 h 2176611"/>
                      <a:gd name="connsiteX10" fmla="*/ 4824652 w 4860000"/>
                      <a:gd name="connsiteY10" fmla="*/ 0 h 2176611"/>
                      <a:gd name="connsiteX11" fmla="*/ 4860000 w 4860000"/>
                      <a:gd name="connsiteY11" fmla="*/ 35348 h 2176611"/>
                      <a:gd name="connsiteX12" fmla="*/ 4860000 w 4860000"/>
                      <a:gd name="connsiteY12" fmla="*/ 498649 h 2176611"/>
                      <a:gd name="connsiteX13" fmla="*/ 4860000 w 4860000"/>
                      <a:gd name="connsiteY13" fmla="*/ 1025128 h 2176611"/>
                      <a:gd name="connsiteX14" fmla="*/ 4860000 w 4860000"/>
                      <a:gd name="connsiteY14" fmla="*/ 1593725 h 2176611"/>
                      <a:gd name="connsiteX15" fmla="*/ 4860000 w 4860000"/>
                      <a:gd name="connsiteY15" fmla="*/ 2141263 h 2176611"/>
                      <a:gd name="connsiteX16" fmla="*/ 4824652 w 4860000"/>
                      <a:gd name="connsiteY16" fmla="*/ 2176611 h 2176611"/>
                      <a:gd name="connsiteX17" fmla="*/ 4273882 w 4860000"/>
                      <a:gd name="connsiteY17" fmla="*/ 2176611 h 2176611"/>
                      <a:gd name="connsiteX18" fmla="*/ 3675219 w 4860000"/>
                      <a:gd name="connsiteY18" fmla="*/ 2176611 h 2176611"/>
                      <a:gd name="connsiteX19" fmla="*/ 3220235 w 4860000"/>
                      <a:gd name="connsiteY19" fmla="*/ 2176611 h 2176611"/>
                      <a:gd name="connsiteX20" fmla="*/ 2525786 w 4860000"/>
                      <a:gd name="connsiteY20" fmla="*/ 2176611 h 2176611"/>
                      <a:gd name="connsiteX21" fmla="*/ 1927123 w 4860000"/>
                      <a:gd name="connsiteY21" fmla="*/ 2176611 h 2176611"/>
                      <a:gd name="connsiteX22" fmla="*/ 1232674 w 4860000"/>
                      <a:gd name="connsiteY22" fmla="*/ 2176611 h 2176611"/>
                      <a:gd name="connsiteX23" fmla="*/ 681904 w 4860000"/>
                      <a:gd name="connsiteY23" fmla="*/ 2176611 h 2176611"/>
                      <a:gd name="connsiteX24" fmla="*/ 35348 w 4860000"/>
                      <a:gd name="connsiteY24" fmla="*/ 2176611 h 2176611"/>
                      <a:gd name="connsiteX25" fmla="*/ 0 w 4860000"/>
                      <a:gd name="connsiteY25" fmla="*/ 2141263 h 2176611"/>
                      <a:gd name="connsiteX26" fmla="*/ 0 w 4860000"/>
                      <a:gd name="connsiteY26" fmla="*/ 1614784 h 2176611"/>
                      <a:gd name="connsiteX27" fmla="*/ 0 w 4860000"/>
                      <a:gd name="connsiteY27" fmla="*/ 1067246 h 2176611"/>
                      <a:gd name="connsiteX28" fmla="*/ 0 w 4860000"/>
                      <a:gd name="connsiteY28" fmla="*/ 498649 h 2176611"/>
                      <a:gd name="connsiteX29" fmla="*/ 0 w 4860000"/>
                      <a:gd name="connsiteY29" fmla="*/ 35348 h 2176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60000" h="2176611" fill="none" extrusionOk="0">
                        <a:moveTo>
                          <a:pt x="0" y="35348"/>
                        </a:moveTo>
                        <a:cubicBezTo>
                          <a:pt x="-692" y="17983"/>
                          <a:pt x="14591" y="-3890"/>
                          <a:pt x="35348" y="0"/>
                        </a:cubicBezTo>
                        <a:cubicBezTo>
                          <a:pt x="305960" y="-44497"/>
                          <a:pt x="338662" y="46840"/>
                          <a:pt x="634011" y="0"/>
                        </a:cubicBezTo>
                        <a:cubicBezTo>
                          <a:pt x="929360" y="-46840"/>
                          <a:pt x="922256" y="40136"/>
                          <a:pt x="1136888" y="0"/>
                        </a:cubicBezTo>
                        <a:cubicBezTo>
                          <a:pt x="1351520" y="-40136"/>
                          <a:pt x="1433993" y="32934"/>
                          <a:pt x="1591872" y="0"/>
                        </a:cubicBezTo>
                        <a:cubicBezTo>
                          <a:pt x="1749751" y="-32934"/>
                          <a:pt x="1967979" y="40493"/>
                          <a:pt x="2094749" y="0"/>
                        </a:cubicBezTo>
                        <a:cubicBezTo>
                          <a:pt x="2221519" y="-40493"/>
                          <a:pt x="2547148" y="12737"/>
                          <a:pt x="2741305" y="0"/>
                        </a:cubicBezTo>
                        <a:cubicBezTo>
                          <a:pt x="2935462" y="-12737"/>
                          <a:pt x="3001051" y="12453"/>
                          <a:pt x="3244182" y="0"/>
                        </a:cubicBezTo>
                        <a:cubicBezTo>
                          <a:pt x="3487313" y="-12453"/>
                          <a:pt x="3530597" y="53629"/>
                          <a:pt x="3699166" y="0"/>
                        </a:cubicBezTo>
                        <a:cubicBezTo>
                          <a:pt x="3867735" y="-53629"/>
                          <a:pt x="3951437" y="27572"/>
                          <a:pt x="4202042" y="0"/>
                        </a:cubicBezTo>
                        <a:cubicBezTo>
                          <a:pt x="4452647" y="-27572"/>
                          <a:pt x="4656119" y="65621"/>
                          <a:pt x="4824652" y="0"/>
                        </a:cubicBezTo>
                        <a:cubicBezTo>
                          <a:pt x="4841639" y="304"/>
                          <a:pt x="4863920" y="19944"/>
                          <a:pt x="4860000" y="35348"/>
                        </a:cubicBezTo>
                        <a:cubicBezTo>
                          <a:pt x="4904396" y="259763"/>
                          <a:pt x="4842591" y="350900"/>
                          <a:pt x="4860000" y="498649"/>
                        </a:cubicBezTo>
                        <a:cubicBezTo>
                          <a:pt x="4877409" y="646398"/>
                          <a:pt x="4850902" y="824458"/>
                          <a:pt x="4860000" y="1025128"/>
                        </a:cubicBezTo>
                        <a:cubicBezTo>
                          <a:pt x="4869098" y="1225798"/>
                          <a:pt x="4798252" y="1473592"/>
                          <a:pt x="4860000" y="1593725"/>
                        </a:cubicBezTo>
                        <a:cubicBezTo>
                          <a:pt x="4921748" y="1713858"/>
                          <a:pt x="4840475" y="2019537"/>
                          <a:pt x="4860000" y="2141263"/>
                        </a:cubicBezTo>
                        <a:cubicBezTo>
                          <a:pt x="4859293" y="2163375"/>
                          <a:pt x="4847078" y="2171720"/>
                          <a:pt x="4824652" y="2176611"/>
                        </a:cubicBezTo>
                        <a:cubicBezTo>
                          <a:pt x="4694586" y="2226213"/>
                          <a:pt x="4479575" y="2169709"/>
                          <a:pt x="4273882" y="2176611"/>
                        </a:cubicBezTo>
                        <a:cubicBezTo>
                          <a:pt x="4068189" y="2183513"/>
                          <a:pt x="3795887" y="2131686"/>
                          <a:pt x="3675219" y="2176611"/>
                        </a:cubicBezTo>
                        <a:cubicBezTo>
                          <a:pt x="3554551" y="2221536"/>
                          <a:pt x="3433683" y="2148276"/>
                          <a:pt x="3220235" y="2176611"/>
                        </a:cubicBezTo>
                        <a:cubicBezTo>
                          <a:pt x="3006787" y="2204946"/>
                          <a:pt x="2863939" y="2159612"/>
                          <a:pt x="2525786" y="2176611"/>
                        </a:cubicBezTo>
                        <a:cubicBezTo>
                          <a:pt x="2187633" y="2193610"/>
                          <a:pt x="2147408" y="2140402"/>
                          <a:pt x="1927123" y="2176611"/>
                        </a:cubicBezTo>
                        <a:cubicBezTo>
                          <a:pt x="1706838" y="2212820"/>
                          <a:pt x="1415913" y="2140451"/>
                          <a:pt x="1232674" y="2176611"/>
                        </a:cubicBezTo>
                        <a:cubicBezTo>
                          <a:pt x="1049435" y="2212771"/>
                          <a:pt x="901046" y="2116355"/>
                          <a:pt x="681904" y="2176611"/>
                        </a:cubicBezTo>
                        <a:cubicBezTo>
                          <a:pt x="462762" y="2236867"/>
                          <a:pt x="251995" y="2130044"/>
                          <a:pt x="35348" y="2176611"/>
                        </a:cubicBezTo>
                        <a:cubicBezTo>
                          <a:pt x="14156" y="2181656"/>
                          <a:pt x="1958" y="2164234"/>
                          <a:pt x="0" y="2141263"/>
                        </a:cubicBezTo>
                        <a:cubicBezTo>
                          <a:pt x="-17322" y="1897626"/>
                          <a:pt x="43978" y="1878012"/>
                          <a:pt x="0" y="1614784"/>
                        </a:cubicBezTo>
                        <a:cubicBezTo>
                          <a:pt x="-43978" y="1351556"/>
                          <a:pt x="44253" y="1181574"/>
                          <a:pt x="0" y="1067246"/>
                        </a:cubicBezTo>
                        <a:cubicBezTo>
                          <a:pt x="-44253" y="952918"/>
                          <a:pt x="43823" y="684278"/>
                          <a:pt x="0" y="498649"/>
                        </a:cubicBezTo>
                        <a:cubicBezTo>
                          <a:pt x="-43823" y="313020"/>
                          <a:pt x="3613" y="140499"/>
                          <a:pt x="0" y="35348"/>
                        </a:cubicBezTo>
                        <a:close/>
                      </a:path>
                      <a:path w="4860000" h="2176611" stroke="0" extrusionOk="0">
                        <a:moveTo>
                          <a:pt x="0" y="35348"/>
                        </a:moveTo>
                        <a:cubicBezTo>
                          <a:pt x="-4182" y="13247"/>
                          <a:pt x="13982" y="692"/>
                          <a:pt x="35348" y="0"/>
                        </a:cubicBezTo>
                        <a:cubicBezTo>
                          <a:pt x="324454" y="-74122"/>
                          <a:pt x="581278" y="35531"/>
                          <a:pt x="729797" y="0"/>
                        </a:cubicBezTo>
                        <a:cubicBezTo>
                          <a:pt x="878316" y="-35531"/>
                          <a:pt x="1108931" y="31658"/>
                          <a:pt x="1280567" y="0"/>
                        </a:cubicBezTo>
                        <a:cubicBezTo>
                          <a:pt x="1452203" y="-31658"/>
                          <a:pt x="1661332" y="10040"/>
                          <a:pt x="1783444" y="0"/>
                        </a:cubicBezTo>
                        <a:cubicBezTo>
                          <a:pt x="1905556" y="-10040"/>
                          <a:pt x="2141664" y="9767"/>
                          <a:pt x="2430000" y="0"/>
                        </a:cubicBezTo>
                        <a:cubicBezTo>
                          <a:pt x="2718336" y="-9767"/>
                          <a:pt x="2845232" y="31003"/>
                          <a:pt x="2980770" y="0"/>
                        </a:cubicBezTo>
                        <a:cubicBezTo>
                          <a:pt x="3116308" y="-31003"/>
                          <a:pt x="3462310" y="53302"/>
                          <a:pt x="3675219" y="0"/>
                        </a:cubicBezTo>
                        <a:cubicBezTo>
                          <a:pt x="3888128" y="-53302"/>
                          <a:pt x="3941456" y="45273"/>
                          <a:pt x="4178096" y="0"/>
                        </a:cubicBezTo>
                        <a:cubicBezTo>
                          <a:pt x="4414736" y="-45273"/>
                          <a:pt x="4620244" y="58037"/>
                          <a:pt x="4824652" y="0"/>
                        </a:cubicBezTo>
                        <a:cubicBezTo>
                          <a:pt x="4847072" y="697"/>
                          <a:pt x="4854657" y="14962"/>
                          <a:pt x="4860000" y="35348"/>
                        </a:cubicBezTo>
                        <a:cubicBezTo>
                          <a:pt x="4922089" y="164527"/>
                          <a:pt x="4830209" y="432852"/>
                          <a:pt x="4860000" y="561827"/>
                        </a:cubicBezTo>
                        <a:cubicBezTo>
                          <a:pt x="4889791" y="690802"/>
                          <a:pt x="4831472" y="897347"/>
                          <a:pt x="4860000" y="1067246"/>
                        </a:cubicBezTo>
                        <a:cubicBezTo>
                          <a:pt x="4888528" y="1237145"/>
                          <a:pt x="4824631" y="1355105"/>
                          <a:pt x="4860000" y="1635843"/>
                        </a:cubicBezTo>
                        <a:cubicBezTo>
                          <a:pt x="4895369" y="1916581"/>
                          <a:pt x="4833053" y="1917600"/>
                          <a:pt x="4860000" y="2141263"/>
                        </a:cubicBezTo>
                        <a:cubicBezTo>
                          <a:pt x="4856849" y="2161302"/>
                          <a:pt x="4839914" y="2173672"/>
                          <a:pt x="4824652" y="2176611"/>
                        </a:cubicBezTo>
                        <a:cubicBezTo>
                          <a:pt x="4513962" y="2181808"/>
                          <a:pt x="4312908" y="2108055"/>
                          <a:pt x="4178096" y="2176611"/>
                        </a:cubicBezTo>
                        <a:cubicBezTo>
                          <a:pt x="4043284" y="2245167"/>
                          <a:pt x="3875867" y="2134995"/>
                          <a:pt x="3579433" y="2176611"/>
                        </a:cubicBezTo>
                        <a:cubicBezTo>
                          <a:pt x="3282999" y="2218227"/>
                          <a:pt x="3259968" y="2169574"/>
                          <a:pt x="3124449" y="2176611"/>
                        </a:cubicBezTo>
                        <a:cubicBezTo>
                          <a:pt x="2988930" y="2183648"/>
                          <a:pt x="2853079" y="2150349"/>
                          <a:pt x="2621572" y="2176611"/>
                        </a:cubicBezTo>
                        <a:cubicBezTo>
                          <a:pt x="2390065" y="2202873"/>
                          <a:pt x="2145516" y="2153911"/>
                          <a:pt x="1927123" y="2176611"/>
                        </a:cubicBezTo>
                        <a:cubicBezTo>
                          <a:pt x="1708730" y="2199311"/>
                          <a:pt x="1504388" y="2112605"/>
                          <a:pt x="1328460" y="2176611"/>
                        </a:cubicBezTo>
                        <a:cubicBezTo>
                          <a:pt x="1152532" y="2240617"/>
                          <a:pt x="942118" y="2154576"/>
                          <a:pt x="825583" y="2176611"/>
                        </a:cubicBezTo>
                        <a:cubicBezTo>
                          <a:pt x="709048" y="2198646"/>
                          <a:pt x="234460" y="2170550"/>
                          <a:pt x="35348" y="2176611"/>
                        </a:cubicBezTo>
                        <a:cubicBezTo>
                          <a:pt x="13673" y="2176489"/>
                          <a:pt x="4064" y="2164284"/>
                          <a:pt x="0" y="2141263"/>
                        </a:cubicBezTo>
                        <a:cubicBezTo>
                          <a:pt x="-29592" y="2006599"/>
                          <a:pt x="31384" y="1854110"/>
                          <a:pt x="0" y="1614784"/>
                        </a:cubicBezTo>
                        <a:cubicBezTo>
                          <a:pt x="-31384" y="1375458"/>
                          <a:pt x="5283" y="1268875"/>
                          <a:pt x="0" y="1130424"/>
                        </a:cubicBezTo>
                        <a:cubicBezTo>
                          <a:pt x="-5283" y="991973"/>
                          <a:pt x="39851" y="713584"/>
                          <a:pt x="0" y="582886"/>
                        </a:cubicBezTo>
                        <a:cubicBezTo>
                          <a:pt x="-39851" y="452188"/>
                          <a:pt x="21549" y="306876"/>
                          <a:pt x="0" y="35348"/>
                        </a:cubicBezTo>
                        <a:close/>
                      </a:path>
                    </a:pathLst>
                  </a:custGeom>
                  <ask:type>
                    <ask:lineSketchNone/>
                  </ask:type>
                </ask:lineSketchStyleProps>
              </a:ext>
            </a:extLst>
          </a:ln>
        </p:spPr>
        <p:txBody>
          <a:bodyPr vert="horz" lIns="91440" tIns="45720" rIns="91440" bIns="45720" rtlCol="0">
            <a:normAutofit/>
          </a:bodyPr>
          <a:lstStyle>
            <a:lvl1pPr marL="457200" indent="-457200">
              <a:lnSpc>
                <a:spcPct val="100000"/>
              </a:lnSpc>
              <a:buClr>
                <a:schemeClr val="tx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24" name="Textplatzhalter 2">
            <a:extLst>
              <a:ext uri="{FF2B5EF4-FFF2-40B4-BE49-F238E27FC236}">
                <a16:creationId xmlns:a16="http://schemas.microsoft.com/office/drawing/2014/main" id="{16DD97F1-EF2B-CCBB-4927-400C81FDF5EF}"/>
              </a:ext>
            </a:extLst>
          </p:cNvPr>
          <p:cNvSpPr>
            <a:spLocks noGrp="1"/>
          </p:cNvSpPr>
          <p:nvPr>
            <p:ph idx="13" hasCustomPrompt="1"/>
          </p:nvPr>
        </p:nvSpPr>
        <p:spPr>
          <a:xfrm>
            <a:off x="4310468" y="2163672"/>
            <a:ext cx="3528000" cy="2123521"/>
          </a:xfrm>
          <a:prstGeom prst="roundRect">
            <a:avLst>
              <a:gd name="adj" fmla="val 1624"/>
            </a:avLst>
          </a:prstGeom>
          <a:ln w="12700">
            <a:solidFill>
              <a:schemeClr val="tx1"/>
            </a:solidFill>
            <a:extLst>
              <a:ext uri="{C807C97D-BFC1-408E-A445-0C87EB9F89A2}">
                <ask:lineSketchStyleProps xmlns:ask="http://schemas.microsoft.com/office/drawing/2018/sketchyshapes" sd="1219033472">
                  <a:custGeom>
                    <a:avLst/>
                    <a:gdLst>
                      <a:gd name="connsiteX0" fmla="*/ 0 w 4860000"/>
                      <a:gd name="connsiteY0" fmla="*/ 35348 h 2176611"/>
                      <a:gd name="connsiteX1" fmla="*/ 35348 w 4860000"/>
                      <a:gd name="connsiteY1" fmla="*/ 0 h 2176611"/>
                      <a:gd name="connsiteX2" fmla="*/ 634011 w 4860000"/>
                      <a:gd name="connsiteY2" fmla="*/ 0 h 2176611"/>
                      <a:gd name="connsiteX3" fmla="*/ 1136888 w 4860000"/>
                      <a:gd name="connsiteY3" fmla="*/ 0 h 2176611"/>
                      <a:gd name="connsiteX4" fmla="*/ 1591872 w 4860000"/>
                      <a:gd name="connsiteY4" fmla="*/ 0 h 2176611"/>
                      <a:gd name="connsiteX5" fmla="*/ 2094749 w 4860000"/>
                      <a:gd name="connsiteY5" fmla="*/ 0 h 2176611"/>
                      <a:gd name="connsiteX6" fmla="*/ 2741305 w 4860000"/>
                      <a:gd name="connsiteY6" fmla="*/ 0 h 2176611"/>
                      <a:gd name="connsiteX7" fmla="*/ 3244182 w 4860000"/>
                      <a:gd name="connsiteY7" fmla="*/ 0 h 2176611"/>
                      <a:gd name="connsiteX8" fmla="*/ 3699166 w 4860000"/>
                      <a:gd name="connsiteY8" fmla="*/ 0 h 2176611"/>
                      <a:gd name="connsiteX9" fmla="*/ 4202042 w 4860000"/>
                      <a:gd name="connsiteY9" fmla="*/ 0 h 2176611"/>
                      <a:gd name="connsiteX10" fmla="*/ 4824652 w 4860000"/>
                      <a:gd name="connsiteY10" fmla="*/ 0 h 2176611"/>
                      <a:gd name="connsiteX11" fmla="*/ 4860000 w 4860000"/>
                      <a:gd name="connsiteY11" fmla="*/ 35348 h 2176611"/>
                      <a:gd name="connsiteX12" fmla="*/ 4860000 w 4860000"/>
                      <a:gd name="connsiteY12" fmla="*/ 498649 h 2176611"/>
                      <a:gd name="connsiteX13" fmla="*/ 4860000 w 4860000"/>
                      <a:gd name="connsiteY13" fmla="*/ 1025128 h 2176611"/>
                      <a:gd name="connsiteX14" fmla="*/ 4860000 w 4860000"/>
                      <a:gd name="connsiteY14" fmla="*/ 1593725 h 2176611"/>
                      <a:gd name="connsiteX15" fmla="*/ 4860000 w 4860000"/>
                      <a:gd name="connsiteY15" fmla="*/ 2141263 h 2176611"/>
                      <a:gd name="connsiteX16" fmla="*/ 4824652 w 4860000"/>
                      <a:gd name="connsiteY16" fmla="*/ 2176611 h 2176611"/>
                      <a:gd name="connsiteX17" fmla="*/ 4273882 w 4860000"/>
                      <a:gd name="connsiteY17" fmla="*/ 2176611 h 2176611"/>
                      <a:gd name="connsiteX18" fmla="*/ 3675219 w 4860000"/>
                      <a:gd name="connsiteY18" fmla="*/ 2176611 h 2176611"/>
                      <a:gd name="connsiteX19" fmla="*/ 3220235 w 4860000"/>
                      <a:gd name="connsiteY19" fmla="*/ 2176611 h 2176611"/>
                      <a:gd name="connsiteX20" fmla="*/ 2525786 w 4860000"/>
                      <a:gd name="connsiteY20" fmla="*/ 2176611 h 2176611"/>
                      <a:gd name="connsiteX21" fmla="*/ 1927123 w 4860000"/>
                      <a:gd name="connsiteY21" fmla="*/ 2176611 h 2176611"/>
                      <a:gd name="connsiteX22" fmla="*/ 1232674 w 4860000"/>
                      <a:gd name="connsiteY22" fmla="*/ 2176611 h 2176611"/>
                      <a:gd name="connsiteX23" fmla="*/ 681904 w 4860000"/>
                      <a:gd name="connsiteY23" fmla="*/ 2176611 h 2176611"/>
                      <a:gd name="connsiteX24" fmla="*/ 35348 w 4860000"/>
                      <a:gd name="connsiteY24" fmla="*/ 2176611 h 2176611"/>
                      <a:gd name="connsiteX25" fmla="*/ 0 w 4860000"/>
                      <a:gd name="connsiteY25" fmla="*/ 2141263 h 2176611"/>
                      <a:gd name="connsiteX26" fmla="*/ 0 w 4860000"/>
                      <a:gd name="connsiteY26" fmla="*/ 1614784 h 2176611"/>
                      <a:gd name="connsiteX27" fmla="*/ 0 w 4860000"/>
                      <a:gd name="connsiteY27" fmla="*/ 1067246 h 2176611"/>
                      <a:gd name="connsiteX28" fmla="*/ 0 w 4860000"/>
                      <a:gd name="connsiteY28" fmla="*/ 498649 h 2176611"/>
                      <a:gd name="connsiteX29" fmla="*/ 0 w 4860000"/>
                      <a:gd name="connsiteY29" fmla="*/ 35348 h 2176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60000" h="2176611" fill="none" extrusionOk="0">
                        <a:moveTo>
                          <a:pt x="0" y="35348"/>
                        </a:moveTo>
                        <a:cubicBezTo>
                          <a:pt x="-692" y="17983"/>
                          <a:pt x="14591" y="-3890"/>
                          <a:pt x="35348" y="0"/>
                        </a:cubicBezTo>
                        <a:cubicBezTo>
                          <a:pt x="305960" y="-44497"/>
                          <a:pt x="338662" y="46840"/>
                          <a:pt x="634011" y="0"/>
                        </a:cubicBezTo>
                        <a:cubicBezTo>
                          <a:pt x="929360" y="-46840"/>
                          <a:pt x="922256" y="40136"/>
                          <a:pt x="1136888" y="0"/>
                        </a:cubicBezTo>
                        <a:cubicBezTo>
                          <a:pt x="1351520" y="-40136"/>
                          <a:pt x="1433993" y="32934"/>
                          <a:pt x="1591872" y="0"/>
                        </a:cubicBezTo>
                        <a:cubicBezTo>
                          <a:pt x="1749751" y="-32934"/>
                          <a:pt x="1967979" y="40493"/>
                          <a:pt x="2094749" y="0"/>
                        </a:cubicBezTo>
                        <a:cubicBezTo>
                          <a:pt x="2221519" y="-40493"/>
                          <a:pt x="2547148" y="12737"/>
                          <a:pt x="2741305" y="0"/>
                        </a:cubicBezTo>
                        <a:cubicBezTo>
                          <a:pt x="2935462" y="-12737"/>
                          <a:pt x="3001051" y="12453"/>
                          <a:pt x="3244182" y="0"/>
                        </a:cubicBezTo>
                        <a:cubicBezTo>
                          <a:pt x="3487313" y="-12453"/>
                          <a:pt x="3530597" y="53629"/>
                          <a:pt x="3699166" y="0"/>
                        </a:cubicBezTo>
                        <a:cubicBezTo>
                          <a:pt x="3867735" y="-53629"/>
                          <a:pt x="3951437" y="27572"/>
                          <a:pt x="4202042" y="0"/>
                        </a:cubicBezTo>
                        <a:cubicBezTo>
                          <a:pt x="4452647" y="-27572"/>
                          <a:pt x="4656119" y="65621"/>
                          <a:pt x="4824652" y="0"/>
                        </a:cubicBezTo>
                        <a:cubicBezTo>
                          <a:pt x="4841639" y="304"/>
                          <a:pt x="4863920" y="19944"/>
                          <a:pt x="4860000" y="35348"/>
                        </a:cubicBezTo>
                        <a:cubicBezTo>
                          <a:pt x="4904396" y="259763"/>
                          <a:pt x="4842591" y="350900"/>
                          <a:pt x="4860000" y="498649"/>
                        </a:cubicBezTo>
                        <a:cubicBezTo>
                          <a:pt x="4877409" y="646398"/>
                          <a:pt x="4850902" y="824458"/>
                          <a:pt x="4860000" y="1025128"/>
                        </a:cubicBezTo>
                        <a:cubicBezTo>
                          <a:pt x="4869098" y="1225798"/>
                          <a:pt x="4798252" y="1473592"/>
                          <a:pt x="4860000" y="1593725"/>
                        </a:cubicBezTo>
                        <a:cubicBezTo>
                          <a:pt x="4921748" y="1713858"/>
                          <a:pt x="4840475" y="2019537"/>
                          <a:pt x="4860000" y="2141263"/>
                        </a:cubicBezTo>
                        <a:cubicBezTo>
                          <a:pt x="4859293" y="2163375"/>
                          <a:pt x="4847078" y="2171720"/>
                          <a:pt x="4824652" y="2176611"/>
                        </a:cubicBezTo>
                        <a:cubicBezTo>
                          <a:pt x="4694586" y="2226213"/>
                          <a:pt x="4479575" y="2169709"/>
                          <a:pt x="4273882" y="2176611"/>
                        </a:cubicBezTo>
                        <a:cubicBezTo>
                          <a:pt x="4068189" y="2183513"/>
                          <a:pt x="3795887" y="2131686"/>
                          <a:pt x="3675219" y="2176611"/>
                        </a:cubicBezTo>
                        <a:cubicBezTo>
                          <a:pt x="3554551" y="2221536"/>
                          <a:pt x="3433683" y="2148276"/>
                          <a:pt x="3220235" y="2176611"/>
                        </a:cubicBezTo>
                        <a:cubicBezTo>
                          <a:pt x="3006787" y="2204946"/>
                          <a:pt x="2863939" y="2159612"/>
                          <a:pt x="2525786" y="2176611"/>
                        </a:cubicBezTo>
                        <a:cubicBezTo>
                          <a:pt x="2187633" y="2193610"/>
                          <a:pt x="2147408" y="2140402"/>
                          <a:pt x="1927123" y="2176611"/>
                        </a:cubicBezTo>
                        <a:cubicBezTo>
                          <a:pt x="1706838" y="2212820"/>
                          <a:pt x="1415913" y="2140451"/>
                          <a:pt x="1232674" y="2176611"/>
                        </a:cubicBezTo>
                        <a:cubicBezTo>
                          <a:pt x="1049435" y="2212771"/>
                          <a:pt x="901046" y="2116355"/>
                          <a:pt x="681904" y="2176611"/>
                        </a:cubicBezTo>
                        <a:cubicBezTo>
                          <a:pt x="462762" y="2236867"/>
                          <a:pt x="251995" y="2130044"/>
                          <a:pt x="35348" y="2176611"/>
                        </a:cubicBezTo>
                        <a:cubicBezTo>
                          <a:pt x="14156" y="2181656"/>
                          <a:pt x="1958" y="2164234"/>
                          <a:pt x="0" y="2141263"/>
                        </a:cubicBezTo>
                        <a:cubicBezTo>
                          <a:pt x="-17322" y="1897626"/>
                          <a:pt x="43978" y="1878012"/>
                          <a:pt x="0" y="1614784"/>
                        </a:cubicBezTo>
                        <a:cubicBezTo>
                          <a:pt x="-43978" y="1351556"/>
                          <a:pt x="44253" y="1181574"/>
                          <a:pt x="0" y="1067246"/>
                        </a:cubicBezTo>
                        <a:cubicBezTo>
                          <a:pt x="-44253" y="952918"/>
                          <a:pt x="43823" y="684278"/>
                          <a:pt x="0" y="498649"/>
                        </a:cubicBezTo>
                        <a:cubicBezTo>
                          <a:pt x="-43823" y="313020"/>
                          <a:pt x="3613" y="140499"/>
                          <a:pt x="0" y="35348"/>
                        </a:cubicBezTo>
                        <a:close/>
                      </a:path>
                      <a:path w="4860000" h="2176611" stroke="0" extrusionOk="0">
                        <a:moveTo>
                          <a:pt x="0" y="35348"/>
                        </a:moveTo>
                        <a:cubicBezTo>
                          <a:pt x="-4182" y="13247"/>
                          <a:pt x="13982" y="692"/>
                          <a:pt x="35348" y="0"/>
                        </a:cubicBezTo>
                        <a:cubicBezTo>
                          <a:pt x="324454" y="-74122"/>
                          <a:pt x="581278" y="35531"/>
                          <a:pt x="729797" y="0"/>
                        </a:cubicBezTo>
                        <a:cubicBezTo>
                          <a:pt x="878316" y="-35531"/>
                          <a:pt x="1108931" y="31658"/>
                          <a:pt x="1280567" y="0"/>
                        </a:cubicBezTo>
                        <a:cubicBezTo>
                          <a:pt x="1452203" y="-31658"/>
                          <a:pt x="1661332" y="10040"/>
                          <a:pt x="1783444" y="0"/>
                        </a:cubicBezTo>
                        <a:cubicBezTo>
                          <a:pt x="1905556" y="-10040"/>
                          <a:pt x="2141664" y="9767"/>
                          <a:pt x="2430000" y="0"/>
                        </a:cubicBezTo>
                        <a:cubicBezTo>
                          <a:pt x="2718336" y="-9767"/>
                          <a:pt x="2845232" y="31003"/>
                          <a:pt x="2980770" y="0"/>
                        </a:cubicBezTo>
                        <a:cubicBezTo>
                          <a:pt x="3116308" y="-31003"/>
                          <a:pt x="3462310" y="53302"/>
                          <a:pt x="3675219" y="0"/>
                        </a:cubicBezTo>
                        <a:cubicBezTo>
                          <a:pt x="3888128" y="-53302"/>
                          <a:pt x="3941456" y="45273"/>
                          <a:pt x="4178096" y="0"/>
                        </a:cubicBezTo>
                        <a:cubicBezTo>
                          <a:pt x="4414736" y="-45273"/>
                          <a:pt x="4620244" y="58037"/>
                          <a:pt x="4824652" y="0"/>
                        </a:cubicBezTo>
                        <a:cubicBezTo>
                          <a:pt x="4847072" y="697"/>
                          <a:pt x="4854657" y="14962"/>
                          <a:pt x="4860000" y="35348"/>
                        </a:cubicBezTo>
                        <a:cubicBezTo>
                          <a:pt x="4922089" y="164527"/>
                          <a:pt x="4830209" y="432852"/>
                          <a:pt x="4860000" y="561827"/>
                        </a:cubicBezTo>
                        <a:cubicBezTo>
                          <a:pt x="4889791" y="690802"/>
                          <a:pt x="4831472" y="897347"/>
                          <a:pt x="4860000" y="1067246"/>
                        </a:cubicBezTo>
                        <a:cubicBezTo>
                          <a:pt x="4888528" y="1237145"/>
                          <a:pt x="4824631" y="1355105"/>
                          <a:pt x="4860000" y="1635843"/>
                        </a:cubicBezTo>
                        <a:cubicBezTo>
                          <a:pt x="4895369" y="1916581"/>
                          <a:pt x="4833053" y="1917600"/>
                          <a:pt x="4860000" y="2141263"/>
                        </a:cubicBezTo>
                        <a:cubicBezTo>
                          <a:pt x="4856849" y="2161302"/>
                          <a:pt x="4839914" y="2173672"/>
                          <a:pt x="4824652" y="2176611"/>
                        </a:cubicBezTo>
                        <a:cubicBezTo>
                          <a:pt x="4513962" y="2181808"/>
                          <a:pt x="4312908" y="2108055"/>
                          <a:pt x="4178096" y="2176611"/>
                        </a:cubicBezTo>
                        <a:cubicBezTo>
                          <a:pt x="4043284" y="2245167"/>
                          <a:pt x="3875867" y="2134995"/>
                          <a:pt x="3579433" y="2176611"/>
                        </a:cubicBezTo>
                        <a:cubicBezTo>
                          <a:pt x="3282999" y="2218227"/>
                          <a:pt x="3259968" y="2169574"/>
                          <a:pt x="3124449" y="2176611"/>
                        </a:cubicBezTo>
                        <a:cubicBezTo>
                          <a:pt x="2988930" y="2183648"/>
                          <a:pt x="2853079" y="2150349"/>
                          <a:pt x="2621572" y="2176611"/>
                        </a:cubicBezTo>
                        <a:cubicBezTo>
                          <a:pt x="2390065" y="2202873"/>
                          <a:pt x="2145516" y="2153911"/>
                          <a:pt x="1927123" y="2176611"/>
                        </a:cubicBezTo>
                        <a:cubicBezTo>
                          <a:pt x="1708730" y="2199311"/>
                          <a:pt x="1504388" y="2112605"/>
                          <a:pt x="1328460" y="2176611"/>
                        </a:cubicBezTo>
                        <a:cubicBezTo>
                          <a:pt x="1152532" y="2240617"/>
                          <a:pt x="942118" y="2154576"/>
                          <a:pt x="825583" y="2176611"/>
                        </a:cubicBezTo>
                        <a:cubicBezTo>
                          <a:pt x="709048" y="2198646"/>
                          <a:pt x="234460" y="2170550"/>
                          <a:pt x="35348" y="2176611"/>
                        </a:cubicBezTo>
                        <a:cubicBezTo>
                          <a:pt x="13673" y="2176489"/>
                          <a:pt x="4064" y="2164284"/>
                          <a:pt x="0" y="2141263"/>
                        </a:cubicBezTo>
                        <a:cubicBezTo>
                          <a:pt x="-29592" y="2006599"/>
                          <a:pt x="31384" y="1854110"/>
                          <a:pt x="0" y="1614784"/>
                        </a:cubicBezTo>
                        <a:cubicBezTo>
                          <a:pt x="-31384" y="1375458"/>
                          <a:pt x="5283" y="1268875"/>
                          <a:pt x="0" y="1130424"/>
                        </a:cubicBezTo>
                        <a:cubicBezTo>
                          <a:pt x="-5283" y="991973"/>
                          <a:pt x="39851" y="713584"/>
                          <a:pt x="0" y="582886"/>
                        </a:cubicBezTo>
                        <a:cubicBezTo>
                          <a:pt x="-39851" y="452188"/>
                          <a:pt x="21549" y="306876"/>
                          <a:pt x="0" y="35348"/>
                        </a:cubicBezTo>
                        <a:close/>
                      </a:path>
                    </a:pathLst>
                  </a:custGeom>
                  <ask:type>
                    <ask:lineSketchNone/>
                  </ask:type>
                </ask:lineSketchStyleProps>
              </a:ext>
            </a:extLst>
          </a:ln>
        </p:spPr>
        <p:txBody>
          <a:bodyPr vert="horz" lIns="91440" tIns="45720" rIns="91440" bIns="45720" rtlCol="0">
            <a:normAutofit/>
          </a:bodyPr>
          <a:lstStyle>
            <a:lvl1pPr marL="457200" indent="-457200">
              <a:lnSpc>
                <a:spcPct val="100000"/>
              </a:lnSpc>
              <a:buClr>
                <a:schemeClr val="tx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26" name="Textplatzhalter 2">
            <a:extLst>
              <a:ext uri="{FF2B5EF4-FFF2-40B4-BE49-F238E27FC236}">
                <a16:creationId xmlns:a16="http://schemas.microsoft.com/office/drawing/2014/main" id="{EA2CC008-3A96-F552-5398-AB924F1F7392}"/>
              </a:ext>
            </a:extLst>
          </p:cNvPr>
          <p:cNvSpPr>
            <a:spLocks noGrp="1"/>
          </p:cNvSpPr>
          <p:nvPr>
            <p:ph idx="14" hasCustomPrompt="1"/>
          </p:nvPr>
        </p:nvSpPr>
        <p:spPr>
          <a:xfrm>
            <a:off x="600072" y="2163672"/>
            <a:ext cx="3528000" cy="2123521"/>
          </a:xfrm>
          <a:prstGeom prst="roundRect">
            <a:avLst>
              <a:gd name="adj" fmla="val 1624"/>
            </a:avLst>
          </a:prstGeom>
          <a:ln w="12700">
            <a:solidFill>
              <a:schemeClr val="tx1"/>
            </a:solidFill>
            <a:extLst>
              <a:ext uri="{C807C97D-BFC1-408E-A445-0C87EB9F89A2}">
                <ask:lineSketchStyleProps xmlns:ask="http://schemas.microsoft.com/office/drawing/2018/sketchyshapes" sd="1219033472">
                  <a:custGeom>
                    <a:avLst/>
                    <a:gdLst>
                      <a:gd name="connsiteX0" fmla="*/ 0 w 4860000"/>
                      <a:gd name="connsiteY0" fmla="*/ 35348 h 2176611"/>
                      <a:gd name="connsiteX1" fmla="*/ 35348 w 4860000"/>
                      <a:gd name="connsiteY1" fmla="*/ 0 h 2176611"/>
                      <a:gd name="connsiteX2" fmla="*/ 634011 w 4860000"/>
                      <a:gd name="connsiteY2" fmla="*/ 0 h 2176611"/>
                      <a:gd name="connsiteX3" fmla="*/ 1136888 w 4860000"/>
                      <a:gd name="connsiteY3" fmla="*/ 0 h 2176611"/>
                      <a:gd name="connsiteX4" fmla="*/ 1591872 w 4860000"/>
                      <a:gd name="connsiteY4" fmla="*/ 0 h 2176611"/>
                      <a:gd name="connsiteX5" fmla="*/ 2094749 w 4860000"/>
                      <a:gd name="connsiteY5" fmla="*/ 0 h 2176611"/>
                      <a:gd name="connsiteX6" fmla="*/ 2741305 w 4860000"/>
                      <a:gd name="connsiteY6" fmla="*/ 0 h 2176611"/>
                      <a:gd name="connsiteX7" fmla="*/ 3244182 w 4860000"/>
                      <a:gd name="connsiteY7" fmla="*/ 0 h 2176611"/>
                      <a:gd name="connsiteX8" fmla="*/ 3699166 w 4860000"/>
                      <a:gd name="connsiteY8" fmla="*/ 0 h 2176611"/>
                      <a:gd name="connsiteX9" fmla="*/ 4202042 w 4860000"/>
                      <a:gd name="connsiteY9" fmla="*/ 0 h 2176611"/>
                      <a:gd name="connsiteX10" fmla="*/ 4824652 w 4860000"/>
                      <a:gd name="connsiteY10" fmla="*/ 0 h 2176611"/>
                      <a:gd name="connsiteX11" fmla="*/ 4860000 w 4860000"/>
                      <a:gd name="connsiteY11" fmla="*/ 35348 h 2176611"/>
                      <a:gd name="connsiteX12" fmla="*/ 4860000 w 4860000"/>
                      <a:gd name="connsiteY12" fmla="*/ 498649 h 2176611"/>
                      <a:gd name="connsiteX13" fmla="*/ 4860000 w 4860000"/>
                      <a:gd name="connsiteY13" fmla="*/ 1025128 h 2176611"/>
                      <a:gd name="connsiteX14" fmla="*/ 4860000 w 4860000"/>
                      <a:gd name="connsiteY14" fmla="*/ 1593725 h 2176611"/>
                      <a:gd name="connsiteX15" fmla="*/ 4860000 w 4860000"/>
                      <a:gd name="connsiteY15" fmla="*/ 2141263 h 2176611"/>
                      <a:gd name="connsiteX16" fmla="*/ 4824652 w 4860000"/>
                      <a:gd name="connsiteY16" fmla="*/ 2176611 h 2176611"/>
                      <a:gd name="connsiteX17" fmla="*/ 4273882 w 4860000"/>
                      <a:gd name="connsiteY17" fmla="*/ 2176611 h 2176611"/>
                      <a:gd name="connsiteX18" fmla="*/ 3675219 w 4860000"/>
                      <a:gd name="connsiteY18" fmla="*/ 2176611 h 2176611"/>
                      <a:gd name="connsiteX19" fmla="*/ 3220235 w 4860000"/>
                      <a:gd name="connsiteY19" fmla="*/ 2176611 h 2176611"/>
                      <a:gd name="connsiteX20" fmla="*/ 2525786 w 4860000"/>
                      <a:gd name="connsiteY20" fmla="*/ 2176611 h 2176611"/>
                      <a:gd name="connsiteX21" fmla="*/ 1927123 w 4860000"/>
                      <a:gd name="connsiteY21" fmla="*/ 2176611 h 2176611"/>
                      <a:gd name="connsiteX22" fmla="*/ 1232674 w 4860000"/>
                      <a:gd name="connsiteY22" fmla="*/ 2176611 h 2176611"/>
                      <a:gd name="connsiteX23" fmla="*/ 681904 w 4860000"/>
                      <a:gd name="connsiteY23" fmla="*/ 2176611 h 2176611"/>
                      <a:gd name="connsiteX24" fmla="*/ 35348 w 4860000"/>
                      <a:gd name="connsiteY24" fmla="*/ 2176611 h 2176611"/>
                      <a:gd name="connsiteX25" fmla="*/ 0 w 4860000"/>
                      <a:gd name="connsiteY25" fmla="*/ 2141263 h 2176611"/>
                      <a:gd name="connsiteX26" fmla="*/ 0 w 4860000"/>
                      <a:gd name="connsiteY26" fmla="*/ 1614784 h 2176611"/>
                      <a:gd name="connsiteX27" fmla="*/ 0 w 4860000"/>
                      <a:gd name="connsiteY27" fmla="*/ 1067246 h 2176611"/>
                      <a:gd name="connsiteX28" fmla="*/ 0 w 4860000"/>
                      <a:gd name="connsiteY28" fmla="*/ 498649 h 2176611"/>
                      <a:gd name="connsiteX29" fmla="*/ 0 w 4860000"/>
                      <a:gd name="connsiteY29" fmla="*/ 35348 h 2176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60000" h="2176611" fill="none" extrusionOk="0">
                        <a:moveTo>
                          <a:pt x="0" y="35348"/>
                        </a:moveTo>
                        <a:cubicBezTo>
                          <a:pt x="-692" y="17983"/>
                          <a:pt x="14591" y="-3890"/>
                          <a:pt x="35348" y="0"/>
                        </a:cubicBezTo>
                        <a:cubicBezTo>
                          <a:pt x="305960" y="-44497"/>
                          <a:pt x="338662" y="46840"/>
                          <a:pt x="634011" y="0"/>
                        </a:cubicBezTo>
                        <a:cubicBezTo>
                          <a:pt x="929360" y="-46840"/>
                          <a:pt x="922256" y="40136"/>
                          <a:pt x="1136888" y="0"/>
                        </a:cubicBezTo>
                        <a:cubicBezTo>
                          <a:pt x="1351520" y="-40136"/>
                          <a:pt x="1433993" y="32934"/>
                          <a:pt x="1591872" y="0"/>
                        </a:cubicBezTo>
                        <a:cubicBezTo>
                          <a:pt x="1749751" y="-32934"/>
                          <a:pt x="1967979" y="40493"/>
                          <a:pt x="2094749" y="0"/>
                        </a:cubicBezTo>
                        <a:cubicBezTo>
                          <a:pt x="2221519" y="-40493"/>
                          <a:pt x="2547148" y="12737"/>
                          <a:pt x="2741305" y="0"/>
                        </a:cubicBezTo>
                        <a:cubicBezTo>
                          <a:pt x="2935462" y="-12737"/>
                          <a:pt x="3001051" y="12453"/>
                          <a:pt x="3244182" y="0"/>
                        </a:cubicBezTo>
                        <a:cubicBezTo>
                          <a:pt x="3487313" y="-12453"/>
                          <a:pt x="3530597" y="53629"/>
                          <a:pt x="3699166" y="0"/>
                        </a:cubicBezTo>
                        <a:cubicBezTo>
                          <a:pt x="3867735" y="-53629"/>
                          <a:pt x="3951437" y="27572"/>
                          <a:pt x="4202042" y="0"/>
                        </a:cubicBezTo>
                        <a:cubicBezTo>
                          <a:pt x="4452647" y="-27572"/>
                          <a:pt x="4656119" y="65621"/>
                          <a:pt x="4824652" y="0"/>
                        </a:cubicBezTo>
                        <a:cubicBezTo>
                          <a:pt x="4841639" y="304"/>
                          <a:pt x="4863920" y="19944"/>
                          <a:pt x="4860000" y="35348"/>
                        </a:cubicBezTo>
                        <a:cubicBezTo>
                          <a:pt x="4904396" y="259763"/>
                          <a:pt x="4842591" y="350900"/>
                          <a:pt x="4860000" y="498649"/>
                        </a:cubicBezTo>
                        <a:cubicBezTo>
                          <a:pt x="4877409" y="646398"/>
                          <a:pt x="4850902" y="824458"/>
                          <a:pt x="4860000" y="1025128"/>
                        </a:cubicBezTo>
                        <a:cubicBezTo>
                          <a:pt x="4869098" y="1225798"/>
                          <a:pt x="4798252" y="1473592"/>
                          <a:pt x="4860000" y="1593725"/>
                        </a:cubicBezTo>
                        <a:cubicBezTo>
                          <a:pt x="4921748" y="1713858"/>
                          <a:pt x="4840475" y="2019537"/>
                          <a:pt x="4860000" y="2141263"/>
                        </a:cubicBezTo>
                        <a:cubicBezTo>
                          <a:pt x="4859293" y="2163375"/>
                          <a:pt x="4847078" y="2171720"/>
                          <a:pt x="4824652" y="2176611"/>
                        </a:cubicBezTo>
                        <a:cubicBezTo>
                          <a:pt x="4694586" y="2226213"/>
                          <a:pt x="4479575" y="2169709"/>
                          <a:pt x="4273882" y="2176611"/>
                        </a:cubicBezTo>
                        <a:cubicBezTo>
                          <a:pt x="4068189" y="2183513"/>
                          <a:pt x="3795887" y="2131686"/>
                          <a:pt x="3675219" y="2176611"/>
                        </a:cubicBezTo>
                        <a:cubicBezTo>
                          <a:pt x="3554551" y="2221536"/>
                          <a:pt x="3433683" y="2148276"/>
                          <a:pt x="3220235" y="2176611"/>
                        </a:cubicBezTo>
                        <a:cubicBezTo>
                          <a:pt x="3006787" y="2204946"/>
                          <a:pt x="2863939" y="2159612"/>
                          <a:pt x="2525786" y="2176611"/>
                        </a:cubicBezTo>
                        <a:cubicBezTo>
                          <a:pt x="2187633" y="2193610"/>
                          <a:pt x="2147408" y="2140402"/>
                          <a:pt x="1927123" y="2176611"/>
                        </a:cubicBezTo>
                        <a:cubicBezTo>
                          <a:pt x="1706838" y="2212820"/>
                          <a:pt x="1415913" y="2140451"/>
                          <a:pt x="1232674" y="2176611"/>
                        </a:cubicBezTo>
                        <a:cubicBezTo>
                          <a:pt x="1049435" y="2212771"/>
                          <a:pt x="901046" y="2116355"/>
                          <a:pt x="681904" y="2176611"/>
                        </a:cubicBezTo>
                        <a:cubicBezTo>
                          <a:pt x="462762" y="2236867"/>
                          <a:pt x="251995" y="2130044"/>
                          <a:pt x="35348" y="2176611"/>
                        </a:cubicBezTo>
                        <a:cubicBezTo>
                          <a:pt x="14156" y="2181656"/>
                          <a:pt x="1958" y="2164234"/>
                          <a:pt x="0" y="2141263"/>
                        </a:cubicBezTo>
                        <a:cubicBezTo>
                          <a:pt x="-17322" y="1897626"/>
                          <a:pt x="43978" y="1878012"/>
                          <a:pt x="0" y="1614784"/>
                        </a:cubicBezTo>
                        <a:cubicBezTo>
                          <a:pt x="-43978" y="1351556"/>
                          <a:pt x="44253" y="1181574"/>
                          <a:pt x="0" y="1067246"/>
                        </a:cubicBezTo>
                        <a:cubicBezTo>
                          <a:pt x="-44253" y="952918"/>
                          <a:pt x="43823" y="684278"/>
                          <a:pt x="0" y="498649"/>
                        </a:cubicBezTo>
                        <a:cubicBezTo>
                          <a:pt x="-43823" y="313020"/>
                          <a:pt x="3613" y="140499"/>
                          <a:pt x="0" y="35348"/>
                        </a:cubicBezTo>
                        <a:close/>
                      </a:path>
                      <a:path w="4860000" h="2176611" stroke="0" extrusionOk="0">
                        <a:moveTo>
                          <a:pt x="0" y="35348"/>
                        </a:moveTo>
                        <a:cubicBezTo>
                          <a:pt x="-4182" y="13247"/>
                          <a:pt x="13982" y="692"/>
                          <a:pt x="35348" y="0"/>
                        </a:cubicBezTo>
                        <a:cubicBezTo>
                          <a:pt x="324454" y="-74122"/>
                          <a:pt x="581278" y="35531"/>
                          <a:pt x="729797" y="0"/>
                        </a:cubicBezTo>
                        <a:cubicBezTo>
                          <a:pt x="878316" y="-35531"/>
                          <a:pt x="1108931" y="31658"/>
                          <a:pt x="1280567" y="0"/>
                        </a:cubicBezTo>
                        <a:cubicBezTo>
                          <a:pt x="1452203" y="-31658"/>
                          <a:pt x="1661332" y="10040"/>
                          <a:pt x="1783444" y="0"/>
                        </a:cubicBezTo>
                        <a:cubicBezTo>
                          <a:pt x="1905556" y="-10040"/>
                          <a:pt x="2141664" y="9767"/>
                          <a:pt x="2430000" y="0"/>
                        </a:cubicBezTo>
                        <a:cubicBezTo>
                          <a:pt x="2718336" y="-9767"/>
                          <a:pt x="2845232" y="31003"/>
                          <a:pt x="2980770" y="0"/>
                        </a:cubicBezTo>
                        <a:cubicBezTo>
                          <a:pt x="3116308" y="-31003"/>
                          <a:pt x="3462310" y="53302"/>
                          <a:pt x="3675219" y="0"/>
                        </a:cubicBezTo>
                        <a:cubicBezTo>
                          <a:pt x="3888128" y="-53302"/>
                          <a:pt x="3941456" y="45273"/>
                          <a:pt x="4178096" y="0"/>
                        </a:cubicBezTo>
                        <a:cubicBezTo>
                          <a:pt x="4414736" y="-45273"/>
                          <a:pt x="4620244" y="58037"/>
                          <a:pt x="4824652" y="0"/>
                        </a:cubicBezTo>
                        <a:cubicBezTo>
                          <a:pt x="4847072" y="697"/>
                          <a:pt x="4854657" y="14962"/>
                          <a:pt x="4860000" y="35348"/>
                        </a:cubicBezTo>
                        <a:cubicBezTo>
                          <a:pt x="4922089" y="164527"/>
                          <a:pt x="4830209" y="432852"/>
                          <a:pt x="4860000" y="561827"/>
                        </a:cubicBezTo>
                        <a:cubicBezTo>
                          <a:pt x="4889791" y="690802"/>
                          <a:pt x="4831472" y="897347"/>
                          <a:pt x="4860000" y="1067246"/>
                        </a:cubicBezTo>
                        <a:cubicBezTo>
                          <a:pt x="4888528" y="1237145"/>
                          <a:pt x="4824631" y="1355105"/>
                          <a:pt x="4860000" y="1635843"/>
                        </a:cubicBezTo>
                        <a:cubicBezTo>
                          <a:pt x="4895369" y="1916581"/>
                          <a:pt x="4833053" y="1917600"/>
                          <a:pt x="4860000" y="2141263"/>
                        </a:cubicBezTo>
                        <a:cubicBezTo>
                          <a:pt x="4856849" y="2161302"/>
                          <a:pt x="4839914" y="2173672"/>
                          <a:pt x="4824652" y="2176611"/>
                        </a:cubicBezTo>
                        <a:cubicBezTo>
                          <a:pt x="4513962" y="2181808"/>
                          <a:pt x="4312908" y="2108055"/>
                          <a:pt x="4178096" y="2176611"/>
                        </a:cubicBezTo>
                        <a:cubicBezTo>
                          <a:pt x="4043284" y="2245167"/>
                          <a:pt x="3875867" y="2134995"/>
                          <a:pt x="3579433" y="2176611"/>
                        </a:cubicBezTo>
                        <a:cubicBezTo>
                          <a:pt x="3282999" y="2218227"/>
                          <a:pt x="3259968" y="2169574"/>
                          <a:pt x="3124449" y="2176611"/>
                        </a:cubicBezTo>
                        <a:cubicBezTo>
                          <a:pt x="2988930" y="2183648"/>
                          <a:pt x="2853079" y="2150349"/>
                          <a:pt x="2621572" y="2176611"/>
                        </a:cubicBezTo>
                        <a:cubicBezTo>
                          <a:pt x="2390065" y="2202873"/>
                          <a:pt x="2145516" y="2153911"/>
                          <a:pt x="1927123" y="2176611"/>
                        </a:cubicBezTo>
                        <a:cubicBezTo>
                          <a:pt x="1708730" y="2199311"/>
                          <a:pt x="1504388" y="2112605"/>
                          <a:pt x="1328460" y="2176611"/>
                        </a:cubicBezTo>
                        <a:cubicBezTo>
                          <a:pt x="1152532" y="2240617"/>
                          <a:pt x="942118" y="2154576"/>
                          <a:pt x="825583" y="2176611"/>
                        </a:cubicBezTo>
                        <a:cubicBezTo>
                          <a:pt x="709048" y="2198646"/>
                          <a:pt x="234460" y="2170550"/>
                          <a:pt x="35348" y="2176611"/>
                        </a:cubicBezTo>
                        <a:cubicBezTo>
                          <a:pt x="13673" y="2176489"/>
                          <a:pt x="4064" y="2164284"/>
                          <a:pt x="0" y="2141263"/>
                        </a:cubicBezTo>
                        <a:cubicBezTo>
                          <a:pt x="-29592" y="2006599"/>
                          <a:pt x="31384" y="1854110"/>
                          <a:pt x="0" y="1614784"/>
                        </a:cubicBezTo>
                        <a:cubicBezTo>
                          <a:pt x="-31384" y="1375458"/>
                          <a:pt x="5283" y="1268875"/>
                          <a:pt x="0" y="1130424"/>
                        </a:cubicBezTo>
                        <a:cubicBezTo>
                          <a:pt x="-5283" y="991973"/>
                          <a:pt x="39851" y="713584"/>
                          <a:pt x="0" y="582886"/>
                        </a:cubicBezTo>
                        <a:cubicBezTo>
                          <a:pt x="-39851" y="452188"/>
                          <a:pt x="21549" y="306876"/>
                          <a:pt x="0" y="35348"/>
                        </a:cubicBezTo>
                        <a:close/>
                      </a:path>
                    </a:pathLst>
                  </a:custGeom>
                  <ask:type>
                    <ask:lineSketchNone/>
                  </ask:type>
                </ask:lineSketchStyleProps>
              </a:ext>
            </a:extLst>
          </a:ln>
        </p:spPr>
        <p:txBody>
          <a:bodyPr vert="horz" lIns="91440" tIns="45720" rIns="91440" bIns="45720" rtlCol="0">
            <a:normAutofit/>
          </a:bodyPr>
          <a:lstStyle>
            <a:lvl1pPr marL="457200" indent="-457200">
              <a:lnSpc>
                <a:spcPct val="100000"/>
              </a:lnSpc>
              <a:buClr>
                <a:schemeClr val="tx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5" name="Gleichschenkliges Dreieck 4">
            <a:extLst>
              <a:ext uri="{FF2B5EF4-FFF2-40B4-BE49-F238E27FC236}">
                <a16:creationId xmlns:a16="http://schemas.microsoft.com/office/drawing/2014/main" id="{109E0554-EEE3-8A58-00E5-6B13462DCB6A}"/>
              </a:ext>
            </a:extLst>
          </p:cNvPr>
          <p:cNvSpPr/>
          <p:nvPr userDrawn="1"/>
        </p:nvSpPr>
        <p:spPr>
          <a:xfrm rot="10800000">
            <a:off x="3501132" y="4467141"/>
            <a:ext cx="5146676" cy="365125"/>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Fußzeilenplatzhalter 4">
            <a:extLst>
              <a:ext uri="{FF2B5EF4-FFF2-40B4-BE49-F238E27FC236}">
                <a16:creationId xmlns:a16="http://schemas.microsoft.com/office/drawing/2014/main" id="{4837F20E-21D6-D78F-6978-4BD7ACDCA030}"/>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7" name="Grafik 16" descr="Ein Bild, das Grafiken, Schrift, Text, Grafikdesign enthält.&#10;&#10;Automatisch generierte Beschreibung">
            <a:extLst>
              <a:ext uri="{FF2B5EF4-FFF2-40B4-BE49-F238E27FC236}">
                <a16:creationId xmlns:a16="http://schemas.microsoft.com/office/drawing/2014/main" id="{B872EE8E-3002-39E4-E3F6-6422694F10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18" name="Rechteck: abgerundete Ecken 17">
            <a:extLst>
              <a:ext uri="{FF2B5EF4-FFF2-40B4-BE49-F238E27FC236}">
                <a16:creationId xmlns:a16="http://schemas.microsoft.com/office/drawing/2014/main" id="{CC3C72A1-5165-BCD6-CDAF-8DD5C5A98BD3}"/>
              </a:ext>
            </a:extLst>
          </p:cNvPr>
          <p:cNvSpPr/>
          <p:nvPr userDrawn="1"/>
        </p:nvSpPr>
        <p:spPr>
          <a:xfrm>
            <a:off x="600075" y="5012215"/>
            <a:ext cx="10948790" cy="92778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platzhalter 10">
            <a:extLst>
              <a:ext uri="{FF2B5EF4-FFF2-40B4-BE49-F238E27FC236}">
                <a16:creationId xmlns:a16="http://schemas.microsoft.com/office/drawing/2014/main" id="{D23EBED3-7B76-9763-8B03-D2A7AFD0FAC4}"/>
              </a:ext>
            </a:extLst>
          </p:cNvPr>
          <p:cNvSpPr>
            <a:spLocks noGrp="1"/>
          </p:cNvSpPr>
          <p:nvPr>
            <p:ph type="body" sz="quarter" idx="19" hasCustomPrompt="1"/>
          </p:nvPr>
        </p:nvSpPr>
        <p:spPr>
          <a:xfrm>
            <a:off x="709913" y="5149049"/>
            <a:ext cx="10772176" cy="654116"/>
          </a:xfrm>
          <a:ln>
            <a:noFill/>
          </a:ln>
        </p:spPr>
        <p:txBody>
          <a:bodyPr anchor="ctr">
            <a:normAutofit/>
          </a:bodyPr>
          <a:lstStyle>
            <a:lvl1pPr marL="0" indent="0" algn="ctr">
              <a:buNone/>
              <a:defRPr sz="1800" b="1">
                <a:solidFill>
                  <a:schemeClr val="bg1"/>
                </a:solidFill>
                <a:latin typeface="+mn-lt"/>
              </a:defRPr>
            </a:lvl1pPr>
          </a:lstStyle>
          <a:p>
            <a:pPr lvl="0"/>
            <a:r>
              <a:rPr lang="de-DE"/>
              <a:t>[Fazit]</a:t>
            </a:r>
          </a:p>
        </p:txBody>
      </p:sp>
      <p:sp>
        <p:nvSpPr>
          <p:cNvPr id="21" name="Rechteck: abgerundete Ecken 20">
            <a:extLst>
              <a:ext uri="{FF2B5EF4-FFF2-40B4-BE49-F238E27FC236}">
                <a16:creationId xmlns:a16="http://schemas.microsoft.com/office/drawing/2014/main" id="{58C0D098-C30A-B857-BAA5-0854285BE605}"/>
              </a:ext>
            </a:extLst>
          </p:cNvPr>
          <p:cNvSpPr/>
          <p:nvPr userDrawn="1"/>
        </p:nvSpPr>
        <p:spPr>
          <a:xfrm>
            <a:off x="600075" y="1618599"/>
            <a:ext cx="3527997"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Textplatzhalter 10">
            <a:extLst>
              <a:ext uri="{FF2B5EF4-FFF2-40B4-BE49-F238E27FC236}">
                <a16:creationId xmlns:a16="http://schemas.microsoft.com/office/drawing/2014/main" id="{B2A53315-396B-CBB5-ED13-234A5B017CC8}"/>
              </a:ext>
            </a:extLst>
          </p:cNvPr>
          <p:cNvSpPr>
            <a:spLocks noGrp="1"/>
          </p:cNvSpPr>
          <p:nvPr>
            <p:ph type="body" sz="quarter" idx="17" hasCustomPrompt="1"/>
          </p:nvPr>
        </p:nvSpPr>
        <p:spPr>
          <a:xfrm>
            <a:off x="679929" y="1645188"/>
            <a:ext cx="3368288"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29" name="Rechteck: abgerundete Ecken 28">
            <a:extLst>
              <a:ext uri="{FF2B5EF4-FFF2-40B4-BE49-F238E27FC236}">
                <a16:creationId xmlns:a16="http://schemas.microsoft.com/office/drawing/2014/main" id="{849AEC99-26BC-AB62-EFED-B46D890121A6}"/>
              </a:ext>
            </a:extLst>
          </p:cNvPr>
          <p:cNvSpPr/>
          <p:nvPr userDrawn="1"/>
        </p:nvSpPr>
        <p:spPr>
          <a:xfrm>
            <a:off x="4310471" y="1618599"/>
            <a:ext cx="3527997"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Textplatzhalter 10">
            <a:extLst>
              <a:ext uri="{FF2B5EF4-FFF2-40B4-BE49-F238E27FC236}">
                <a16:creationId xmlns:a16="http://schemas.microsoft.com/office/drawing/2014/main" id="{BE4B4410-3AA3-36AE-C2D4-229A7E1B7BCD}"/>
              </a:ext>
            </a:extLst>
          </p:cNvPr>
          <p:cNvSpPr>
            <a:spLocks noGrp="1"/>
          </p:cNvSpPr>
          <p:nvPr>
            <p:ph type="body" sz="quarter" idx="20" hasCustomPrompt="1"/>
          </p:nvPr>
        </p:nvSpPr>
        <p:spPr>
          <a:xfrm>
            <a:off x="4390325" y="1645188"/>
            <a:ext cx="3368288"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31" name="Rechteck: abgerundete Ecken 30">
            <a:extLst>
              <a:ext uri="{FF2B5EF4-FFF2-40B4-BE49-F238E27FC236}">
                <a16:creationId xmlns:a16="http://schemas.microsoft.com/office/drawing/2014/main" id="{50F9D7A8-0BF8-0F05-1F52-F666B1D8690F}"/>
              </a:ext>
            </a:extLst>
          </p:cNvPr>
          <p:cNvSpPr/>
          <p:nvPr userDrawn="1"/>
        </p:nvSpPr>
        <p:spPr>
          <a:xfrm>
            <a:off x="8020865" y="1618599"/>
            <a:ext cx="3527997" cy="365122"/>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platzhalter 10">
            <a:extLst>
              <a:ext uri="{FF2B5EF4-FFF2-40B4-BE49-F238E27FC236}">
                <a16:creationId xmlns:a16="http://schemas.microsoft.com/office/drawing/2014/main" id="{64C6E7A4-759D-DD37-6FFE-B98D89FEABC5}"/>
              </a:ext>
            </a:extLst>
          </p:cNvPr>
          <p:cNvSpPr>
            <a:spLocks noGrp="1"/>
          </p:cNvSpPr>
          <p:nvPr>
            <p:ph type="body" sz="quarter" idx="21" hasCustomPrompt="1"/>
          </p:nvPr>
        </p:nvSpPr>
        <p:spPr>
          <a:xfrm>
            <a:off x="8100719" y="1645188"/>
            <a:ext cx="3368288"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33" name="Titelplatzhalter 1">
            <a:extLst>
              <a:ext uri="{FF2B5EF4-FFF2-40B4-BE49-F238E27FC236}">
                <a16:creationId xmlns:a16="http://schemas.microsoft.com/office/drawing/2014/main" id="{2FC76090-D612-C5BA-BD98-E80D0449AEC9}"/>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a:t>[Action Title]</a:t>
            </a:r>
            <a:br>
              <a:rPr lang="de-DE"/>
            </a:br>
            <a:r>
              <a:rPr lang="de-DE"/>
              <a:t>[Action Title]</a:t>
            </a:r>
          </a:p>
        </p:txBody>
      </p:sp>
      <p:sp>
        <p:nvSpPr>
          <p:cNvPr id="2" name="Rechteck: eine Ecke abgerundet 1">
            <a:extLst>
              <a:ext uri="{FF2B5EF4-FFF2-40B4-BE49-F238E27FC236}">
                <a16:creationId xmlns:a16="http://schemas.microsoft.com/office/drawing/2014/main" id="{01365353-A047-DFE3-6F7B-06448AE9F267}"/>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Foliennummernplatzhalter 15">
            <a:extLst>
              <a:ext uri="{FF2B5EF4-FFF2-40B4-BE49-F238E27FC236}">
                <a16:creationId xmlns:a16="http://schemas.microsoft.com/office/drawing/2014/main" id="{7AA985F8-32D3-43DB-BC35-46077758777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6" name="Foliennummernplatzhalter 15">
            <a:extLst>
              <a:ext uri="{FF2B5EF4-FFF2-40B4-BE49-F238E27FC236}">
                <a16:creationId xmlns:a16="http://schemas.microsoft.com/office/drawing/2014/main" id="{83D5EA46-8D43-3EAB-9825-7CD805C2B967}"/>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7" name="Textplatzhalter 16">
            <a:extLst>
              <a:ext uri="{FF2B5EF4-FFF2-40B4-BE49-F238E27FC236}">
                <a16:creationId xmlns:a16="http://schemas.microsoft.com/office/drawing/2014/main" id="{958B381A-B518-D091-9BDF-4EBAE4A2A8D8}"/>
              </a:ext>
            </a:extLst>
          </p:cNvPr>
          <p:cNvSpPr>
            <a:spLocks noGrp="1"/>
          </p:cNvSpPr>
          <p:nvPr>
            <p:ph type="body" sz="quarter" idx="2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919367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aten-5">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5A4F4056-2387-BBD2-1D64-FA6981273F3D}"/>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9" name="Grafik 18" descr="Ein Bild, das Grafiken, Schrift, Text, Grafikdesign enthält.&#10;&#10;Automatisch generierte Beschreibung">
            <a:extLst>
              <a:ext uri="{FF2B5EF4-FFF2-40B4-BE49-F238E27FC236}">
                <a16:creationId xmlns:a16="http://schemas.microsoft.com/office/drawing/2014/main" id="{C0BC1A8B-3867-94DD-B539-178FE18648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22" name="Textplatzhalter 2">
            <a:extLst>
              <a:ext uri="{FF2B5EF4-FFF2-40B4-BE49-F238E27FC236}">
                <a16:creationId xmlns:a16="http://schemas.microsoft.com/office/drawing/2014/main" id="{DA884A11-F2F2-7362-DB12-CB892C7C8416}"/>
              </a:ext>
            </a:extLst>
          </p:cNvPr>
          <p:cNvSpPr>
            <a:spLocks noGrp="1"/>
          </p:cNvSpPr>
          <p:nvPr>
            <p:ph idx="1" hasCustomPrompt="1"/>
          </p:nvPr>
        </p:nvSpPr>
        <p:spPr>
          <a:xfrm>
            <a:off x="600075" y="2166943"/>
            <a:ext cx="5400000" cy="1528727"/>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23" name="Textplatzhalter 2">
            <a:extLst>
              <a:ext uri="{FF2B5EF4-FFF2-40B4-BE49-F238E27FC236}">
                <a16:creationId xmlns:a16="http://schemas.microsoft.com/office/drawing/2014/main" id="{0672AFA6-74BB-8CF3-CAAD-BF1486F02730}"/>
              </a:ext>
            </a:extLst>
          </p:cNvPr>
          <p:cNvSpPr>
            <a:spLocks noGrp="1"/>
          </p:cNvSpPr>
          <p:nvPr>
            <p:ph idx="12" hasCustomPrompt="1"/>
          </p:nvPr>
        </p:nvSpPr>
        <p:spPr>
          <a:xfrm>
            <a:off x="6148865" y="2166943"/>
            <a:ext cx="5400000" cy="1528727"/>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24" name="Rechteck: abgerundete Ecken 23">
            <a:extLst>
              <a:ext uri="{FF2B5EF4-FFF2-40B4-BE49-F238E27FC236}">
                <a16:creationId xmlns:a16="http://schemas.microsoft.com/office/drawing/2014/main" id="{11B63EA6-AA33-9DB4-C9AE-EF37BA409071}"/>
              </a:ext>
            </a:extLst>
          </p:cNvPr>
          <p:cNvSpPr/>
          <p:nvPr userDrawn="1"/>
        </p:nvSpPr>
        <p:spPr>
          <a:xfrm>
            <a:off x="60007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Textplatzhalter 10">
            <a:extLst>
              <a:ext uri="{FF2B5EF4-FFF2-40B4-BE49-F238E27FC236}">
                <a16:creationId xmlns:a16="http://schemas.microsoft.com/office/drawing/2014/main" id="{0CE5EBCB-65D6-9E64-BAA4-42575A4DEA23}"/>
              </a:ext>
            </a:extLst>
          </p:cNvPr>
          <p:cNvSpPr>
            <a:spLocks noGrp="1"/>
          </p:cNvSpPr>
          <p:nvPr>
            <p:ph type="body" sz="quarter" idx="17" hasCustomPrompt="1"/>
          </p:nvPr>
        </p:nvSpPr>
        <p:spPr>
          <a:xfrm>
            <a:off x="65471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26" name="Rechteck: abgerundete Ecken 25">
            <a:extLst>
              <a:ext uri="{FF2B5EF4-FFF2-40B4-BE49-F238E27FC236}">
                <a16:creationId xmlns:a16="http://schemas.microsoft.com/office/drawing/2014/main" id="{3E4196F0-283B-D13B-4AA1-16A68B529B8F}"/>
              </a:ext>
            </a:extLst>
          </p:cNvPr>
          <p:cNvSpPr/>
          <p:nvPr userDrawn="1"/>
        </p:nvSpPr>
        <p:spPr>
          <a:xfrm>
            <a:off x="6148865" y="1618599"/>
            <a:ext cx="540000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Textplatzhalter 10">
            <a:extLst>
              <a:ext uri="{FF2B5EF4-FFF2-40B4-BE49-F238E27FC236}">
                <a16:creationId xmlns:a16="http://schemas.microsoft.com/office/drawing/2014/main" id="{189CCF9F-B8E8-AAE1-2F70-ED409CA3262F}"/>
              </a:ext>
            </a:extLst>
          </p:cNvPr>
          <p:cNvSpPr>
            <a:spLocks noGrp="1"/>
          </p:cNvSpPr>
          <p:nvPr>
            <p:ph type="body" sz="quarter" idx="18" hasCustomPrompt="1"/>
          </p:nvPr>
        </p:nvSpPr>
        <p:spPr>
          <a:xfrm>
            <a:off x="6203503" y="1645188"/>
            <a:ext cx="5278585"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28" name="Textplatzhalter 2">
            <a:extLst>
              <a:ext uri="{FF2B5EF4-FFF2-40B4-BE49-F238E27FC236}">
                <a16:creationId xmlns:a16="http://schemas.microsoft.com/office/drawing/2014/main" id="{6B8703EA-9240-3F08-6423-AC3CEF21E76E}"/>
              </a:ext>
            </a:extLst>
          </p:cNvPr>
          <p:cNvSpPr>
            <a:spLocks noGrp="1"/>
          </p:cNvSpPr>
          <p:nvPr>
            <p:ph idx="19" hasCustomPrompt="1"/>
          </p:nvPr>
        </p:nvSpPr>
        <p:spPr>
          <a:xfrm>
            <a:off x="600075" y="4427234"/>
            <a:ext cx="10948790" cy="1528727"/>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5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29" name="Rechteck: abgerundete Ecken 28">
            <a:extLst>
              <a:ext uri="{FF2B5EF4-FFF2-40B4-BE49-F238E27FC236}">
                <a16:creationId xmlns:a16="http://schemas.microsoft.com/office/drawing/2014/main" id="{0C0AECB8-7EB7-38D7-EDA2-96D6F3DDCA9F}"/>
              </a:ext>
            </a:extLst>
          </p:cNvPr>
          <p:cNvSpPr/>
          <p:nvPr userDrawn="1"/>
        </p:nvSpPr>
        <p:spPr>
          <a:xfrm>
            <a:off x="600075" y="3878890"/>
            <a:ext cx="10948790" cy="36512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Textplatzhalter 10">
            <a:extLst>
              <a:ext uri="{FF2B5EF4-FFF2-40B4-BE49-F238E27FC236}">
                <a16:creationId xmlns:a16="http://schemas.microsoft.com/office/drawing/2014/main" id="{F1CAD4A7-66DD-C378-7732-B69D9F0C7A40}"/>
              </a:ext>
            </a:extLst>
          </p:cNvPr>
          <p:cNvSpPr>
            <a:spLocks noGrp="1"/>
          </p:cNvSpPr>
          <p:nvPr>
            <p:ph type="body" sz="quarter" idx="20" hasCustomPrompt="1"/>
          </p:nvPr>
        </p:nvSpPr>
        <p:spPr>
          <a:xfrm>
            <a:off x="654713" y="3905479"/>
            <a:ext cx="10839514" cy="31194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31" name="Titelplatzhalter 1">
            <a:extLst>
              <a:ext uri="{FF2B5EF4-FFF2-40B4-BE49-F238E27FC236}">
                <a16:creationId xmlns:a16="http://schemas.microsoft.com/office/drawing/2014/main" id="{494AFB1F-DA76-BE0E-0DE6-AACD32A2C297}"/>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a:t>[Action Title]</a:t>
            </a:r>
            <a:br>
              <a:rPr lang="de-DE"/>
            </a:br>
            <a:r>
              <a:rPr lang="de-DE"/>
              <a:t>[Action Title]</a:t>
            </a:r>
          </a:p>
        </p:txBody>
      </p:sp>
      <p:sp>
        <p:nvSpPr>
          <p:cNvPr id="3" name="Rechteck: eine Ecke abgerundet 2">
            <a:extLst>
              <a:ext uri="{FF2B5EF4-FFF2-40B4-BE49-F238E27FC236}">
                <a16:creationId xmlns:a16="http://schemas.microsoft.com/office/drawing/2014/main" id="{D4B1FCC3-EF15-72F1-573D-2A7F2A0D8D4D}"/>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5" name="Foliennummernplatzhalter 15">
            <a:extLst>
              <a:ext uri="{FF2B5EF4-FFF2-40B4-BE49-F238E27FC236}">
                <a16:creationId xmlns:a16="http://schemas.microsoft.com/office/drawing/2014/main" id="{4034CC9B-7A3C-0016-BBD8-54788D91B761}"/>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6" name="Foliennummernplatzhalter 15">
            <a:extLst>
              <a:ext uri="{FF2B5EF4-FFF2-40B4-BE49-F238E27FC236}">
                <a16:creationId xmlns:a16="http://schemas.microsoft.com/office/drawing/2014/main" id="{7A2B822F-60B2-0F0A-E60B-FC555AD69745}"/>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7" name="Textplatzhalter 16">
            <a:extLst>
              <a:ext uri="{FF2B5EF4-FFF2-40B4-BE49-F238E27FC236}">
                <a16:creationId xmlns:a16="http://schemas.microsoft.com/office/drawing/2014/main" id="{2CE51B9A-9DA5-14E1-55FC-858C09B59173}"/>
              </a:ext>
            </a:extLst>
          </p:cNvPr>
          <p:cNvSpPr>
            <a:spLocks noGrp="1"/>
          </p:cNvSpPr>
          <p:nvPr>
            <p:ph type="body" sz="quarter" idx="21"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11113971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aten-6">
    <p:spTree>
      <p:nvGrpSpPr>
        <p:cNvPr id="1" name=""/>
        <p:cNvGrpSpPr/>
        <p:nvPr/>
      </p:nvGrpSpPr>
      <p:grpSpPr>
        <a:xfrm>
          <a:off x="0" y="0"/>
          <a:ext cx="0" cy="0"/>
          <a:chOff x="0" y="0"/>
          <a:chExt cx="0" cy="0"/>
        </a:xfrm>
      </p:grpSpPr>
      <p:sp>
        <p:nvSpPr>
          <p:cNvPr id="21" name="Textplatzhalter 2">
            <a:extLst>
              <a:ext uri="{FF2B5EF4-FFF2-40B4-BE49-F238E27FC236}">
                <a16:creationId xmlns:a16="http://schemas.microsoft.com/office/drawing/2014/main" id="{E6E63F81-2E76-EA92-388A-A2B1AC29D597}"/>
              </a:ext>
            </a:extLst>
          </p:cNvPr>
          <p:cNvSpPr>
            <a:spLocks noGrp="1"/>
          </p:cNvSpPr>
          <p:nvPr>
            <p:ph idx="12" hasCustomPrompt="1"/>
          </p:nvPr>
        </p:nvSpPr>
        <p:spPr>
          <a:xfrm>
            <a:off x="2982249" y="1664974"/>
            <a:ext cx="8566615" cy="1287855"/>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25" name="Textplatzhalter 2">
            <a:extLst>
              <a:ext uri="{FF2B5EF4-FFF2-40B4-BE49-F238E27FC236}">
                <a16:creationId xmlns:a16="http://schemas.microsoft.com/office/drawing/2014/main" id="{7F449A20-D13C-BCE0-F35D-42C745153612}"/>
              </a:ext>
            </a:extLst>
          </p:cNvPr>
          <p:cNvSpPr>
            <a:spLocks noGrp="1"/>
          </p:cNvSpPr>
          <p:nvPr>
            <p:ph idx="13" hasCustomPrompt="1"/>
          </p:nvPr>
        </p:nvSpPr>
        <p:spPr>
          <a:xfrm>
            <a:off x="2982249" y="3068717"/>
            <a:ext cx="8566615" cy="1287855"/>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27" name="Textplatzhalter 2">
            <a:extLst>
              <a:ext uri="{FF2B5EF4-FFF2-40B4-BE49-F238E27FC236}">
                <a16:creationId xmlns:a16="http://schemas.microsoft.com/office/drawing/2014/main" id="{58D5B972-50AC-C644-AE83-22805E0AEE6A}"/>
              </a:ext>
            </a:extLst>
          </p:cNvPr>
          <p:cNvSpPr>
            <a:spLocks noGrp="1"/>
          </p:cNvSpPr>
          <p:nvPr>
            <p:ph idx="14" hasCustomPrompt="1"/>
          </p:nvPr>
        </p:nvSpPr>
        <p:spPr>
          <a:xfrm>
            <a:off x="2982249" y="4472460"/>
            <a:ext cx="8566615" cy="1287855"/>
          </a:xfrm>
          <a:prstGeom prst="roundRect">
            <a:avLst>
              <a:gd name="adj" fmla="val 1624"/>
            </a:avLst>
          </a:prstGeom>
          <a:ln w="12700">
            <a:solidFill>
              <a:schemeClr val="accent1"/>
            </a:solidFill>
          </a:ln>
        </p:spPr>
        <p:txBody>
          <a:bodyPr vert="horz" lIns="91440" tIns="45720" rIns="91440" bIns="45720" rtlCol="0">
            <a:normAutofit/>
          </a:bodyPr>
          <a:lstStyle>
            <a:lvl1pPr marL="457200" indent="-457200">
              <a:lnSpc>
                <a:spcPct val="100000"/>
              </a:lnSpc>
              <a:buClr>
                <a:schemeClr val="accent1"/>
              </a:buClr>
              <a:buFont typeface="Wingdings" panose="05000000000000000000" pitchFamily="2" charset="2"/>
              <a:buChar char="§"/>
              <a:defRPr sz="1400">
                <a:latin typeface="+mn-lt"/>
              </a:defRPr>
            </a:lvl1pPr>
          </a:lstStyle>
          <a:p>
            <a:pPr lvl="0"/>
            <a:r>
              <a:rPr lang="de-DE"/>
              <a:t>XXX</a:t>
            </a:r>
          </a:p>
          <a:p>
            <a:pPr lvl="0"/>
            <a:r>
              <a:rPr lang="de-DE"/>
              <a:t>XXX</a:t>
            </a:r>
          </a:p>
          <a:p>
            <a:pPr lvl="0"/>
            <a:r>
              <a:rPr lang="de-DE"/>
              <a:t>XXX</a:t>
            </a:r>
          </a:p>
        </p:txBody>
      </p:sp>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16" name="Rechteck: abgerundete Ecken 15">
            <a:extLst>
              <a:ext uri="{FF2B5EF4-FFF2-40B4-BE49-F238E27FC236}">
                <a16:creationId xmlns:a16="http://schemas.microsoft.com/office/drawing/2014/main" id="{C9E6B537-ECB3-6E79-64CD-0413F59403B8}"/>
              </a:ext>
            </a:extLst>
          </p:cNvPr>
          <p:cNvSpPr/>
          <p:nvPr userDrawn="1"/>
        </p:nvSpPr>
        <p:spPr>
          <a:xfrm>
            <a:off x="600075" y="1664974"/>
            <a:ext cx="2212136" cy="1287855"/>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Textplatzhalter 10">
            <a:extLst>
              <a:ext uri="{FF2B5EF4-FFF2-40B4-BE49-F238E27FC236}">
                <a16:creationId xmlns:a16="http://schemas.microsoft.com/office/drawing/2014/main" id="{F053629B-09A5-0EFE-4D1C-966328C5CDCA}"/>
              </a:ext>
            </a:extLst>
          </p:cNvPr>
          <p:cNvSpPr>
            <a:spLocks noGrp="1"/>
          </p:cNvSpPr>
          <p:nvPr>
            <p:ph type="body" sz="quarter" idx="17" hasCustomPrompt="1"/>
          </p:nvPr>
        </p:nvSpPr>
        <p:spPr>
          <a:xfrm>
            <a:off x="669086" y="1727270"/>
            <a:ext cx="2074114" cy="116326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18" name="Rechteck: abgerundete Ecken 17">
            <a:extLst>
              <a:ext uri="{FF2B5EF4-FFF2-40B4-BE49-F238E27FC236}">
                <a16:creationId xmlns:a16="http://schemas.microsoft.com/office/drawing/2014/main" id="{2FDBBEB8-3689-9F49-1DD3-8E200FA47866}"/>
              </a:ext>
            </a:extLst>
          </p:cNvPr>
          <p:cNvSpPr/>
          <p:nvPr userDrawn="1"/>
        </p:nvSpPr>
        <p:spPr>
          <a:xfrm>
            <a:off x="600075" y="3073646"/>
            <a:ext cx="2212136" cy="1287855"/>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platzhalter 10">
            <a:extLst>
              <a:ext uri="{FF2B5EF4-FFF2-40B4-BE49-F238E27FC236}">
                <a16:creationId xmlns:a16="http://schemas.microsoft.com/office/drawing/2014/main" id="{6AB9804B-1C63-87AA-E2F5-014BBFA48B4A}"/>
              </a:ext>
            </a:extLst>
          </p:cNvPr>
          <p:cNvSpPr>
            <a:spLocks noGrp="1"/>
          </p:cNvSpPr>
          <p:nvPr>
            <p:ph type="body" sz="quarter" idx="18" hasCustomPrompt="1"/>
          </p:nvPr>
        </p:nvSpPr>
        <p:spPr>
          <a:xfrm>
            <a:off x="669086" y="3135942"/>
            <a:ext cx="2074114" cy="116326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20" name="Rechteck: abgerundete Ecken 19">
            <a:extLst>
              <a:ext uri="{FF2B5EF4-FFF2-40B4-BE49-F238E27FC236}">
                <a16:creationId xmlns:a16="http://schemas.microsoft.com/office/drawing/2014/main" id="{74A36AA7-8E81-BAF5-2A4A-04B2BF111380}"/>
              </a:ext>
            </a:extLst>
          </p:cNvPr>
          <p:cNvSpPr/>
          <p:nvPr userDrawn="1"/>
        </p:nvSpPr>
        <p:spPr>
          <a:xfrm>
            <a:off x="600075" y="4472460"/>
            <a:ext cx="2212136" cy="1287855"/>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Textplatzhalter 10">
            <a:extLst>
              <a:ext uri="{FF2B5EF4-FFF2-40B4-BE49-F238E27FC236}">
                <a16:creationId xmlns:a16="http://schemas.microsoft.com/office/drawing/2014/main" id="{8CD471F3-87B1-F32D-06C4-CEAD0CF5BE6A}"/>
              </a:ext>
            </a:extLst>
          </p:cNvPr>
          <p:cNvSpPr>
            <a:spLocks noGrp="1"/>
          </p:cNvSpPr>
          <p:nvPr>
            <p:ph type="body" sz="quarter" idx="19" hasCustomPrompt="1"/>
          </p:nvPr>
        </p:nvSpPr>
        <p:spPr>
          <a:xfrm>
            <a:off x="669086" y="4534756"/>
            <a:ext cx="2074114" cy="1163264"/>
          </a:xfrm>
          <a:ln>
            <a:noFill/>
          </a:ln>
        </p:spPr>
        <p:txBody>
          <a:bodyPr anchor="ctr">
            <a:normAutofit/>
          </a:bodyPr>
          <a:lstStyle>
            <a:lvl1pPr marL="0" indent="0" algn="ctr">
              <a:buNone/>
              <a:defRPr sz="1800" b="1">
                <a:solidFill>
                  <a:schemeClr val="bg1"/>
                </a:solidFill>
                <a:latin typeface="+mn-lt"/>
              </a:defRPr>
            </a:lvl1pPr>
          </a:lstStyle>
          <a:p>
            <a:pPr lvl="0"/>
            <a:r>
              <a:rPr lang="de-DE"/>
              <a:t>[Titel]</a:t>
            </a:r>
          </a:p>
        </p:txBody>
      </p:sp>
      <p:sp>
        <p:nvSpPr>
          <p:cNvPr id="24" name="Titelplatzhalter 1">
            <a:extLst>
              <a:ext uri="{FF2B5EF4-FFF2-40B4-BE49-F238E27FC236}">
                <a16:creationId xmlns:a16="http://schemas.microsoft.com/office/drawing/2014/main" id="{9D7774AF-420C-9164-0C6E-4A1A0E9AFD88}"/>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a:t>[Action Title]</a:t>
            </a:r>
            <a:br>
              <a:rPr lang="de-DE"/>
            </a:br>
            <a:r>
              <a:rPr lang="de-DE"/>
              <a:t>[Action Title]</a:t>
            </a:r>
          </a:p>
        </p:txBody>
      </p:sp>
      <p:sp>
        <p:nvSpPr>
          <p:cNvPr id="3" name="Rechteck: eine Ecke abgerundet 2">
            <a:extLst>
              <a:ext uri="{FF2B5EF4-FFF2-40B4-BE49-F238E27FC236}">
                <a16:creationId xmlns:a16="http://schemas.microsoft.com/office/drawing/2014/main" id="{8BA8C272-6F89-8972-2F52-A4112E77C9EC}"/>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A5D5C884-DA70-7C21-3831-BA8A1E525B71}"/>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7" name="Foliennummernplatzhalter 15">
            <a:extLst>
              <a:ext uri="{FF2B5EF4-FFF2-40B4-BE49-F238E27FC236}">
                <a16:creationId xmlns:a16="http://schemas.microsoft.com/office/drawing/2014/main" id="{7000386F-A59E-5E73-E9AC-E007B85D3354}"/>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8" name="Textplatzhalter 16">
            <a:extLst>
              <a:ext uri="{FF2B5EF4-FFF2-40B4-BE49-F238E27FC236}">
                <a16:creationId xmlns:a16="http://schemas.microsoft.com/office/drawing/2014/main" id="{4DC4D9AF-2D1E-36DC-8444-3FB61B851DF7}"/>
              </a:ext>
            </a:extLst>
          </p:cNvPr>
          <p:cNvSpPr>
            <a:spLocks noGrp="1"/>
          </p:cNvSpPr>
          <p:nvPr>
            <p:ph type="body" sz="quarter" idx="20"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3513872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aten-8">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Titelplatzhalter 1">
            <a:extLst>
              <a:ext uri="{FF2B5EF4-FFF2-40B4-BE49-F238E27FC236}">
                <a16:creationId xmlns:a16="http://schemas.microsoft.com/office/drawing/2014/main" id="{566BC798-3064-0635-DB3B-982F7CEF61C3}"/>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a:t>[Action Title]</a:t>
            </a:r>
          </a:p>
        </p:txBody>
      </p:sp>
      <p:sp>
        <p:nvSpPr>
          <p:cNvPr id="3" name="Rechteck: eine Ecke abgerundet 2">
            <a:extLst>
              <a:ext uri="{FF2B5EF4-FFF2-40B4-BE49-F238E27FC236}">
                <a16:creationId xmlns:a16="http://schemas.microsoft.com/office/drawing/2014/main" id="{1CF86E75-6AFC-948E-CE74-3BAB8CF2563C}"/>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AA1AE38D-6E6B-A641-D36F-98997AD39FE9}"/>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7" name="Foliennummernplatzhalter 15">
            <a:extLst>
              <a:ext uri="{FF2B5EF4-FFF2-40B4-BE49-F238E27FC236}">
                <a16:creationId xmlns:a16="http://schemas.microsoft.com/office/drawing/2014/main" id="{B05CF041-0B24-1450-0EA2-AB81192962A0}"/>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8" name="Textplatzhalter 16">
            <a:extLst>
              <a:ext uri="{FF2B5EF4-FFF2-40B4-BE49-F238E27FC236}">
                <a16:creationId xmlns:a16="http://schemas.microsoft.com/office/drawing/2014/main" id="{229C9E67-FCBD-EDEE-D786-9A5A1A10982B}"/>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5506627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ten-9">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tx2"/>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tx2"/>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tx2"/>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elplatzhalter 1">
            <a:extLst>
              <a:ext uri="{FF2B5EF4-FFF2-40B4-BE49-F238E27FC236}">
                <a16:creationId xmlns:a16="http://schemas.microsoft.com/office/drawing/2014/main" id="{9B61D6EB-B334-122B-5499-262A36E14665}"/>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a:t>[Action Title]</a:t>
            </a:r>
          </a:p>
        </p:txBody>
      </p:sp>
      <p:sp>
        <p:nvSpPr>
          <p:cNvPr id="6" name="Rechteck: eine Ecke abgerundet 5">
            <a:extLst>
              <a:ext uri="{FF2B5EF4-FFF2-40B4-BE49-F238E27FC236}">
                <a16:creationId xmlns:a16="http://schemas.microsoft.com/office/drawing/2014/main" id="{D8315774-87C9-267F-56AD-DD6F90EAFA4A}"/>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0BFECE77-67D7-6336-7C7B-4F8D956FECFB}"/>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8" name="Foliennummernplatzhalter 15">
            <a:extLst>
              <a:ext uri="{FF2B5EF4-FFF2-40B4-BE49-F238E27FC236}">
                <a16:creationId xmlns:a16="http://schemas.microsoft.com/office/drawing/2014/main" id="{28A9D409-A5C4-21AB-ABE2-C08471DB2444}"/>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10" name="Textplatzhalter 16">
            <a:extLst>
              <a:ext uri="{FF2B5EF4-FFF2-40B4-BE49-F238E27FC236}">
                <a16:creationId xmlns:a16="http://schemas.microsoft.com/office/drawing/2014/main" id="{94D504AC-A752-A4A2-42EF-2DC48DB99E0A}"/>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31881571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aten-10">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elplatzhalter 1">
            <a:extLst>
              <a:ext uri="{FF2B5EF4-FFF2-40B4-BE49-F238E27FC236}">
                <a16:creationId xmlns:a16="http://schemas.microsoft.com/office/drawing/2014/main" id="{1FDA9160-104E-0392-3F93-9A0B2366CA46}"/>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a:t>[Action Title]</a:t>
            </a:r>
          </a:p>
        </p:txBody>
      </p:sp>
      <p:sp>
        <p:nvSpPr>
          <p:cNvPr id="6" name="Rechteck: eine Ecke abgerundet 5">
            <a:extLst>
              <a:ext uri="{FF2B5EF4-FFF2-40B4-BE49-F238E27FC236}">
                <a16:creationId xmlns:a16="http://schemas.microsoft.com/office/drawing/2014/main" id="{8CAB2AEB-6012-8C19-C065-B526EB2F512F}"/>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C466F77F-6265-DAEC-3D4F-B23A4125A5D5}"/>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8" name="Foliennummernplatzhalter 15">
            <a:extLst>
              <a:ext uri="{FF2B5EF4-FFF2-40B4-BE49-F238E27FC236}">
                <a16:creationId xmlns:a16="http://schemas.microsoft.com/office/drawing/2014/main" id="{275A6C31-48A7-4D49-7C9E-CFE79C4FD003}"/>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10" name="Textplatzhalter 16">
            <a:extLst>
              <a:ext uri="{FF2B5EF4-FFF2-40B4-BE49-F238E27FC236}">
                <a16:creationId xmlns:a16="http://schemas.microsoft.com/office/drawing/2014/main" id="{7F4B9580-191C-0B4B-E35A-D6C2401695A1}"/>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5278605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ten-11">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Textplatzhalter 10">
            <a:extLst>
              <a:ext uri="{FF2B5EF4-FFF2-40B4-BE49-F238E27FC236}">
                <a16:creationId xmlns:a16="http://schemas.microsoft.com/office/drawing/2014/main" id="{0835F496-1024-3455-FAC1-5CED27F24615}"/>
              </a:ext>
            </a:extLst>
          </p:cNvPr>
          <p:cNvSpPr>
            <a:spLocks noGrp="1"/>
          </p:cNvSpPr>
          <p:nvPr>
            <p:ph type="body" sz="quarter" idx="26" hasCustomPrompt="1"/>
          </p:nvPr>
        </p:nvSpPr>
        <p:spPr>
          <a:xfrm>
            <a:off x="2982249" y="3833464"/>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Textplatzhalter 10">
            <a:extLst>
              <a:ext uri="{FF2B5EF4-FFF2-40B4-BE49-F238E27FC236}">
                <a16:creationId xmlns:a16="http://schemas.microsoft.com/office/drawing/2014/main" id="{0F88021B-8097-BDF1-C263-70041CBFCAF8}"/>
              </a:ext>
            </a:extLst>
          </p:cNvPr>
          <p:cNvSpPr>
            <a:spLocks noGrp="1"/>
          </p:cNvSpPr>
          <p:nvPr>
            <p:ph type="body" sz="quarter" idx="28" hasCustomPrompt="1"/>
          </p:nvPr>
        </p:nvSpPr>
        <p:spPr>
          <a:xfrm>
            <a:off x="2982249" y="2610942"/>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elplatzhalter 1">
            <a:extLst>
              <a:ext uri="{FF2B5EF4-FFF2-40B4-BE49-F238E27FC236}">
                <a16:creationId xmlns:a16="http://schemas.microsoft.com/office/drawing/2014/main" id="{C938E71F-EFAA-E7B6-EE67-D39204C0CDD6}"/>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a:t>[Action Title]</a:t>
            </a:r>
          </a:p>
        </p:txBody>
      </p:sp>
      <p:sp>
        <p:nvSpPr>
          <p:cNvPr id="6" name="Rechteck: eine Ecke abgerundet 5">
            <a:extLst>
              <a:ext uri="{FF2B5EF4-FFF2-40B4-BE49-F238E27FC236}">
                <a16:creationId xmlns:a16="http://schemas.microsoft.com/office/drawing/2014/main" id="{FA709AD6-5414-7648-EF27-1E3936B2957C}"/>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7" name="Foliennummernplatzhalter 15">
            <a:extLst>
              <a:ext uri="{FF2B5EF4-FFF2-40B4-BE49-F238E27FC236}">
                <a16:creationId xmlns:a16="http://schemas.microsoft.com/office/drawing/2014/main" id="{DB3CB7CB-3C12-50E2-AC70-A2E316783577}"/>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8" name="Foliennummernplatzhalter 15">
            <a:extLst>
              <a:ext uri="{FF2B5EF4-FFF2-40B4-BE49-F238E27FC236}">
                <a16:creationId xmlns:a16="http://schemas.microsoft.com/office/drawing/2014/main" id="{19F93351-F20B-E80C-BC0B-8B5761B0A8CE}"/>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10" name="Textplatzhalter 16">
            <a:extLst>
              <a:ext uri="{FF2B5EF4-FFF2-40B4-BE49-F238E27FC236}">
                <a16:creationId xmlns:a16="http://schemas.microsoft.com/office/drawing/2014/main" id="{3F01A6E8-4A87-4F53-2FF0-934FB2017644}"/>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13822387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ten-12">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4" name="Rechteck: abgerundete Ecken 33">
            <a:extLst>
              <a:ext uri="{FF2B5EF4-FFF2-40B4-BE49-F238E27FC236}">
                <a16:creationId xmlns:a16="http://schemas.microsoft.com/office/drawing/2014/main" id="{49BFD98C-DA66-7CB4-F407-FCB8865FBA3D}"/>
              </a:ext>
            </a:extLst>
          </p:cNvPr>
          <p:cNvSpPr/>
          <p:nvPr userDrawn="1"/>
        </p:nvSpPr>
        <p:spPr>
          <a:xfrm>
            <a:off x="600075" y="5010121"/>
            <a:ext cx="1883149" cy="1169276"/>
          </a:xfrm>
          <a:prstGeom prst="roundRect">
            <a:avLst>
              <a:gd name="adj" fmla="val 631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Textplatzhalter 10">
            <a:extLst>
              <a:ext uri="{FF2B5EF4-FFF2-40B4-BE49-F238E27FC236}">
                <a16:creationId xmlns:a16="http://schemas.microsoft.com/office/drawing/2014/main" id="{2C18CB05-8C45-64B1-B750-91A013819ECC}"/>
              </a:ext>
            </a:extLst>
          </p:cNvPr>
          <p:cNvSpPr>
            <a:spLocks noGrp="1"/>
          </p:cNvSpPr>
          <p:nvPr>
            <p:ph type="body" sz="quarter" idx="23" hasCustomPrompt="1"/>
          </p:nvPr>
        </p:nvSpPr>
        <p:spPr>
          <a:xfrm>
            <a:off x="643136" y="5055987"/>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36" name="Gleichschenkliges Dreieck 35">
            <a:extLst>
              <a:ext uri="{FF2B5EF4-FFF2-40B4-BE49-F238E27FC236}">
                <a16:creationId xmlns:a16="http://schemas.microsoft.com/office/drawing/2014/main" id="{1EA0278B-EB30-4339-2635-D98663624756}"/>
              </a:ext>
            </a:extLst>
          </p:cNvPr>
          <p:cNvSpPr/>
          <p:nvPr userDrawn="1"/>
        </p:nvSpPr>
        <p:spPr>
          <a:xfrm rot="5400000">
            <a:off x="2174737" y="5542355"/>
            <a:ext cx="989285" cy="14764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Textplatzhalter 10">
            <a:extLst>
              <a:ext uri="{FF2B5EF4-FFF2-40B4-BE49-F238E27FC236}">
                <a16:creationId xmlns:a16="http://schemas.microsoft.com/office/drawing/2014/main" id="{97002C89-C7C9-D148-1B6E-A040D280DC93}"/>
              </a:ext>
            </a:extLst>
          </p:cNvPr>
          <p:cNvSpPr>
            <a:spLocks noGrp="1"/>
          </p:cNvSpPr>
          <p:nvPr>
            <p:ph type="body" sz="quarter" idx="24" hasCustomPrompt="1"/>
          </p:nvPr>
        </p:nvSpPr>
        <p:spPr>
          <a:xfrm>
            <a:off x="2982249" y="5055987"/>
            <a:ext cx="8491899" cy="1115162"/>
          </a:xfrm>
          <a:ln>
            <a:noFill/>
          </a:ln>
        </p:spPr>
        <p:txBody>
          <a:bodyPr anchor="ctr">
            <a:noAutofit/>
          </a:bodyPr>
          <a:lstStyle>
            <a:lvl1pPr marL="285750" indent="-285750" algn="l">
              <a:lnSpc>
                <a:spcPct val="100000"/>
              </a:lnSpc>
              <a:buClr>
                <a:schemeClr val="accent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38" name="Rechteck: abgerundete Ecken 37">
            <a:extLst>
              <a:ext uri="{FF2B5EF4-FFF2-40B4-BE49-F238E27FC236}">
                <a16:creationId xmlns:a16="http://schemas.microsoft.com/office/drawing/2014/main" id="{050A4FAB-832D-3035-99BC-280F5D0B1136}"/>
              </a:ext>
            </a:extLst>
          </p:cNvPr>
          <p:cNvSpPr/>
          <p:nvPr userDrawn="1"/>
        </p:nvSpPr>
        <p:spPr>
          <a:xfrm>
            <a:off x="2855535" y="5009670"/>
            <a:ext cx="8693329" cy="1169276"/>
          </a:xfrm>
          <a:prstGeom prst="roundRect">
            <a:avLst>
              <a:gd name="adj" fmla="val 6313"/>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abgerundete Ecken 38">
            <a:extLst>
              <a:ext uri="{FF2B5EF4-FFF2-40B4-BE49-F238E27FC236}">
                <a16:creationId xmlns:a16="http://schemas.microsoft.com/office/drawing/2014/main" id="{F9256752-D593-5125-6FDA-8CB7ED541772}"/>
              </a:ext>
            </a:extLst>
          </p:cNvPr>
          <p:cNvSpPr/>
          <p:nvPr userDrawn="1"/>
        </p:nvSpPr>
        <p:spPr>
          <a:xfrm>
            <a:off x="600075" y="3787598"/>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Textplatzhalter 10">
            <a:extLst>
              <a:ext uri="{FF2B5EF4-FFF2-40B4-BE49-F238E27FC236}">
                <a16:creationId xmlns:a16="http://schemas.microsoft.com/office/drawing/2014/main" id="{04CA38DE-7708-2208-398D-1F776C1DFA96}"/>
              </a:ext>
            </a:extLst>
          </p:cNvPr>
          <p:cNvSpPr>
            <a:spLocks noGrp="1"/>
          </p:cNvSpPr>
          <p:nvPr>
            <p:ph type="body" sz="quarter" idx="25" hasCustomPrompt="1"/>
          </p:nvPr>
        </p:nvSpPr>
        <p:spPr>
          <a:xfrm>
            <a:off x="643136" y="3833464"/>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1" name="Gleichschenkliges Dreieck 40">
            <a:extLst>
              <a:ext uri="{FF2B5EF4-FFF2-40B4-BE49-F238E27FC236}">
                <a16:creationId xmlns:a16="http://schemas.microsoft.com/office/drawing/2014/main" id="{37FBE385-3250-A8EB-C637-CFD89876E0FC}"/>
              </a:ext>
            </a:extLst>
          </p:cNvPr>
          <p:cNvSpPr/>
          <p:nvPr userDrawn="1"/>
        </p:nvSpPr>
        <p:spPr>
          <a:xfrm rot="5400000">
            <a:off x="2174737" y="4319832"/>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Rechteck: abgerundete Ecken 42">
            <a:extLst>
              <a:ext uri="{FF2B5EF4-FFF2-40B4-BE49-F238E27FC236}">
                <a16:creationId xmlns:a16="http://schemas.microsoft.com/office/drawing/2014/main" id="{531CC70C-FBCA-2838-A341-735C1D8DEDD0}"/>
              </a:ext>
            </a:extLst>
          </p:cNvPr>
          <p:cNvSpPr/>
          <p:nvPr userDrawn="1"/>
        </p:nvSpPr>
        <p:spPr>
          <a:xfrm>
            <a:off x="2855535" y="3787147"/>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Rechteck: abgerundete Ecken 43">
            <a:extLst>
              <a:ext uri="{FF2B5EF4-FFF2-40B4-BE49-F238E27FC236}">
                <a16:creationId xmlns:a16="http://schemas.microsoft.com/office/drawing/2014/main" id="{51424993-33A8-F214-822C-71FDC299835C}"/>
              </a:ext>
            </a:extLst>
          </p:cNvPr>
          <p:cNvSpPr/>
          <p:nvPr userDrawn="1"/>
        </p:nvSpPr>
        <p:spPr>
          <a:xfrm>
            <a:off x="600075" y="2565076"/>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Textplatzhalter 10">
            <a:extLst>
              <a:ext uri="{FF2B5EF4-FFF2-40B4-BE49-F238E27FC236}">
                <a16:creationId xmlns:a16="http://schemas.microsoft.com/office/drawing/2014/main" id="{D19594B9-C362-87D8-0CE8-D347D86CF355}"/>
              </a:ext>
            </a:extLst>
          </p:cNvPr>
          <p:cNvSpPr>
            <a:spLocks noGrp="1"/>
          </p:cNvSpPr>
          <p:nvPr>
            <p:ph type="body" sz="quarter" idx="27" hasCustomPrompt="1"/>
          </p:nvPr>
        </p:nvSpPr>
        <p:spPr>
          <a:xfrm>
            <a:off x="643136" y="2610942"/>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46" name="Gleichschenkliges Dreieck 45">
            <a:extLst>
              <a:ext uri="{FF2B5EF4-FFF2-40B4-BE49-F238E27FC236}">
                <a16:creationId xmlns:a16="http://schemas.microsoft.com/office/drawing/2014/main" id="{AD01DA2A-FA83-0765-5965-055D1359D2B2}"/>
              </a:ext>
            </a:extLst>
          </p:cNvPr>
          <p:cNvSpPr/>
          <p:nvPr userDrawn="1"/>
        </p:nvSpPr>
        <p:spPr>
          <a:xfrm rot="5400000">
            <a:off x="2174737" y="3097310"/>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8" name="Rechteck: abgerundete Ecken 47">
            <a:extLst>
              <a:ext uri="{FF2B5EF4-FFF2-40B4-BE49-F238E27FC236}">
                <a16:creationId xmlns:a16="http://schemas.microsoft.com/office/drawing/2014/main" id="{0E893A3F-E880-B269-14EA-340252BD5068}"/>
              </a:ext>
            </a:extLst>
          </p:cNvPr>
          <p:cNvSpPr/>
          <p:nvPr userDrawn="1"/>
        </p:nvSpPr>
        <p:spPr>
          <a:xfrm>
            <a:off x="2855535" y="2564625"/>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 name="Rechteck: abgerundete Ecken 48">
            <a:extLst>
              <a:ext uri="{FF2B5EF4-FFF2-40B4-BE49-F238E27FC236}">
                <a16:creationId xmlns:a16="http://schemas.microsoft.com/office/drawing/2014/main" id="{946A9131-631F-9F77-64E1-E0CC09DE450B}"/>
              </a:ext>
            </a:extLst>
          </p:cNvPr>
          <p:cNvSpPr/>
          <p:nvPr userDrawn="1"/>
        </p:nvSpPr>
        <p:spPr>
          <a:xfrm>
            <a:off x="600075" y="1342554"/>
            <a:ext cx="1883149" cy="1169276"/>
          </a:xfrm>
          <a:prstGeom prst="roundRect">
            <a:avLst>
              <a:gd name="adj" fmla="val 631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Textplatzhalter 10">
            <a:extLst>
              <a:ext uri="{FF2B5EF4-FFF2-40B4-BE49-F238E27FC236}">
                <a16:creationId xmlns:a16="http://schemas.microsoft.com/office/drawing/2014/main" id="{C417A2F7-F253-4CAB-CA39-5D57E5DEDE3B}"/>
              </a:ext>
            </a:extLst>
          </p:cNvPr>
          <p:cNvSpPr>
            <a:spLocks noGrp="1"/>
          </p:cNvSpPr>
          <p:nvPr>
            <p:ph type="body" sz="quarter" idx="29" hasCustomPrompt="1"/>
          </p:nvPr>
        </p:nvSpPr>
        <p:spPr>
          <a:xfrm>
            <a:off x="643136" y="1388420"/>
            <a:ext cx="1795264" cy="1076642"/>
          </a:xfrm>
          <a:ln>
            <a:noFill/>
          </a:ln>
        </p:spPr>
        <p:txBody>
          <a:bodyPr anchor="ctr">
            <a:normAutofit/>
          </a:bodyPr>
          <a:lstStyle>
            <a:lvl1pPr marL="0" indent="0" algn="ctr">
              <a:buNone/>
              <a:defRPr sz="1400" b="1">
                <a:solidFill>
                  <a:schemeClr val="bg1"/>
                </a:solidFill>
                <a:latin typeface="+mn-lt"/>
              </a:defRPr>
            </a:lvl1pPr>
          </a:lstStyle>
          <a:p>
            <a:pPr lvl="0"/>
            <a:r>
              <a:rPr lang="de-DE"/>
              <a:t>[Beispieltext von etwa drei bis vier Zeilen]</a:t>
            </a:r>
          </a:p>
        </p:txBody>
      </p:sp>
      <p:sp>
        <p:nvSpPr>
          <p:cNvPr id="51" name="Gleichschenkliges Dreieck 50">
            <a:extLst>
              <a:ext uri="{FF2B5EF4-FFF2-40B4-BE49-F238E27FC236}">
                <a16:creationId xmlns:a16="http://schemas.microsoft.com/office/drawing/2014/main" id="{8E613897-3604-A8FA-EAF7-1C4044809785}"/>
              </a:ext>
            </a:extLst>
          </p:cNvPr>
          <p:cNvSpPr/>
          <p:nvPr userDrawn="1"/>
        </p:nvSpPr>
        <p:spPr>
          <a:xfrm rot="5400000">
            <a:off x="2174737" y="1874788"/>
            <a:ext cx="989285" cy="147640"/>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2" name="Textplatzhalter 10">
            <a:extLst>
              <a:ext uri="{FF2B5EF4-FFF2-40B4-BE49-F238E27FC236}">
                <a16:creationId xmlns:a16="http://schemas.microsoft.com/office/drawing/2014/main" id="{751FFF3F-7B0C-D49B-E993-25E7B8821C9C}"/>
              </a:ext>
            </a:extLst>
          </p:cNvPr>
          <p:cNvSpPr>
            <a:spLocks noGrp="1"/>
          </p:cNvSpPr>
          <p:nvPr>
            <p:ph type="body" sz="quarter" idx="30" hasCustomPrompt="1"/>
          </p:nvPr>
        </p:nvSpPr>
        <p:spPr>
          <a:xfrm>
            <a:off x="2982249" y="1388420"/>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53" name="Rechteck: abgerundete Ecken 52">
            <a:extLst>
              <a:ext uri="{FF2B5EF4-FFF2-40B4-BE49-F238E27FC236}">
                <a16:creationId xmlns:a16="http://schemas.microsoft.com/office/drawing/2014/main" id="{F2A98CB0-102F-DF68-26B0-008C2392EE12}"/>
              </a:ext>
            </a:extLst>
          </p:cNvPr>
          <p:cNvSpPr/>
          <p:nvPr userDrawn="1"/>
        </p:nvSpPr>
        <p:spPr>
          <a:xfrm>
            <a:off x="2855535" y="1342103"/>
            <a:ext cx="8693329" cy="1169276"/>
          </a:xfrm>
          <a:prstGeom prst="roundRect">
            <a:avLst>
              <a:gd name="adj" fmla="val 6313"/>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platzhalter 10">
            <a:extLst>
              <a:ext uri="{FF2B5EF4-FFF2-40B4-BE49-F238E27FC236}">
                <a16:creationId xmlns:a16="http://schemas.microsoft.com/office/drawing/2014/main" id="{420F84C5-7A91-575E-79BF-CCC2B7CD15AE}"/>
              </a:ext>
            </a:extLst>
          </p:cNvPr>
          <p:cNvSpPr>
            <a:spLocks noGrp="1"/>
          </p:cNvSpPr>
          <p:nvPr>
            <p:ph type="body" sz="quarter" idx="31" hasCustomPrompt="1"/>
          </p:nvPr>
        </p:nvSpPr>
        <p:spPr>
          <a:xfrm>
            <a:off x="2982249" y="2610942"/>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6" name="Textplatzhalter 10">
            <a:extLst>
              <a:ext uri="{FF2B5EF4-FFF2-40B4-BE49-F238E27FC236}">
                <a16:creationId xmlns:a16="http://schemas.microsoft.com/office/drawing/2014/main" id="{7E9CC1D5-9478-6D0F-2076-0C12DB26CF12}"/>
              </a:ext>
            </a:extLst>
          </p:cNvPr>
          <p:cNvSpPr>
            <a:spLocks noGrp="1"/>
          </p:cNvSpPr>
          <p:nvPr>
            <p:ph type="body" sz="quarter" idx="32" hasCustomPrompt="1"/>
          </p:nvPr>
        </p:nvSpPr>
        <p:spPr>
          <a:xfrm>
            <a:off x="2982249" y="3827649"/>
            <a:ext cx="8491899" cy="1115162"/>
          </a:xfrm>
          <a:ln>
            <a:noFill/>
          </a:ln>
        </p:spPr>
        <p:txBody>
          <a:bodyPr anchor="ctr">
            <a:noAutofit/>
          </a:bodyPr>
          <a:lstStyle>
            <a:lvl1pPr marL="285750" indent="-285750" algn="l">
              <a:lnSpc>
                <a:spcPct val="100000"/>
              </a:lnSpc>
              <a:buClr>
                <a:schemeClr val="tx1"/>
              </a:buClr>
              <a:buFont typeface="Wingdings" panose="05000000000000000000" pitchFamily="2" charset="2"/>
              <a:buChar char="§"/>
              <a:defRPr sz="1050" b="0">
                <a:solidFill>
                  <a:schemeClr val="tx1"/>
                </a:solidFill>
                <a:latin typeface="+mn-lt"/>
              </a:defRPr>
            </a:lvl1pPr>
          </a:lstStyle>
          <a:p>
            <a:pPr lvl="0"/>
            <a:r>
              <a:rPr lang="de-DE"/>
              <a:t>[Text]</a:t>
            </a:r>
          </a:p>
          <a:p>
            <a:pPr lvl="0"/>
            <a:r>
              <a:rPr lang="de-DE"/>
              <a:t>[Text]</a:t>
            </a:r>
          </a:p>
          <a:p>
            <a:pPr lvl="0"/>
            <a:r>
              <a:rPr lang="de-DE"/>
              <a:t>[Text]</a:t>
            </a:r>
          </a:p>
        </p:txBody>
      </p:sp>
      <p:sp>
        <p:nvSpPr>
          <p:cNvPr id="7" name="Titelplatzhalter 1">
            <a:extLst>
              <a:ext uri="{FF2B5EF4-FFF2-40B4-BE49-F238E27FC236}">
                <a16:creationId xmlns:a16="http://schemas.microsoft.com/office/drawing/2014/main" id="{6EE38BEA-2F6D-4B76-E47D-650B7B53416A}"/>
              </a:ext>
            </a:extLst>
          </p:cNvPr>
          <p:cNvSpPr>
            <a:spLocks noGrp="1"/>
          </p:cNvSpPr>
          <p:nvPr>
            <p:ph type="title" hasCustomPrompt="1"/>
          </p:nvPr>
        </p:nvSpPr>
        <p:spPr>
          <a:xfrm>
            <a:off x="600075" y="700598"/>
            <a:ext cx="10948790" cy="464101"/>
          </a:xfrm>
          <a:prstGeom prst="rect">
            <a:avLst/>
          </a:prstGeom>
        </p:spPr>
        <p:txBody>
          <a:bodyPr vert="horz" lIns="91440" tIns="45720" rIns="91440" bIns="45720" rtlCol="0" anchor="ctr">
            <a:noAutofit/>
          </a:bodyPr>
          <a:lstStyle>
            <a:lvl1pPr>
              <a:defRPr sz="2400"/>
            </a:lvl1pPr>
          </a:lstStyle>
          <a:p>
            <a:r>
              <a:rPr lang="de-DE"/>
              <a:t>[Action Title]</a:t>
            </a:r>
          </a:p>
        </p:txBody>
      </p:sp>
      <p:sp>
        <p:nvSpPr>
          <p:cNvPr id="8" name="Rechteck: eine Ecke abgerundet 7">
            <a:extLst>
              <a:ext uri="{FF2B5EF4-FFF2-40B4-BE49-F238E27FC236}">
                <a16:creationId xmlns:a16="http://schemas.microsoft.com/office/drawing/2014/main" id="{7E170B0D-5D3D-E473-AA26-6BABA8DCA681}"/>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0" name="Foliennummernplatzhalter 15">
            <a:extLst>
              <a:ext uri="{FF2B5EF4-FFF2-40B4-BE49-F238E27FC236}">
                <a16:creationId xmlns:a16="http://schemas.microsoft.com/office/drawing/2014/main" id="{522777F1-33E3-FE82-0581-B14A23EF68C3}"/>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11" name="Foliennummernplatzhalter 15">
            <a:extLst>
              <a:ext uri="{FF2B5EF4-FFF2-40B4-BE49-F238E27FC236}">
                <a16:creationId xmlns:a16="http://schemas.microsoft.com/office/drawing/2014/main" id="{A6EAA4C1-D2A7-F288-2CB1-B88FD93979F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14" name="Textplatzhalter 16">
            <a:extLst>
              <a:ext uri="{FF2B5EF4-FFF2-40B4-BE49-F238E27FC236}">
                <a16:creationId xmlns:a16="http://schemas.microsoft.com/office/drawing/2014/main" id="{69559DE1-AF3F-22FA-B2DF-846BD81C37D4}"/>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3550232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Zeitstrahl">
    <p:spTree>
      <p:nvGrpSpPr>
        <p:cNvPr id="1" name=""/>
        <p:cNvGrpSpPr/>
        <p:nvPr/>
      </p:nvGrpSpPr>
      <p:grpSpPr>
        <a:xfrm>
          <a:off x="0" y="0"/>
          <a:ext cx="0" cy="0"/>
          <a:chOff x="0" y="0"/>
          <a:chExt cx="0" cy="0"/>
        </a:xfrm>
      </p:grpSpPr>
      <p:sp>
        <p:nvSpPr>
          <p:cNvPr id="2" name="Fußzeilenplatzhalter 4">
            <a:extLst>
              <a:ext uri="{FF2B5EF4-FFF2-40B4-BE49-F238E27FC236}">
                <a16:creationId xmlns:a16="http://schemas.microsoft.com/office/drawing/2014/main" id="{0D5312CA-E712-87B1-119D-0B02682FFDCE}"/>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3" name="Grafik 12" descr="Ein Bild, das Grafiken, Schrift, Text, Grafikdesign enthält.&#10;&#10;Automatisch generierte Beschreibung">
            <a:extLst>
              <a:ext uri="{FF2B5EF4-FFF2-40B4-BE49-F238E27FC236}">
                <a16:creationId xmlns:a16="http://schemas.microsoft.com/office/drawing/2014/main" id="{905BB316-0A28-B7DB-1A02-1544BF4CDF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cxnSp>
        <p:nvCxnSpPr>
          <p:cNvPr id="14" name="Gerader Verbinder 13">
            <a:extLst>
              <a:ext uri="{FF2B5EF4-FFF2-40B4-BE49-F238E27FC236}">
                <a16:creationId xmlns:a16="http://schemas.microsoft.com/office/drawing/2014/main" id="{F2E607F4-631E-C454-DFA5-1F0180C70F0A}"/>
              </a:ext>
            </a:extLst>
          </p:cNvPr>
          <p:cNvCxnSpPr>
            <a:cxnSpLocks/>
          </p:cNvCxnSpPr>
          <p:nvPr userDrawn="1"/>
        </p:nvCxnSpPr>
        <p:spPr>
          <a:xfrm>
            <a:off x="711200" y="3154025"/>
            <a:ext cx="10736729" cy="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30" name="Diagramm 29">
            <a:extLst>
              <a:ext uri="{FF2B5EF4-FFF2-40B4-BE49-F238E27FC236}">
                <a16:creationId xmlns:a16="http://schemas.microsoft.com/office/drawing/2014/main" id="{65C090AA-C862-D8C5-1B37-C8BEED2B5A3C}"/>
              </a:ext>
            </a:extLst>
          </p:cNvPr>
          <p:cNvGraphicFramePr/>
          <p:nvPr userDrawn="1">
            <p:extLst>
              <p:ext uri="{D42A27DB-BD31-4B8C-83A1-F6EECF244321}">
                <p14:modId xmlns:p14="http://schemas.microsoft.com/office/powerpoint/2010/main" val="375980931"/>
              </p:ext>
            </p:extLst>
          </p:nvPr>
        </p:nvGraphicFramePr>
        <p:xfrm>
          <a:off x="2796252" y="1618596"/>
          <a:ext cx="8752611" cy="6529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5" name="Textplatzhalter 43">
            <a:extLst>
              <a:ext uri="{FF2B5EF4-FFF2-40B4-BE49-F238E27FC236}">
                <a16:creationId xmlns:a16="http://schemas.microsoft.com/office/drawing/2014/main" id="{1B576BE0-36F8-694D-29B0-6FC3091558BD}"/>
              </a:ext>
            </a:extLst>
          </p:cNvPr>
          <p:cNvSpPr>
            <a:spLocks noGrp="1"/>
          </p:cNvSpPr>
          <p:nvPr>
            <p:ph type="body" sz="quarter" idx="33" hasCustomPrompt="1"/>
          </p:nvPr>
        </p:nvSpPr>
        <p:spPr>
          <a:xfrm>
            <a:off x="2852738" y="1653838"/>
            <a:ext cx="1557337" cy="580656"/>
          </a:xfrm>
          <a:noFill/>
        </p:spPr>
        <p:txBody>
          <a:bodyPr anchor="ctr">
            <a:normAutofit/>
          </a:bodyPr>
          <a:lstStyle>
            <a:lvl1pPr marL="0" indent="0" algn="ctr">
              <a:buNone/>
              <a:defRPr sz="1400" b="1">
                <a:solidFill>
                  <a:schemeClr val="bg1"/>
                </a:solidFill>
              </a:defRPr>
            </a:lvl1pPr>
          </a:lstStyle>
          <a:p>
            <a:pPr lvl="0"/>
            <a:r>
              <a:rPr lang="de-DE"/>
              <a:t>[Phase 1]</a:t>
            </a:r>
          </a:p>
        </p:txBody>
      </p:sp>
      <p:sp>
        <p:nvSpPr>
          <p:cNvPr id="46" name="Textplatzhalter 43">
            <a:extLst>
              <a:ext uri="{FF2B5EF4-FFF2-40B4-BE49-F238E27FC236}">
                <a16:creationId xmlns:a16="http://schemas.microsoft.com/office/drawing/2014/main" id="{3A7489D2-97A9-5930-93BF-135B2F34BE72}"/>
              </a:ext>
            </a:extLst>
          </p:cNvPr>
          <p:cNvSpPr>
            <a:spLocks noGrp="1"/>
          </p:cNvSpPr>
          <p:nvPr>
            <p:ph type="body" sz="quarter" idx="34" hasCustomPrompt="1"/>
          </p:nvPr>
        </p:nvSpPr>
        <p:spPr>
          <a:xfrm>
            <a:off x="9991526" y="1653838"/>
            <a:ext cx="1557337" cy="580656"/>
          </a:xfrm>
          <a:noFill/>
        </p:spPr>
        <p:txBody>
          <a:bodyPr anchor="ctr">
            <a:normAutofit/>
          </a:bodyPr>
          <a:lstStyle>
            <a:lvl1pPr marL="0" indent="0" algn="ctr">
              <a:buNone/>
              <a:defRPr sz="1400" b="1">
                <a:solidFill>
                  <a:schemeClr val="bg1"/>
                </a:solidFill>
              </a:defRPr>
            </a:lvl1pPr>
          </a:lstStyle>
          <a:p>
            <a:pPr lvl="0"/>
            <a:r>
              <a:rPr lang="de-DE"/>
              <a:t>[Phase 5]</a:t>
            </a:r>
          </a:p>
        </p:txBody>
      </p:sp>
      <p:sp>
        <p:nvSpPr>
          <p:cNvPr id="47" name="Textplatzhalter 43">
            <a:extLst>
              <a:ext uri="{FF2B5EF4-FFF2-40B4-BE49-F238E27FC236}">
                <a16:creationId xmlns:a16="http://schemas.microsoft.com/office/drawing/2014/main" id="{770E7C48-0F73-54A3-DD1E-EB9A45E30BC5}"/>
              </a:ext>
            </a:extLst>
          </p:cNvPr>
          <p:cNvSpPr>
            <a:spLocks noGrp="1"/>
          </p:cNvSpPr>
          <p:nvPr>
            <p:ph type="body" sz="quarter" idx="35" hasCustomPrompt="1"/>
          </p:nvPr>
        </p:nvSpPr>
        <p:spPr>
          <a:xfrm>
            <a:off x="8220887" y="1653838"/>
            <a:ext cx="1557337" cy="580656"/>
          </a:xfrm>
          <a:noFill/>
        </p:spPr>
        <p:txBody>
          <a:bodyPr anchor="ctr">
            <a:normAutofit/>
          </a:bodyPr>
          <a:lstStyle>
            <a:lvl1pPr marL="0" indent="0" algn="ctr">
              <a:buNone/>
              <a:defRPr sz="1400" b="1">
                <a:solidFill>
                  <a:schemeClr val="bg1"/>
                </a:solidFill>
              </a:defRPr>
            </a:lvl1pPr>
          </a:lstStyle>
          <a:p>
            <a:pPr lvl="0"/>
            <a:r>
              <a:rPr lang="de-DE"/>
              <a:t>[Phase 4]</a:t>
            </a:r>
          </a:p>
        </p:txBody>
      </p:sp>
      <p:sp>
        <p:nvSpPr>
          <p:cNvPr id="48" name="Textplatzhalter 43">
            <a:extLst>
              <a:ext uri="{FF2B5EF4-FFF2-40B4-BE49-F238E27FC236}">
                <a16:creationId xmlns:a16="http://schemas.microsoft.com/office/drawing/2014/main" id="{D94E906D-7CBB-400E-5072-CC74F16B1CE2}"/>
              </a:ext>
            </a:extLst>
          </p:cNvPr>
          <p:cNvSpPr>
            <a:spLocks noGrp="1"/>
          </p:cNvSpPr>
          <p:nvPr>
            <p:ph type="body" sz="quarter" idx="36" hasCustomPrompt="1"/>
          </p:nvPr>
        </p:nvSpPr>
        <p:spPr>
          <a:xfrm>
            <a:off x="6450246" y="1653838"/>
            <a:ext cx="1557337" cy="580656"/>
          </a:xfrm>
          <a:noFill/>
        </p:spPr>
        <p:txBody>
          <a:bodyPr anchor="ctr">
            <a:normAutofit/>
          </a:bodyPr>
          <a:lstStyle>
            <a:lvl1pPr marL="0" indent="0" algn="ctr">
              <a:buNone/>
              <a:defRPr sz="1400" b="1">
                <a:solidFill>
                  <a:schemeClr val="bg1"/>
                </a:solidFill>
              </a:defRPr>
            </a:lvl1pPr>
          </a:lstStyle>
          <a:p>
            <a:pPr lvl="0"/>
            <a:r>
              <a:rPr lang="de-DE"/>
              <a:t>[Phase 3]</a:t>
            </a:r>
          </a:p>
        </p:txBody>
      </p:sp>
      <p:sp>
        <p:nvSpPr>
          <p:cNvPr id="49" name="Textplatzhalter 43">
            <a:extLst>
              <a:ext uri="{FF2B5EF4-FFF2-40B4-BE49-F238E27FC236}">
                <a16:creationId xmlns:a16="http://schemas.microsoft.com/office/drawing/2014/main" id="{B89FB2F2-C12F-F6B2-0828-1D75F7462E52}"/>
              </a:ext>
            </a:extLst>
          </p:cNvPr>
          <p:cNvSpPr>
            <a:spLocks noGrp="1"/>
          </p:cNvSpPr>
          <p:nvPr>
            <p:ph type="body" sz="quarter" idx="37" hasCustomPrompt="1"/>
          </p:nvPr>
        </p:nvSpPr>
        <p:spPr>
          <a:xfrm>
            <a:off x="4679605" y="1653838"/>
            <a:ext cx="1557337" cy="580656"/>
          </a:xfrm>
          <a:noFill/>
        </p:spPr>
        <p:txBody>
          <a:bodyPr anchor="ctr">
            <a:normAutofit/>
          </a:bodyPr>
          <a:lstStyle>
            <a:lvl1pPr marL="0" indent="0" algn="ctr">
              <a:buNone/>
              <a:defRPr sz="1400" b="1">
                <a:solidFill>
                  <a:schemeClr val="bg1"/>
                </a:solidFill>
              </a:defRPr>
            </a:lvl1pPr>
          </a:lstStyle>
          <a:p>
            <a:pPr lvl="0"/>
            <a:r>
              <a:rPr lang="de-DE"/>
              <a:t>[Phase 2]</a:t>
            </a:r>
          </a:p>
        </p:txBody>
      </p:sp>
      <p:sp>
        <p:nvSpPr>
          <p:cNvPr id="50" name="Textplatzhalter 43">
            <a:extLst>
              <a:ext uri="{FF2B5EF4-FFF2-40B4-BE49-F238E27FC236}">
                <a16:creationId xmlns:a16="http://schemas.microsoft.com/office/drawing/2014/main" id="{5E0CD138-B8A5-DD6E-E445-88626CA2CB2D}"/>
              </a:ext>
            </a:extLst>
          </p:cNvPr>
          <p:cNvSpPr>
            <a:spLocks noGrp="1"/>
          </p:cNvSpPr>
          <p:nvPr>
            <p:ph type="body" sz="quarter" idx="38" hasCustomPrompt="1"/>
          </p:nvPr>
        </p:nvSpPr>
        <p:spPr>
          <a:xfrm>
            <a:off x="600075" y="1653837"/>
            <a:ext cx="2095585" cy="1427977"/>
          </a:xfrm>
          <a:noFill/>
        </p:spPr>
        <p:txBody>
          <a:bodyPr anchor="t">
            <a:normAutofit/>
          </a:bodyPr>
          <a:lstStyle>
            <a:lvl1pPr marL="0" indent="0" algn="l">
              <a:buNone/>
              <a:defRPr sz="1400" b="1">
                <a:solidFill>
                  <a:schemeClr val="tx1"/>
                </a:solidFill>
                <a:latin typeface="+mn-lt"/>
              </a:defRPr>
            </a:lvl1pPr>
          </a:lstStyle>
          <a:p>
            <a:pPr lvl="0"/>
            <a:r>
              <a:rPr lang="de-DE"/>
              <a:t>[Phasen]</a:t>
            </a:r>
          </a:p>
          <a:p>
            <a:pPr lvl="0"/>
            <a:endParaRPr lang="de-DE"/>
          </a:p>
          <a:p>
            <a:pPr lvl="0"/>
            <a:r>
              <a:rPr lang="de-DE"/>
              <a:t>[Zielsetzung]</a:t>
            </a:r>
          </a:p>
        </p:txBody>
      </p:sp>
      <p:sp>
        <p:nvSpPr>
          <p:cNvPr id="53" name="Textplatzhalter 43">
            <a:extLst>
              <a:ext uri="{FF2B5EF4-FFF2-40B4-BE49-F238E27FC236}">
                <a16:creationId xmlns:a16="http://schemas.microsoft.com/office/drawing/2014/main" id="{18C6942D-FD3F-3AAC-5109-896951A943A7}"/>
              </a:ext>
            </a:extLst>
          </p:cNvPr>
          <p:cNvSpPr>
            <a:spLocks noGrp="1"/>
          </p:cNvSpPr>
          <p:nvPr>
            <p:ph type="body" sz="quarter" idx="39" hasCustomPrompt="1"/>
          </p:nvPr>
        </p:nvSpPr>
        <p:spPr>
          <a:xfrm>
            <a:off x="600075" y="3220811"/>
            <a:ext cx="2095585" cy="300765"/>
          </a:xfrm>
          <a:noFill/>
        </p:spPr>
        <p:txBody>
          <a:bodyPr anchor="t">
            <a:normAutofit/>
          </a:bodyPr>
          <a:lstStyle>
            <a:lvl1pPr marL="0" indent="0" algn="l">
              <a:buNone/>
              <a:defRPr sz="1400" b="1">
                <a:solidFill>
                  <a:schemeClr val="tx1"/>
                </a:solidFill>
                <a:latin typeface="+mn-lt"/>
              </a:defRPr>
            </a:lvl1pPr>
          </a:lstStyle>
          <a:p>
            <a:pPr lvl="0"/>
            <a:r>
              <a:rPr lang="de-DE"/>
              <a:t>[Schritte]</a:t>
            </a:r>
          </a:p>
        </p:txBody>
      </p:sp>
      <p:sp>
        <p:nvSpPr>
          <p:cNvPr id="54" name="Textplatzhalter 43">
            <a:extLst>
              <a:ext uri="{FF2B5EF4-FFF2-40B4-BE49-F238E27FC236}">
                <a16:creationId xmlns:a16="http://schemas.microsoft.com/office/drawing/2014/main" id="{6DA7885A-34AD-9B8C-6E96-9F3D50553D68}"/>
              </a:ext>
            </a:extLst>
          </p:cNvPr>
          <p:cNvSpPr>
            <a:spLocks noGrp="1"/>
          </p:cNvSpPr>
          <p:nvPr>
            <p:ph type="body" sz="quarter" idx="40" hasCustomPrompt="1"/>
          </p:nvPr>
        </p:nvSpPr>
        <p:spPr>
          <a:xfrm>
            <a:off x="600075" y="3588361"/>
            <a:ext cx="2095585" cy="2538391"/>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55" name="Textplatzhalter 43">
            <a:extLst>
              <a:ext uri="{FF2B5EF4-FFF2-40B4-BE49-F238E27FC236}">
                <a16:creationId xmlns:a16="http://schemas.microsoft.com/office/drawing/2014/main" id="{4EC82578-D20C-CF5C-736E-2CBB6ABA4555}"/>
              </a:ext>
            </a:extLst>
          </p:cNvPr>
          <p:cNvSpPr>
            <a:spLocks noGrp="1"/>
          </p:cNvSpPr>
          <p:nvPr>
            <p:ph type="body" sz="quarter" idx="41" hasCustomPrompt="1"/>
          </p:nvPr>
        </p:nvSpPr>
        <p:spPr>
          <a:xfrm>
            <a:off x="2737572"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56" name="Textplatzhalter 43">
            <a:extLst>
              <a:ext uri="{FF2B5EF4-FFF2-40B4-BE49-F238E27FC236}">
                <a16:creationId xmlns:a16="http://schemas.microsoft.com/office/drawing/2014/main" id="{266E673D-407C-6063-6FB1-D4BA48FC5088}"/>
              </a:ext>
            </a:extLst>
          </p:cNvPr>
          <p:cNvSpPr>
            <a:spLocks noGrp="1"/>
          </p:cNvSpPr>
          <p:nvPr>
            <p:ph type="body" sz="quarter" idx="42" hasCustomPrompt="1"/>
          </p:nvPr>
        </p:nvSpPr>
        <p:spPr>
          <a:xfrm>
            <a:off x="2737572"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57" name="Textplatzhalter 43">
            <a:extLst>
              <a:ext uri="{FF2B5EF4-FFF2-40B4-BE49-F238E27FC236}">
                <a16:creationId xmlns:a16="http://schemas.microsoft.com/office/drawing/2014/main" id="{43CF1066-D4C4-20F5-AC67-680EF9F010F2}"/>
              </a:ext>
            </a:extLst>
          </p:cNvPr>
          <p:cNvSpPr>
            <a:spLocks noGrp="1"/>
          </p:cNvSpPr>
          <p:nvPr>
            <p:ph type="body" sz="quarter" idx="43" hasCustomPrompt="1"/>
          </p:nvPr>
        </p:nvSpPr>
        <p:spPr>
          <a:xfrm>
            <a:off x="4508213"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58" name="Textplatzhalter 43">
            <a:extLst>
              <a:ext uri="{FF2B5EF4-FFF2-40B4-BE49-F238E27FC236}">
                <a16:creationId xmlns:a16="http://schemas.microsoft.com/office/drawing/2014/main" id="{FC448FBD-3FE9-5D3B-806A-86F805DD9DC7}"/>
              </a:ext>
            </a:extLst>
          </p:cNvPr>
          <p:cNvSpPr>
            <a:spLocks noGrp="1"/>
          </p:cNvSpPr>
          <p:nvPr>
            <p:ph type="body" sz="quarter" idx="44" hasCustomPrompt="1"/>
          </p:nvPr>
        </p:nvSpPr>
        <p:spPr>
          <a:xfrm>
            <a:off x="4508213"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59" name="Textplatzhalter 43">
            <a:extLst>
              <a:ext uri="{FF2B5EF4-FFF2-40B4-BE49-F238E27FC236}">
                <a16:creationId xmlns:a16="http://schemas.microsoft.com/office/drawing/2014/main" id="{FD05AB5E-5F0D-4DAC-E78E-CC8D6BC529CB}"/>
              </a:ext>
            </a:extLst>
          </p:cNvPr>
          <p:cNvSpPr>
            <a:spLocks noGrp="1"/>
          </p:cNvSpPr>
          <p:nvPr>
            <p:ph type="body" sz="quarter" idx="45" hasCustomPrompt="1"/>
          </p:nvPr>
        </p:nvSpPr>
        <p:spPr>
          <a:xfrm>
            <a:off x="6278854"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60" name="Textplatzhalter 43">
            <a:extLst>
              <a:ext uri="{FF2B5EF4-FFF2-40B4-BE49-F238E27FC236}">
                <a16:creationId xmlns:a16="http://schemas.microsoft.com/office/drawing/2014/main" id="{DF3302BE-AD29-C072-74AA-B74289845987}"/>
              </a:ext>
            </a:extLst>
          </p:cNvPr>
          <p:cNvSpPr>
            <a:spLocks noGrp="1"/>
          </p:cNvSpPr>
          <p:nvPr>
            <p:ph type="body" sz="quarter" idx="46" hasCustomPrompt="1"/>
          </p:nvPr>
        </p:nvSpPr>
        <p:spPr>
          <a:xfrm>
            <a:off x="6278854"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61" name="Textplatzhalter 43">
            <a:extLst>
              <a:ext uri="{FF2B5EF4-FFF2-40B4-BE49-F238E27FC236}">
                <a16:creationId xmlns:a16="http://schemas.microsoft.com/office/drawing/2014/main" id="{A12DB289-E3A3-689C-0930-B000F47E21FA}"/>
              </a:ext>
            </a:extLst>
          </p:cNvPr>
          <p:cNvSpPr>
            <a:spLocks noGrp="1"/>
          </p:cNvSpPr>
          <p:nvPr>
            <p:ph type="body" sz="quarter" idx="47" hasCustomPrompt="1"/>
          </p:nvPr>
        </p:nvSpPr>
        <p:spPr>
          <a:xfrm>
            <a:off x="8049495"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62" name="Textplatzhalter 43">
            <a:extLst>
              <a:ext uri="{FF2B5EF4-FFF2-40B4-BE49-F238E27FC236}">
                <a16:creationId xmlns:a16="http://schemas.microsoft.com/office/drawing/2014/main" id="{3233710A-5225-A842-B4D9-710BD4E5589A}"/>
              </a:ext>
            </a:extLst>
          </p:cNvPr>
          <p:cNvSpPr>
            <a:spLocks noGrp="1"/>
          </p:cNvSpPr>
          <p:nvPr>
            <p:ph type="body" sz="quarter" idx="48" hasCustomPrompt="1"/>
          </p:nvPr>
        </p:nvSpPr>
        <p:spPr>
          <a:xfrm>
            <a:off x="8049495"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63" name="Textplatzhalter 43">
            <a:extLst>
              <a:ext uri="{FF2B5EF4-FFF2-40B4-BE49-F238E27FC236}">
                <a16:creationId xmlns:a16="http://schemas.microsoft.com/office/drawing/2014/main" id="{324C071F-BB93-1C35-F0F9-CAC517EAFB87}"/>
              </a:ext>
            </a:extLst>
          </p:cNvPr>
          <p:cNvSpPr>
            <a:spLocks noGrp="1"/>
          </p:cNvSpPr>
          <p:nvPr>
            <p:ph type="body" sz="quarter" idx="49" hasCustomPrompt="1"/>
          </p:nvPr>
        </p:nvSpPr>
        <p:spPr>
          <a:xfrm>
            <a:off x="9820136" y="3214315"/>
            <a:ext cx="1728729" cy="2912438"/>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64" name="Textplatzhalter 43">
            <a:extLst>
              <a:ext uri="{FF2B5EF4-FFF2-40B4-BE49-F238E27FC236}">
                <a16:creationId xmlns:a16="http://schemas.microsoft.com/office/drawing/2014/main" id="{99F5D337-B91E-597F-865C-B60FE020B952}"/>
              </a:ext>
            </a:extLst>
          </p:cNvPr>
          <p:cNvSpPr>
            <a:spLocks noGrp="1"/>
          </p:cNvSpPr>
          <p:nvPr>
            <p:ph type="body" sz="quarter" idx="50" hasCustomPrompt="1"/>
          </p:nvPr>
        </p:nvSpPr>
        <p:spPr>
          <a:xfrm>
            <a:off x="9820136" y="2403109"/>
            <a:ext cx="1728729" cy="690626"/>
          </a:xfrm>
          <a:noFill/>
        </p:spPr>
        <p:txBody>
          <a:bodyPr anchor="t">
            <a:normAutofit/>
          </a:bodyPr>
          <a:lstStyle>
            <a:lvl1pPr marL="0" indent="0" algn="l">
              <a:buNone/>
              <a:defRPr sz="1200" b="0">
                <a:solidFill>
                  <a:schemeClr val="tx1"/>
                </a:solidFill>
                <a:latin typeface="+mn-lt"/>
              </a:defRPr>
            </a:lvl1pPr>
          </a:lstStyle>
          <a:p>
            <a:pPr lvl="0"/>
            <a:r>
              <a:rPr lang="de-DE"/>
              <a:t>[Beschreibungstext]</a:t>
            </a:r>
          </a:p>
        </p:txBody>
      </p:sp>
      <p:sp>
        <p:nvSpPr>
          <p:cNvPr id="65" name="Titelplatzhalter 1">
            <a:extLst>
              <a:ext uri="{FF2B5EF4-FFF2-40B4-BE49-F238E27FC236}">
                <a16:creationId xmlns:a16="http://schemas.microsoft.com/office/drawing/2014/main" id="{77F92C48-29E8-2F4C-8A33-C0FBB12A01B2}"/>
              </a:ext>
            </a:extLst>
          </p:cNvPr>
          <p:cNvSpPr>
            <a:spLocks noGrp="1"/>
          </p:cNvSpPr>
          <p:nvPr>
            <p:ph type="title" hasCustomPrompt="1"/>
          </p:nvPr>
        </p:nvSpPr>
        <p:spPr>
          <a:xfrm>
            <a:off x="600075" y="700598"/>
            <a:ext cx="10948790" cy="734781"/>
          </a:xfrm>
          <a:prstGeom prst="rect">
            <a:avLst/>
          </a:prstGeom>
        </p:spPr>
        <p:txBody>
          <a:bodyPr vert="horz" lIns="91440" tIns="45720" rIns="91440" bIns="45720" rtlCol="0" anchor="ctr">
            <a:noAutofit/>
          </a:bodyPr>
          <a:lstStyle>
            <a:lvl1pPr>
              <a:defRPr sz="2400"/>
            </a:lvl1pPr>
          </a:lstStyle>
          <a:p>
            <a:r>
              <a:rPr lang="de-DE"/>
              <a:t>[Action Title]</a:t>
            </a:r>
            <a:br>
              <a:rPr lang="de-DE"/>
            </a:br>
            <a:r>
              <a:rPr lang="de-DE"/>
              <a:t>[Action Title]</a:t>
            </a:r>
          </a:p>
        </p:txBody>
      </p:sp>
      <p:sp>
        <p:nvSpPr>
          <p:cNvPr id="3" name="Rechteck: eine Ecke abgerundet 2">
            <a:extLst>
              <a:ext uri="{FF2B5EF4-FFF2-40B4-BE49-F238E27FC236}">
                <a16:creationId xmlns:a16="http://schemas.microsoft.com/office/drawing/2014/main" id="{16EB8F24-31C3-2CC5-F45D-182A3844BF95}"/>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A99529CB-EE89-1F5C-7BDC-1AEA893EE8EA}"/>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7" name="Foliennummernplatzhalter 15">
            <a:extLst>
              <a:ext uri="{FF2B5EF4-FFF2-40B4-BE49-F238E27FC236}">
                <a16:creationId xmlns:a16="http://schemas.microsoft.com/office/drawing/2014/main" id="{526B0A5A-F64C-83F9-85E4-06397704DECF}"/>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8" name="Textplatzhalter 16">
            <a:extLst>
              <a:ext uri="{FF2B5EF4-FFF2-40B4-BE49-F238E27FC236}">
                <a16:creationId xmlns:a16="http://schemas.microsoft.com/office/drawing/2014/main" id="{38B55593-FC7B-9B9E-9145-DA2E25D2E1FA}"/>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26017655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ack-Up">
    <p:spTree>
      <p:nvGrpSpPr>
        <p:cNvPr id="1" name=""/>
        <p:cNvGrpSpPr/>
        <p:nvPr/>
      </p:nvGrpSpPr>
      <p:grpSpPr>
        <a:xfrm>
          <a:off x="0" y="0"/>
          <a:ext cx="0" cy="0"/>
          <a:chOff x="0" y="0"/>
          <a:chExt cx="0" cy="0"/>
        </a:xfrm>
      </p:grpSpPr>
      <p:sp>
        <p:nvSpPr>
          <p:cNvPr id="11"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600075" y="2975189"/>
            <a:ext cx="10948790" cy="907622"/>
          </a:xfrm>
          <a:prstGeom prst="rect">
            <a:avLst/>
          </a:prstGeom>
        </p:spPr>
        <p:txBody>
          <a:bodyPr vert="horz" lIns="91440" tIns="45720" rIns="91440" bIns="45720" rtlCol="0" anchor="ctr">
            <a:noAutofit/>
          </a:bodyPr>
          <a:lstStyle>
            <a:lvl1pPr algn="ctr">
              <a:defRPr sz="3200"/>
            </a:lvl1pPr>
          </a:lstStyle>
          <a:p>
            <a:r>
              <a:rPr lang="de-DE"/>
              <a:t>[Back-Up]</a:t>
            </a:r>
          </a:p>
        </p:txBody>
      </p:sp>
      <p:sp>
        <p:nvSpPr>
          <p:cNvPr id="2" name="Fußzeilenplatzhalter 4">
            <a:extLst>
              <a:ext uri="{FF2B5EF4-FFF2-40B4-BE49-F238E27FC236}">
                <a16:creationId xmlns:a16="http://schemas.microsoft.com/office/drawing/2014/main" id="{EBA8BEEA-A8A5-9351-04F1-3997D355DBDA}"/>
              </a:ext>
            </a:extLst>
          </p:cNvPr>
          <p:cNvSpPr>
            <a:spLocks noGrp="1"/>
          </p:cNvSpPr>
          <p:nvPr>
            <p:ph type="ftr" sz="quarter" idx="11"/>
          </p:nvPr>
        </p:nvSpPr>
        <p:spPr>
          <a:xfrm>
            <a:off x="600076" y="6356350"/>
            <a:ext cx="9455150" cy="365125"/>
          </a:xfrm>
          <a:prstGeom prst="rect">
            <a:avLst/>
          </a:prstGeom>
        </p:spPr>
        <p:txBody>
          <a:bodyPr/>
          <a:lstStyle>
            <a:lvl1pPr algn="l">
              <a:defRPr/>
            </a:lvl1pPr>
          </a:lstStyle>
          <a:p>
            <a:endParaRPr lang="de-DE"/>
          </a:p>
        </p:txBody>
      </p:sp>
      <p:pic>
        <p:nvPicPr>
          <p:cNvPr id="13" name="Grafik 12" descr="Ein Bild, das Grafiken, Schrift, Text, Grafikdesign enthält.&#10;&#10;Automatisch generierte Beschreibung">
            <a:extLst>
              <a:ext uri="{FF2B5EF4-FFF2-40B4-BE49-F238E27FC236}">
                <a16:creationId xmlns:a16="http://schemas.microsoft.com/office/drawing/2014/main" id="{B9B46FDB-2031-F9A2-80ED-2EA7F5D554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55225" y="6173130"/>
            <a:ext cx="1564882" cy="684869"/>
          </a:xfrm>
          <a:prstGeom prst="rect">
            <a:avLst/>
          </a:prstGeom>
        </p:spPr>
      </p:pic>
      <p:sp>
        <p:nvSpPr>
          <p:cNvPr id="3" name="Rechteck: eine Ecke abgerundet 2">
            <a:extLst>
              <a:ext uri="{FF2B5EF4-FFF2-40B4-BE49-F238E27FC236}">
                <a16:creationId xmlns:a16="http://schemas.microsoft.com/office/drawing/2014/main" id="{D5464AD2-E4A8-0CED-F57D-89A3C24F6966}"/>
              </a:ext>
            </a:extLst>
          </p:cNvPr>
          <p:cNvSpPr/>
          <p:nvPr userDrawn="1"/>
        </p:nvSpPr>
        <p:spPr>
          <a:xfrm rot="10800000">
            <a:off x="1422400" y="0"/>
            <a:ext cx="10769598" cy="328474"/>
          </a:xfrm>
          <a:prstGeom prst="round1Rect">
            <a:avLst/>
          </a:prstGeom>
          <a:gradFill flip="none" rotWithShape="1">
            <a:gsLst>
              <a:gs pos="100000">
                <a:schemeClr val="accent2"/>
              </a:gs>
              <a:gs pos="0">
                <a:schemeClr val="accent1"/>
              </a:gs>
            </a:gsLst>
            <a:lin ang="2100000" scaled="0"/>
            <a:tileRect/>
          </a:gra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6" name="Foliennummernplatzhalter 15">
            <a:extLst>
              <a:ext uri="{FF2B5EF4-FFF2-40B4-BE49-F238E27FC236}">
                <a16:creationId xmlns:a16="http://schemas.microsoft.com/office/drawing/2014/main" id="{D937E185-112E-2F52-D676-8034F6B33ECF}"/>
              </a:ext>
            </a:extLst>
          </p:cNvPr>
          <p:cNvSpPr txBox="1">
            <a:spLocks/>
          </p:cNvSpPr>
          <p:nvPr userDrawn="1"/>
        </p:nvSpPr>
        <p:spPr>
          <a:xfrm>
            <a:off x="372432" y="0"/>
            <a:ext cx="677536" cy="517378"/>
          </a:xfrm>
          <a:prstGeom prst="rect">
            <a:avLst/>
          </a:prstGeom>
        </p:spPr>
        <p:txBody>
          <a:bodyPr vert="horz" lIns="91440" tIns="45720" rIns="91440" bIns="45720" rtlCol="0" anchor="t"/>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400" b="1" smtClean="0">
                <a:solidFill>
                  <a:schemeClr val="accent1"/>
                </a:solidFill>
              </a:rPr>
              <a:pPr algn="ctr"/>
              <a:t>‹Nr.›</a:t>
            </a:fld>
            <a:endParaRPr lang="de-DE" sz="1100" b="1">
              <a:solidFill>
                <a:schemeClr val="accent1"/>
              </a:solidFill>
            </a:endParaRPr>
          </a:p>
        </p:txBody>
      </p:sp>
      <p:sp>
        <p:nvSpPr>
          <p:cNvPr id="7" name="Foliennummernplatzhalter 15">
            <a:extLst>
              <a:ext uri="{FF2B5EF4-FFF2-40B4-BE49-F238E27FC236}">
                <a16:creationId xmlns:a16="http://schemas.microsoft.com/office/drawing/2014/main" id="{7B25E95D-1355-FB4E-1468-1F64EC76993B}"/>
              </a:ext>
            </a:extLst>
          </p:cNvPr>
          <p:cNvSpPr txBox="1">
            <a:spLocks/>
          </p:cNvSpPr>
          <p:nvPr userDrawn="1"/>
        </p:nvSpPr>
        <p:spPr>
          <a:xfrm>
            <a:off x="10126466" y="-5278"/>
            <a:ext cx="1422399" cy="324000"/>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C01E584C-DCC7-4CD8-B769-25372CFB09E3}" type="datetime1">
              <a:rPr lang="de-DE" sz="1200" b="0" smtClean="0">
                <a:solidFill>
                  <a:schemeClr val="bg1"/>
                </a:solidFill>
              </a:rPr>
              <a:pPr algn="r"/>
              <a:t>29.07.2026</a:t>
            </a:fld>
            <a:endParaRPr lang="de-DE" b="0">
              <a:solidFill>
                <a:schemeClr val="bg1"/>
              </a:solidFill>
            </a:endParaRPr>
          </a:p>
        </p:txBody>
      </p:sp>
      <p:sp>
        <p:nvSpPr>
          <p:cNvPr id="8" name="Textplatzhalter 16">
            <a:extLst>
              <a:ext uri="{FF2B5EF4-FFF2-40B4-BE49-F238E27FC236}">
                <a16:creationId xmlns:a16="http://schemas.microsoft.com/office/drawing/2014/main" id="{C89B1B4B-2FEE-F328-971B-C3014F5BD5AA}"/>
              </a:ext>
            </a:extLst>
          </p:cNvPr>
          <p:cNvSpPr>
            <a:spLocks noGrp="1"/>
          </p:cNvSpPr>
          <p:nvPr>
            <p:ph type="body" sz="quarter" idx="12" hasCustomPrompt="1"/>
          </p:nvPr>
        </p:nvSpPr>
        <p:spPr>
          <a:xfrm>
            <a:off x="1524000" y="-5278"/>
            <a:ext cx="8602466" cy="324000"/>
          </a:xfrm>
        </p:spPr>
        <p:txBody>
          <a:bodyPr anchor="ctr">
            <a:normAutofit/>
          </a:bodyPr>
          <a:lstStyle>
            <a:lvl1pPr marL="0" indent="0" algn="l">
              <a:buNone/>
              <a:defRPr sz="1200" b="1">
                <a:solidFill>
                  <a:schemeClr val="bg1"/>
                </a:solidFill>
                <a:latin typeface="+mn-lt"/>
              </a:defRPr>
            </a:lvl1pPr>
          </a:lstStyle>
          <a:p>
            <a:pPr lvl="0"/>
            <a:r>
              <a:rPr lang="de-DE"/>
              <a:t>[Thema]</a:t>
            </a:r>
          </a:p>
        </p:txBody>
      </p:sp>
    </p:spTree>
    <p:extLst>
      <p:ext uri="{BB962C8B-B14F-4D97-AF65-F5344CB8AC3E}">
        <p14:creationId xmlns:p14="http://schemas.microsoft.com/office/powerpoint/2010/main" val="25386987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folie">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a:t>[Verabschiedungstext]</a:t>
            </a:r>
          </a:p>
        </p:txBody>
      </p:sp>
    </p:spTree>
    <p:extLst>
      <p:ext uri="{BB962C8B-B14F-4D97-AF65-F5344CB8AC3E}">
        <p14:creationId xmlns:p14="http://schemas.microsoft.com/office/powerpoint/2010/main" val="5903303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ndfolie-Logo">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a:t>[Verabschiedungstext]</a:t>
            </a:r>
          </a:p>
        </p:txBody>
      </p:sp>
      <p:pic>
        <p:nvPicPr>
          <p:cNvPr id="2" name="Grafik 1">
            <a:extLst>
              <a:ext uri="{FF2B5EF4-FFF2-40B4-BE49-F238E27FC236}">
                <a16:creationId xmlns:a16="http://schemas.microsoft.com/office/drawing/2014/main" id="{A2095471-BB94-B5F3-2DDD-B47867B8F28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85472" y="5391405"/>
            <a:ext cx="3021056" cy="3505200"/>
          </a:xfrm>
          <a:prstGeom prst="rect">
            <a:avLst/>
          </a:prstGeom>
        </p:spPr>
      </p:pic>
    </p:spTree>
    <p:extLst>
      <p:ext uri="{BB962C8B-B14F-4D97-AF65-F5344CB8AC3E}">
        <p14:creationId xmlns:p14="http://schemas.microsoft.com/office/powerpoint/2010/main" val="34758556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rennfolie1">
    <p:spTree>
      <p:nvGrpSpPr>
        <p:cNvPr id="1" name=""/>
        <p:cNvGrpSpPr/>
        <p:nvPr/>
      </p:nvGrpSpPr>
      <p:grpSpPr>
        <a:xfrm>
          <a:off x="0" y="0"/>
          <a:ext cx="0" cy="0"/>
          <a:chOff x="0" y="0"/>
          <a:chExt cx="0" cy="0"/>
        </a:xfrm>
      </p:grpSpPr>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lvl1pPr>
          </a:lstStyle>
          <a:p>
            <a:r>
              <a:rPr lang="de-DE"/>
              <a:t>[Titel]</a:t>
            </a:r>
          </a:p>
        </p:txBody>
      </p:sp>
      <p:sp>
        <p:nvSpPr>
          <p:cNvPr id="2" name="Rechteck 1">
            <a:extLst>
              <a:ext uri="{FF2B5EF4-FFF2-40B4-BE49-F238E27FC236}">
                <a16:creationId xmlns:a16="http://schemas.microsoft.com/office/drawing/2014/main" id="{99A86987-9FC0-C6BB-D5F9-021F2C6DD030}"/>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9545307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el1">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F72EBA43-3A24-9757-5715-DF02524D8697}"/>
              </a:ext>
            </a:extLst>
          </p:cNvPr>
          <p:cNvSpPr>
            <a:spLocks noGrp="1" noRot="1" noMove="1" noResize="1" noEditPoints="1" noAdjustHandles="1" noChangeArrowheads="1" noChangeShapeType="1"/>
          </p:cNvSpPr>
          <p:nvPr userDrawn="1"/>
        </p:nvSpPr>
        <p:spPr>
          <a:xfrm>
            <a:off x="804245" y="1674000"/>
            <a:ext cx="36000" cy="5184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Datumsplatzhalter 3">
            <a:extLst>
              <a:ext uri="{FF2B5EF4-FFF2-40B4-BE49-F238E27FC236}">
                <a16:creationId xmlns:a16="http://schemas.microsoft.com/office/drawing/2014/main" id="{529EEB0C-F403-047F-DE7F-C1A9DBFE2A54}"/>
              </a:ext>
            </a:extLst>
          </p:cNvPr>
          <p:cNvSpPr>
            <a:spLocks noGrp="1"/>
          </p:cNvSpPr>
          <p:nvPr>
            <p:ph type="dt" sz="half" idx="10"/>
          </p:nvPr>
        </p:nvSpPr>
        <p:spPr>
          <a:xfrm>
            <a:off x="1422400" y="6356350"/>
            <a:ext cx="2159000" cy="365125"/>
          </a:xfrm>
        </p:spPr>
        <p:txBody>
          <a:bodyPr/>
          <a:lstStyle/>
          <a:p>
            <a:fld id="{DA785675-98A3-49C6-BA91-C79EADFDA74D}" type="datetime1">
              <a:rPr lang="de-DE" smtClean="0"/>
              <a:t>29.07.2026</a:t>
            </a:fld>
            <a:endParaRPr lang="de-DE"/>
          </a:p>
        </p:txBody>
      </p:sp>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3881887" y="6356350"/>
            <a:ext cx="6735313" cy="365125"/>
          </a:xfrm>
        </p:spPr>
        <p:txBody>
          <a:bodyPr/>
          <a:lstStyle>
            <a:lvl1pPr algn="r">
              <a:defRPr/>
            </a:lvl1pPr>
          </a:lstStyle>
          <a:p>
            <a:endParaRPr lang="de-DE"/>
          </a:p>
        </p:txBody>
      </p:sp>
      <p:sp>
        <p:nvSpPr>
          <p:cNvPr id="12" name="Titelplatzhalter 1">
            <a:extLst>
              <a:ext uri="{FF2B5EF4-FFF2-40B4-BE49-F238E27FC236}">
                <a16:creationId xmlns:a16="http://schemas.microsoft.com/office/drawing/2014/main" id="{593938B1-FED3-BB37-8315-0E0FE93BA86B}"/>
              </a:ext>
            </a:extLst>
          </p:cNvPr>
          <p:cNvSpPr>
            <a:spLocks noGrp="1"/>
          </p:cNvSpPr>
          <p:nvPr>
            <p:ph type="title" hasCustomPrompt="1"/>
          </p:nvPr>
        </p:nvSpPr>
        <p:spPr>
          <a:xfrm>
            <a:off x="1422400" y="918307"/>
            <a:ext cx="9194800" cy="644880"/>
          </a:xfrm>
          <a:prstGeom prst="rect">
            <a:avLst/>
          </a:prstGeom>
        </p:spPr>
        <p:txBody>
          <a:bodyPr vert="horz" lIns="91440" tIns="45720" rIns="91440" bIns="45720" rtlCol="0" anchor="ctr">
            <a:normAutofit/>
          </a:bodyPr>
          <a:lstStyle>
            <a:lvl1pPr>
              <a:defRPr/>
            </a:lvl1pPr>
          </a:lstStyle>
          <a:p>
            <a:r>
              <a:rPr lang="de-DE"/>
              <a:t>[Titel]</a:t>
            </a:r>
          </a:p>
        </p:txBody>
      </p:sp>
      <p:sp>
        <p:nvSpPr>
          <p:cNvPr id="13" name="Textplatzhalter 2">
            <a:extLst>
              <a:ext uri="{FF2B5EF4-FFF2-40B4-BE49-F238E27FC236}">
                <a16:creationId xmlns:a16="http://schemas.microsoft.com/office/drawing/2014/main" id="{4250A0D3-EECA-C1B5-3111-FC2295A51C34}"/>
              </a:ext>
            </a:extLst>
          </p:cNvPr>
          <p:cNvSpPr>
            <a:spLocks noGrp="1"/>
          </p:cNvSpPr>
          <p:nvPr>
            <p:ph idx="1"/>
          </p:nvPr>
        </p:nvSpPr>
        <p:spPr>
          <a:xfrm>
            <a:off x="1422399" y="1825625"/>
            <a:ext cx="9194801"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4" name="Foliennummernplatzhalter 15">
            <a:extLst>
              <a:ext uri="{FF2B5EF4-FFF2-40B4-BE49-F238E27FC236}">
                <a16:creationId xmlns:a16="http://schemas.microsoft.com/office/drawing/2014/main" id="{E217E237-7961-A404-3D71-14206D030905}"/>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a:p>
        </p:txBody>
      </p:sp>
    </p:spTree>
    <p:extLst>
      <p:ext uri="{BB962C8B-B14F-4D97-AF65-F5344CB8AC3E}">
        <p14:creationId xmlns:p14="http://schemas.microsoft.com/office/powerpoint/2010/main" val="19444357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el1-mit-Logo">
    <p:spTree>
      <p:nvGrpSpPr>
        <p:cNvPr id="1" name=""/>
        <p:cNvGrpSpPr/>
        <p:nvPr/>
      </p:nvGrpSpPr>
      <p:grpSpPr>
        <a:xfrm>
          <a:off x="0" y="0"/>
          <a:ext cx="0" cy="0"/>
          <a:chOff x="0" y="0"/>
          <a:chExt cx="0" cy="0"/>
        </a:xfrm>
      </p:grpSpPr>
      <p:pic>
        <p:nvPicPr>
          <p:cNvPr id="10" name="Grafik 9" descr="Ein Bild, das Grafiken, Schrift, Text, Grafikdesign enthält.&#10;&#10;Automatisch generierte Beschreibung">
            <a:extLst>
              <a:ext uri="{FF2B5EF4-FFF2-40B4-BE49-F238E27FC236}">
                <a16:creationId xmlns:a16="http://schemas.microsoft.com/office/drawing/2014/main" id="{08BC684E-6BDB-EDF2-F072-D5B8A1AE6C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10575" y="698906"/>
            <a:ext cx="2476146" cy="1083682"/>
          </a:xfrm>
          <a:prstGeom prst="rect">
            <a:avLst/>
          </a:prstGeom>
        </p:spPr>
      </p:pic>
      <p:sp>
        <p:nvSpPr>
          <p:cNvPr id="2" name="Foliennummernplatzhalter 15">
            <a:extLst>
              <a:ext uri="{FF2B5EF4-FFF2-40B4-BE49-F238E27FC236}">
                <a16:creationId xmlns:a16="http://schemas.microsoft.com/office/drawing/2014/main" id="{B14982A9-9209-517E-9508-EB4771784B5E}"/>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a:p>
        </p:txBody>
      </p:sp>
      <p:sp>
        <p:nvSpPr>
          <p:cNvPr id="3" name="Rechteck 2">
            <a:extLst>
              <a:ext uri="{FF2B5EF4-FFF2-40B4-BE49-F238E27FC236}">
                <a16:creationId xmlns:a16="http://schemas.microsoft.com/office/drawing/2014/main" id="{D2C06E50-940B-0383-5C04-20E93F26494D}"/>
              </a:ext>
            </a:extLst>
          </p:cNvPr>
          <p:cNvSpPr>
            <a:spLocks noGrp="1" noRot="1" noMove="1" noResize="1" noEditPoints="1" noAdjustHandles="1" noChangeArrowheads="1" noChangeShapeType="1"/>
          </p:cNvSpPr>
          <p:nvPr userDrawn="1"/>
        </p:nvSpPr>
        <p:spPr>
          <a:xfrm>
            <a:off x="804245" y="1674000"/>
            <a:ext cx="36000" cy="5184000"/>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Datumsplatzhalter 3">
            <a:extLst>
              <a:ext uri="{FF2B5EF4-FFF2-40B4-BE49-F238E27FC236}">
                <a16:creationId xmlns:a16="http://schemas.microsoft.com/office/drawing/2014/main" id="{6E78DCA9-5CCC-06F6-9D7F-944DB9FA0068}"/>
              </a:ext>
            </a:extLst>
          </p:cNvPr>
          <p:cNvSpPr>
            <a:spLocks noGrp="1"/>
          </p:cNvSpPr>
          <p:nvPr>
            <p:ph type="dt" sz="half" idx="10"/>
          </p:nvPr>
        </p:nvSpPr>
        <p:spPr>
          <a:xfrm>
            <a:off x="1422400" y="6356350"/>
            <a:ext cx="2159000" cy="365125"/>
          </a:xfrm>
        </p:spPr>
        <p:txBody>
          <a:bodyPr/>
          <a:lstStyle/>
          <a:p>
            <a:fld id="{DA785675-98A3-49C6-BA91-C79EADFDA74D}" type="datetime1">
              <a:rPr lang="de-DE" smtClean="0"/>
              <a:t>29.07.2026</a:t>
            </a:fld>
            <a:endParaRPr lang="de-DE"/>
          </a:p>
        </p:txBody>
      </p:sp>
      <p:sp>
        <p:nvSpPr>
          <p:cNvPr id="7" name="Fußzeilenplatzhalter 4">
            <a:extLst>
              <a:ext uri="{FF2B5EF4-FFF2-40B4-BE49-F238E27FC236}">
                <a16:creationId xmlns:a16="http://schemas.microsoft.com/office/drawing/2014/main" id="{8B56C45A-9A76-1A8D-5F3A-2293BEB4797D}"/>
              </a:ext>
            </a:extLst>
          </p:cNvPr>
          <p:cNvSpPr>
            <a:spLocks noGrp="1"/>
          </p:cNvSpPr>
          <p:nvPr>
            <p:ph type="ftr" sz="quarter" idx="11"/>
          </p:nvPr>
        </p:nvSpPr>
        <p:spPr>
          <a:xfrm>
            <a:off x="3881887" y="6356350"/>
            <a:ext cx="6735313" cy="365125"/>
          </a:xfrm>
        </p:spPr>
        <p:txBody>
          <a:bodyPr/>
          <a:lstStyle>
            <a:lvl1pPr algn="r">
              <a:defRPr/>
            </a:lvl1pPr>
          </a:lstStyle>
          <a:p>
            <a:endParaRPr lang="de-DE"/>
          </a:p>
        </p:txBody>
      </p:sp>
      <p:sp>
        <p:nvSpPr>
          <p:cNvPr id="11" name="Textplatzhalter 2">
            <a:extLst>
              <a:ext uri="{FF2B5EF4-FFF2-40B4-BE49-F238E27FC236}">
                <a16:creationId xmlns:a16="http://schemas.microsoft.com/office/drawing/2014/main" id="{BD7159DC-4703-871C-2893-2C4D4841714D}"/>
              </a:ext>
            </a:extLst>
          </p:cNvPr>
          <p:cNvSpPr>
            <a:spLocks noGrp="1"/>
          </p:cNvSpPr>
          <p:nvPr>
            <p:ph idx="1"/>
          </p:nvPr>
        </p:nvSpPr>
        <p:spPr>
          <a:xfrm>
            <a:off x="1422400" y="1825625"/>
            <a:ext cx="91948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5" name="Titelplatzhalter 1">
            <a:extLst>
              <a:ext uri="{FF2B5EF4-FFF2-40B4-BE49-F238E27FC236}">
                <a16:creationId xmlns:a16="http://schemas.microsoft.com/office/drawing/2014/main" id="{FA456F69-E90D-EB8B-447A-BAC422B0BD2E}"/>
              </a:ext>
            </a:extLst>
          </p:cNvPr>
          <p:cNvSpPr>
            <a:spLocks noGrp="1"/>
          </p:cNvSpPr>
          <p:nvPr>
            <p:ph type="title" hasCustomPrompt="1"/>
          </p:nvPr>
        </p:nvSpPr>
        <p:spPr>
          <a:xfrm>
            <a:off x="1422400" y="918307"/>
            <a:ext cx="6988175" cy="644880"/>
          </a:xfrm>
          <a:prstGeom prst="rect">
            <a:avLst/>
          </a:prstGeom>
        </p:spPr>
        <p:txBody>
          <a:bodyPr vert="horz" lIns="91440" tIns="45720" rIns="91440" bIns="45720" rtlCol="0" anchor="ctr">
            <a:normAutofit/>
          </a:bodyPr>
          <a:lstStyle>
            <a:lvl1pPr>
              <a:defRPr/>
            </a:lvl1pPr>
          </a:lstStyle>
          <a:p>
            <a:r>
              <a:rPr lang="de-DE"/>
              <a:t>[Titel]</a:t>
            </a:r>
          </a:p>
        </p:txBody>
      </p:sp>
    </p:spTree>
    <p:extLst>
      <p:ext uri="{BB962C8B-B14F-4D97-AF65-F5344CB8AC3E}">
        <p14:creationId xmlns:p14="http://schemas.microsoft.com/office/powerpoint/2010/main" val="22223474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el2">
    <p:spTree>
      <p:nvGrpSpPr>
        <p:cNvPr id="1" name=""/>
        <p:cNvGrpSpPr/>
        <p:nvPr/>
      </p:nvGrpSpPr>
      <p:grpSpPr>
        <a:xfrm>
          <a:off x="0" y="0"/>
          <a:ext cx="0" cy="0"/>
          <a:chOff x="0" y="0"/>
          <a:chExt cx="0" cy="0"/>
        </a:xfrm>
      </p:grpSpPr>
      <p:pic>
        <p:nvPicPr>
          <p:cNvPr id="13" name="Grafik 12" descr="Ein Bild, das Grün, Farbigkeit, Verschwommen enthält.&#10;&#10;KI-generierte Inhalte können fehlerhaft sein.">
            <a:extLst>
              <a:ext uri="{FF2B5EF4-FFF2-40B4-BE49-F238E27FC236}">
                <a16:creationId xmlns:a16="http://schemas.microsoft.com/office/drawing/2014/main" id="{FD63543E-4B32-FF9B-FD7E-BFEDD2605A60}"/>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sp>
        <p:nvSpPr>
          <p:cNvPr id="2" name="Titel 1">
            <a:extLst>
              <a:ext uri="{FF2B5EF4-FFF2-40B4-BE49-F238E27FC236}">
                <a16:creationId xmlns:a16="http://schemas.microsoft.com/office/drawing/2014/main" id="{4B7B9A02-A4F1-E62A-A7C2-1B2F73D04823}"/>
              </a:ext>
            </a:extLst>
          </p:cNvPr>
          <p:cNvSpPr>
            <a:spLocks noGrp="1"/>
          </p:cNvSpPr>
          <p:nvPr>
            <p:ph type="ctrTitle" hasCustomPrompt="1"/>
          </p:nvPr>
        </p:nvSpPr>
        <p:spPr>
          <a:xfrm>
            <a:off x="1524000" y="721360"/>
            <a:ext cx="9144000" cy="1642277"/>
          </a:xfrm>
        </p:spPr>
        <p:txBody>
          <a:bodyPr anchor="t">
            <a:normAutofit/>
          </a:bodyPr>
          <a:lstStyle>
            <a:lvl1pPr algn="l">
              <a:defRPr sz="4400">
                <a:solidFill>
                  <a:schemeClr val="bg1"/>
                </a:solidFill>
              </a:defRPr>
            </a:lvl1pPr>
          </a:lstStyle>
          <a:p>
            <a:r>
              <a:rPr lang="de-DE"/>
              <a:t>[Titel]</a:t>
            </a:r>
          </a:p>
        </p:txBody>
      </p:sp>
      <p:sp>
        <p:nvSpPr>
          <p:cNvPr id="4" name="Datumsplatzhalter 3">
            <a:extLst>
              <a:ext uri="{FF2B5EF4-FFF2-40B4-BE49-F238E27FC236}">
                <a16:creationId xmlns:a16="http://schemas.microsoft.com/office/drawing/2014/main" id="{529EEB0C-F403-047F-DE7F-C1A9DBFE2A54}"/>
              </a:ext>
            </a:extLst>
          </p:cNvPr>
          <p:cNvSpPr>
            <a:spLocks noGrp="1"/>
          </p:cNvSpPr>
          <p:nvPr>
            <p:ph type="dt" sz="half" idx="10"/>
          </p:nvPr>
        </p:nvSpPr>
        <p:spPr>
          <a:xfrm>
            <a:off x="1523998" y="6356350"/>
            <a:ext cx="2057402" cy="365125"/>
          </a:xfrm>
        </p:spPr>
        <p:txBody>
          <a:bodyPr/>
          <a:lstStyle>
            <a:lvl1pPr>
              <a:defRPr>
                <a:solidFill>
                  <a:schemeClr val="bg1"/>
                </a:solidFill>
              </a:defRPr>
            </a:lvl1pPr>
          </a:lstStyle>
          <a:p>
            <a:fld id="{61338EB4-2361-4D3E-9AD5-1D5E05C68683}" type="datetime1">
              <a:rPr lang="de-DE" smtClean="0"/>
              <a:t>29.07.2026</a:t>
            </a:fld>
            <a:endParaRPr lang="de-DE"/>
          </a:p>
        </p:txBody>
      </p:sp>
      <p:sp>
        <p:nvSpPr>
          <p:cNvPr id="5" name="Fußzeilenplatzhalter 4">
            <a:extLst>
              <a:ext uri="{FF2B5EF4-FFF2-40B4-BE49-F238E27FC236}">
                <a16:creationId xmlns:a16="http://schemas.microsoft.com/office/drawing/2014/main" id="{EA4901E1-4B1C-8315-E0BF-4FA5549ACB80}"/>
              </a:ext>
            </a:extLst>
          </p:cNvPr>
          <p:cNvSpPr>
            <a:spLocks noGrp="1"/>
          </p:cNvSpPr>
          <p:nvPr>
            <p:ph type="ftr" sz="quarter" idx="11"/>
          </p:nvPr>
        </p:nvSpPr>
        <p:spPr>
          <a:xfrm>
            <a:off x="3881887" y="6356350"/>
            <a:ext cx="6786115" cy="365125"/>
          </a:xfrm>
        </p:spPr>
        <p:txBody>
          <a:bodyPr/>
          <a:lstStyle>
            <a:lvl1pPr algn="r">
              <a:defRPr>
                <a:solidFill>
                  <a:schemeClr val="bg1"/>
                </a:solidFill>
              </a:defRPr>
            </a:lvl1pPr>
          </a:lstStyle>
          <a:p>
            <a:endParaRPr lang="de-DE"/>
          </a:p>
        </p:txBody>
      </p:sp>
      <p:sp>
        <p:nvSpPr>
          <p:cNvPr id="11" name="Textplatzhalter 2">
            <a:extLst>
              <a:ext uri="{FF2B5EF4-FFF2-40B4-BE49-F238E27FC236}">
                <a16:creationId xmlns:a16="http://schemas.microsoft.com/office/drawing/2014/main" id="{21F5EE23-848F-B96E-3B25-1885686C6201}"/>
              </a:ext>
            </a:extLst>
          </p:cNvPr>
          <p:cNvSpPr>
            <a:spLocks noGrp="1"/>
          </p:cNvSpPr>
          <p:nvPr>
            <p:ph idx="12" hasCustomPrompt="1"/>
          </p:nvPr>
        </p:nvSpPr>
        <p:spPr>
          <a:xfrm>
            <a:off x="1523998" y="2363637"/>
            <a:ext cx="9144000" cy="3773003"/>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6" name="Foliennummernplatzhalter 15">
            <a:extLst>
              <a:ext uri="{FF2B5EF4-FFF2-40B4-BE49-F238E27FC236}">
                <a16:creationId xmlns:a16="http://schemas.microsoft.com/office/drawing/2014/main" id="{C1218B6B-AEA1-728A-B293-0AAF7F56205C}"/>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solidFill>
                  <a:schemeClr val="bg2"/>
                </a:solidFill>
              </a:rPr>
              <a:pPr algn="ctr"/>
              <a:t>‹Nr.›</a:t>
            </a:fld>
            <a:endParaRPr lang="de-DE" b="1">
              <a:solidFill>
                <a:schemeClr val="bg2"/>
              </a:solidFill>
            </a:endParaRPr>
          </a:p>
        </p:txBody>
      </p:sp>
      <p:sp>
        <p:nvSpPr>
          <p:cNvPr id="7" name="Rechteck 6">
            <a:extLst>
              <a:ext uri="{FF2B5EF4-FFF2-40B4-BE49-F238E27FC236}">
                <a16:creationId xmlns:a16="http://schemas.microsoft.com/office/drawing/2014/main" id="{30F6109E-2530-DA94-838C-D80BB7511B9A}"/>
              </a:ext>
            </a:extLst>
          </p:cNvPr>
          <p:cNvSpPr/>
          <p:nvPr userDrawn="1"/>
        </p:nvSpPr>
        <p:spPr>
          <a:xfrm>
            <a:off x="804245" y="1674000"/>
            <a:ext cx="36000" cy="51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1251692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el2-mit-Logo">
    <p:spTree>
      <p:nvGrpSpPr>
        <p:cNvPr id="1" name=""/>
        <p:cNvGrpSpPr/>
        <p:nvPr/>
      </p:nvGrpSpPr>
      <p:grpSpPr>
        <a:xfrm>
          <a:off x="0" y="0"/>
          <a:ext cx="0" cy="0"/>
          <a:chOff x="0" y="0"/>
          <a:chExt cx="0" cy="0"/>
        </a:xfrm>
      </p:grpSpPr>
      <p:pic>
        <p:nvPicPr>
          <p:cNvPr id="3" name="Grafik 2" descr="Ein Bild, das Grün, Farbigkeit, Verschwommen enthält.&#10;&#10;KI-generierte Inhalte können fehlerhaft sein.">
            <a:extLst>
              <a:ext uri="{FF2B5EF4-FFF2-40B4-BE49-F238E27FC236}">
                <a16:creationId xmlns:a16="http://schemas.microsoft.com/office/drawing/2014/main" id="{10B10353-1ED3-10A1-BA8A-3BACE4A049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pic>
        <p:nvPicPr>
          <p:cNvPr id="18" name="Grafik 17">
            <a:extLst>
              <a:ext uri="{FF2B5EF4-FFF2-40B4-BE49-F238E27FC236}">
                <a16:creationId xmlns:a16="http://schemas.microsoft.com/office/drawing/2014/main" id="{F74DCB7D-6B5C-D338-0176-FC94C5F11FE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272232" y="630862"/>
            <a:ext cx="5839536" cy="1068292"/>
          </a:xfrm>
          <a:prstGeom prst="rect">
            <a:avLst/>
          </a:prstGeom>
        </p:spPr>
      </p:pic>
      <p:sp>
        <p:nvSpPr>
          <p:cNvPr id="6" name="Rechteck 5">
            <a:extLst>
              <a:ext uri="{FF2B5EF4-FFF2-40B4-BE49-F238E27FC236}">
                <a16:creationId xmlns:a16="http://schemas.microsoft.com/office/drawing/2014/main" id="{CBE4E60C-195F-C901-FBBC-4927D4DE84A8}"/>
              </a:ext>
            </a:extLst>
          </p:cNvPr>
          <p:cNvSpPr/>
          <p:nvPr userDrawn="1"/>
        </p:nvSpPr>
        <p:spPr>
          <a:xfrm>
            <a:off x="804245" y="1674000"/>
            <a:ext cx="36000" cy="51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Foliennummernplatzhalter 15">
            <a:extLst>
              <a:ext uri="{FF2B5EF4-FFF2-40B4-BE49-F238E27FC236}">
                <a16:creationId xmlns:a16="http://schemas.microsoft.com/office/drawing/2014/main" id="{D521087D-3F69-035F-F8E2-F39994E065A5}"/>
              </a:ext>
            </a:extLst>
          </p:cNvPr>
          <p:cNvSpPr txBox="1">
            <a:spLocks/>
          </p:cNvSpPr>
          <p:nvPr userDrawn="1"/>
        </p:nvSpPr>
        <p:spPr>
          <a:xfrm>
            <a:off x="514172" y="1045808"/>
            <a:ext cx="652145"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solidFill>
                  <a:schemeClr val="bg2"/>
                </a:solidFill>
              </a:rPr>
              <a:pPr algn="ctr"/>
              <a:t>‹Nr.›</a:t>
            </a:fld>
            <a:endParaRPr lang="de-DE" b="1">
              <a:solidFill>
                <a:schemeClr val="bg2"/>
              </a:solidFill>
            </a:endParaRPr>
          </a:p>
        </p:txBody>
      </p:sp>
      <p:sp>
        <p:nvSpPr>
          <p:cNvPr id="9" name="Titel 1">
            <a:extLst>
              <a:ext uri="{FF2B5EF4-FFF2-40B4-BE49-F238E27FC236}">
                <a16:creationId xmlns:a16="http://schemas.microsoft.com/office/drawing/2014/main" id="{BD030D54-26CD-DA59-6DBE-02C936E745CD}"/>
              </a:ext>
            </a:extLst>
          </p:cNvPr>
          <p:cNvSpPr>
            <a:spLocks noGrp="1"/>
          </p:cNvSpPr>
          <p:nvPr>
            <p:ph type="ctrTitle" hasCustomPrompt="1"/>
          </p:nvPr>
        </p:nvSpPr>
        <p:spPr>
          <a:xfrm>
            <a:off x="1524000" y="721360"/>
            <a:ext cx="9144000" cy="1642277"/>
          </a:xfrm>
        </p:spPr>
        <p:txBody>
          <a:bodyPr anchor="t">
            <a:normAutofit/>
          </a:bodyPr>
          <a:lstStyle>
            <a:lvl1pPr algn="l">
              <a:defRPr sz="4400">
                <a:solidFill>
                  <a:schemeClr val="bg1"/>
                </a:solidFill>
              </a:defRPr>
            </a:lvl1pPr>
          </a:lstStyle>
          <a:p>
            <a:r>
              <a:rPr lang="de-DE"/>
              <a:t>[Titel]</a:t>
            </a:r>
          </a:p>
        </p:txBody>
      </p:sp>
      <p:sp>
        <p:nvSpPr>
          <p:cNvPr id="13" name="Datumsplatzhalter 3">
            <a:extLst>
              <a:ext uri="{FF2B5EF4-FFF2-40B4-BE49-F238E27FC236}">
                <a16:creationId xmlns:a16="http://schemas.microsoft.com/office/drawing/2014/main" id="{0ADBCECE-FC5E-5A5A-D481-67A741559962}"/>
              </a:ext>
            </a:extLst>
          </p:cNvPr>
          <p:cNvSpPr>
            <a:spLocks noGrp="1"/>
          </p:cNvSpPr>
          <p:nvPr>
            <p:ph type="dt" sz="half" idx="10"/>
          </p:nvPr>
        </p:nvSpPr>
        <p:spPr>
          <a:xfrm>
            <a:off x="1523998" y="6356350"/>
            <a:ext cx="2057402" cy="365125"/>
          </a:xfrm>
        </p:spPr>
        <p:txBody>
          <a:bodyPr/>
          <a:lstStyle>
            <a:lvl1pPr>
              <a:defRPr>
                <a:solidFill>
                  <a:schemeClr val="bg1"/>
                </a:solidFill>
              </a:defRPr>
            </a:lvl1pPr>
          </a:lstStyle>
          <a:p>
            <a:fld id="{61338EB4-2361-4D3E-9AD5-1D5E05C68683}" type="datetime1">
              <a:rPr lang="de-DE" smtClean="0"/>
              <a:t>29.07.2026</a:t>
            </a:fld>
            <a:endParaRPr lang="de-DE"/>
          </a:p>
        </p:txBody>
      </p:sp>
      <p:sp>
        <p:nvSpPr>
          <p:cNvPr id="14" name="Fußzeilenplatzhalter 4">
            <a:extLst>
              <a:ext uri="{FF2B5EF4-FFF2-40B4-BE49-F238E27FC236}">
                <a16:creationId xmlns:a16="http://schemas.microsoft.com/office/drawing/2014/main" id="{32BD4A16-F98A-0F58-F282-98CBC4AAB545}"/>
              </a:ext>
            </a:extLst>
          </p:cNvPr>
          <p:cNvSpPr>
            <a:spLocks noGrp="1"/>
          </p:cNvSpPr>
          <p:nvPr>
            <p:ph type="ftr" sz="quarter" idx="11"/>
          </p:nvPr>
        </p:nvSpPr>
        <p:spPr>
          <a:xfrm>
            <a:off x="3881887" y="6356350"/>
            <a:ext cx="6786115" cy="365125"/>
          </a:xfrm>
        </p:spPr>
        <p:txBody>
          <a:bodyPr/>
          <a:lstStyle>
            <a:lvl1pPr algn="r">
              <a:defRPr>
                <a:solidFill>
                  <a:schemeClr val="bg1"/>
                </a:solidFill>
              </a:defRPr>
            </a:lvl1pPr>
          </a:lstStyle>
          <a:p>
            <a:endParaRPr lang="de-DE"/>
          </a:p>
        </p:txBody>
      </p:sp>
      <p:sp>
        <p:nvSpPr>
          <p:cNvPr id="15" name="Textplatzhalter 2">
            <a:extLst>
              <a:ext uri="{FF2B5EF4-FFF2-40B4-BE49-F238E27FC236}">
                <a16:creationId xmlns:a16="http://schemas.microsoft.com/office/drawing/2014/main" id="{B4EBD0CD-658E-1129-39B3-98D846F680AE}"/>
              </a:ext>
            </a:extLst>
          </p:cNvPr>
          <p:cNvSpPr>
            <a:spLocks noGrp="1"/>
          </p:cNvSpPr>
          <p:nvPr>
            <p:ph idx="12" hasCustomPrompt="1"/>
          </p:nvPr>
        </p:nvSpPr>
        <p:spPr>
          <a:xfrm>
            <a:off x="1523998" y="2363637"/>
            <a:ext cx="9144000" cy="3773003"/>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Tree>
    <p:extLst>
      <p:ext uri="{BB962C8B-B14F-4D97-AF65-F5344CB8AC3E}">
        <p14:creationId xmlns:p14="http://schemas.microsoft.com/office/powerpoint/2010/main" val="42396117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rennfolie1">
    <p:spTree>
      <p:nvGrpSpPr>
        <p:cNvPr id="1" name=""/>
        <p:cNvGrpSpPr/>
        <p:nvPr/>
      </p:nvGrpSpPr>
      <p:grpSpPr>
        <a:xfrm>
          <a:off x="0" y="0"/>
          <a:ext cx="0" cy="0"/>
          <a:chOff x="0" y="0"/>
          <a:chExt cx="0" cy="0"/>
        </a:xfrm>
      </p:grpSpPr>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lvl1pPr>
          </a:lstStyle>
          <a:p>
            <a:r>
              <a:rPr lang="de-DE"/>
              <a:t>[Titel]</a:t>
            </a:r>
          </a:p>
        </p:txBody>
      </p:sp>
      <p:sp>
        <p:nvSpPr>
          <p:cNvPr id="2" name="Rechteck 1">
            <a:extLst>
              <a:ext uri="{FF2B5EF4-FFF2-40B4-BE49-F238E27FC236}">
                <a16:creationId xmlns:a16="http://schemas.microsoft.com/office/drawing/2014/main" id="{99A86987-9FC0-C6BB-D5F9-021F2C6DD030}"/>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6522513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rennfolie1-mit-Logo">
    <p:spTree>
      <p:nvGrpSpPr>
        <p:cNvPr id="1" name=""/>
        <p:cNvGrpSpPr/>
        <p:nvPr/>
      </p:nvGrpSpPr>
      <p:grpSpPr>
        <a:xfrm>
          <a:off x="0" y="0"/>
          <a:ext cx="0" cy="0"/>
          <a:chOff x="0" y="0"/>
          <a:chExt cx="0" cy="0"/>
        </a:xfrm>
      </p:grpSpPr>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lvl1pPr>
          </a:lstStyle>
          <a:p>
            <a:r>
              <a:rPr lang="de-DE"/>
              <a:t>[Titel]</a:t>
            </a:r>
          </a:p>
        </p:txBody>
      </p:sp>
      <p:sp>
        <p:nvSpPr>
          <p:cNvPr id="3" name="Rechteck 2">
            <a:extLst>
              <a:ext uri="{FF2B5EF4-FFF2-40B4-BE49-F238E27FC236}">
                <a16:creationId xmlns:a16="http://schemas.microsoft.com/office/drawing/2014/main" id="{BF45D9E3-741C-316B-BB54-385D41EB3B00}"/>
              </a:ext>
            </a:extLst>
          </p:cNvPr>
          <p:cNvSpPr/>
          <p:nvPr userDrawn="1"/>
        </p:nvSpPr>
        <p:spPr>
          <a:xfrm>
            <a:off x="804245" y="0"/>
            <a:ext cx="36000" cy="3356691"/>
          </a:xfrm>
          <a:prstGeom prst="rect">
            <a:avLst/>
          </a:prstGeom>
          <a:gradFill flip="none" rotWithShape="1">
            <a:gsLst>
              <a:gs pos="0">
                <a:schemeClr val="accent1"/>
              </a:gs>
              <a:gs pos="100000">
                <a:schemeClr val="accent2"/>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Grafiken, Schrift, Text, Grafikdesign enthält.&#10;&#10;Automatisch generierte Beschreibung">
            <a:extLst>
              <a:ext uri="{FF2B5EF4-FFF2-40B4-BE49-F238E27FC236}">
                <a16:creationId xmlns:a16="http://schemas.microsoft.com/office/drawing/2014/main" id="{0EA03ED9-2264-BC08-A029-130F0AC62B7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43134" y="4782781"/>
            <a:ext cx="2476146" cy="1083682"/>
          </a:xfrm>
          <a:prstGeom prst="rect">
            <a:avLst/>
          </a:prstGeom>
        </p:spPr>
      </p:pic>
    </p:spTree>
    <p:extLst>
      <p:ext uri="{BB962C8B-B14F-4D97-AF65-F5344CB8AC3E}">
        <p14:creationId xmlns:p14="http://schemas.microsoft.com/office/powerpoint/2010/main" val="5265198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ennfolie2">
    <p:spTree>
      <p:nvGrpSpPr>
        <p:cNvPr id="1" name=""/>
        <p:cNvGrpSpPr/>
        <p:nvPr/>
      </p:nvGrpSpPr>
      <p:grpSpPr>
        <a:xfrm>
          <a:off x="0" y="0"/>
          <a:ext cx="0" cy="0"/>
          <a:chOff x="0" y="0"/>
          <a:chExt cx="0" cy="0"/>
        </a:xfrm>
      </p:grpSpPr>
      <p:pic>
        <p:nvPicPr>
          <p:cNvPr id="5" name="Grafik 4" descr="Ein Bild, das Grün, Farbigkeit, Verschwommen enthält.&#10;&#10;KI-generierte Inhalte können fehlerhaft sein.">
            <a:extLst>
              <a:ext uri="{FF2B5EF4-FFF2-40B4-BE49-F238E27FC236}">
                <a16:creationId xmlns:a16="http://schemas.microsoft.com/office/drawing/2014/main" id="{AB7C6A11-DD6F-CBC0-5910-73A51E128DC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solidFill>
                  <a:schemeClr val="bg1"/>
                </a:solidFill>
              </a:defRPr>
            </a:lvl1pPr>
          </a:lstStyle>
          <a:p>
            <a:r>
              <a:rPr lang="de-DE"/>
              <a:t>[Titel]</a:t>
            </a:r>
          </a:p>
        </p:txBody>
      </p:sp>
      <p:sp>
        <p:nvSpPr>
          <p:cNvPr id="4" name="Rechteck 3">
            <a:extLst>
              <a:ext uri="{FF2B5EF4-FFF2-40B4-BE49-F238E27FC236}">
                <a16:creationId xmlns:a16="http://schemas.microsoft.com/office/drawing/2014/main" id="{2F02734D-B936-5F60-FF80-E0D159D41776}"/>
              </a:ext>
            </a:extLst>
          </p:cNvPr>
          <p:cNvSpPr/>
          <p:nvPr userDrawn="1"/>
        </p:nvSpPr>
        <p:spPr>
          <a:xfrm>
            <a:off x="648970" y="0"/>
            <a:ext cx="36000" cy="33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5451434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rennfolie2-mit-Logo">
    <p:spTree>
      <p:nvGrpSpPr>
        <p:cNvPr id="1" name=""/>
        <p:cNvGrpSpPr/>
        <p:nvPr/>
      </p:nvGrpSpPr>
      <p:grpSpPr>
        <a:xfrm>
          <a:off x="0" y="0"/>
          <a:ext cx="0" cy="0"/>
          <a:chOff x="0" y="0"/>
          <a:chExt cx="0" cy="0"/>
        </a:xfrm>
      </p:grpSpPr>
      <p:pic>
        <p:nvPicPr>
          <p:cNvPr id="2" name="Grafik 1" descr="Ein Bild, das Grün, Farbigkeit, Verschwommen enthält.&#10;&#10;KI-generierte Inhalte können fehlerhaft sein.">
            <a:extLst>
              <a:ext uri="{FF2B5EF4-FFF2-40B4-BE49-F238E27FC236}">
                <a16:creationId xmlns:a16="http://schemas.microsoft.com/office/drawing/2014/main" id="{15B8AE05-735A-1618-DD64-3B6EB6BD99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 y="-1015"/>
            <a:ext cx="12192000" cy="6860030"/>
          </a:xfrm>
          <a:prstGeom prst="rect">
            <a:avLst/>
          </a:prstGeom>
        </p:spPr>
      </p:pic>
      <p:sp>
        <p:nvSpPr>
          <p:cNvPr id="10" name="Bildplatzhalter 14">
            <a:extLst>
              <a:ext uri="{FF2B5EF4-FFF2-40B4-BE49-F238E27FC236}">
                <a16:creationId xmlns:a16="http://schemas.microsoft.com/office/drawing/2014/main" id="{409BF8C9-E70D-6A48-25E8-C7603386CE03}"/>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rtlCol="0" anchor="t" anchorCtr="0">
            <a:noAutofit/>
          </a:bodyPr>
          <a:lstStyle>
            <a:lvl1pPr algn="ctr">
              <a:buNone/>
              <a:defRPr lang="de-DE" sz="1800">
                <a:solidFill>
                  <a:schemeClr val="bg1"/>
                </a:solidFill>
              </a:defRPr>
            </a:lvl1pPr>
          </a:lstStyle>
          <a:p>
            <a:pPr rtl="0"/>
            <a:r>
              <a:rPr lang="de-DE"/>
              <a:t>Klicken, um Bild hinzuzufügen</a:t>
            </a:r>
          </a:p>
        </p:txBody>
      </p:sp>
      <p:sp>
        <p:nvSpPr>
          <p:cNvPr id="11" name="Titel 1">
            <a:extLst>
              <a:ext uri="{FF2B5EF4-FFF2-40B4-BE49-F238E27FC236}">
                <a16:creationId xmlns:a16="http://schemas.microsoft.com/office/drawing/2014/main" id="{7735A00A-BA02-7B4F-291C-E36C96E111CD}"/>
              </a:ext>
            </a:extLst>
          </p:cNvPr>
          <p:cNvSpPr>
            <a:spLocks noGrp="1"/>
          </p:cNvSpPr>
          <p:nvPr>
            <p:ph type="title" hasCustomPrompt="1"/>
          </p:nvPr>
        </p:nvSpPr>
        <p:spPr>
          <a:xfrm>
            <a:off x="648970" y="3659883"/>
            <a:ext cx="7997190" cy="2198885"/>
          </a:xfrm>
        </p:spPr>
        <p:txBody>
          <a:bodyPr anchor="t">
            <a:normAutofit/>
          </a:bodyPr>
          <a:lstStyle>
            <a:lvl1pPr>
              <a:defRPr sz="4400" b="0">
                <a:solidFill>
                  <a:schemeClr val="bg1"/>
                </a:solidFill>
              </a:defRPr>
            </a:lvl1pPr>
          </a:lstStyle>
          <a:p>
            <a:r>
              <a:rPr lang="de-DE"/>
              <a:t>[Titel]</a:t>
            </a:r>
          </a:p>
        </p:txBody>
      </p:sp>
      <p:pic>
        <p:nvPicPr>
          <p:cNvPr id="4" name="Grafik 3">
            <a:extLst>
              <a:ext uri="{FF2B5EF4-FFF2-40B4-BE49-F238E27FC236}">
                <a16:creationId xmlns:a16="http://schemas.microsoft.com/office/drawing/2014/main" id="{6E298FF7-6C6E-5420-ABF5-94207204A98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272232" y="4790476"/>
            <a:ext cx="5839536" cy="1068292"/>
          </a:xfrm>
          <a:prstGeom prst="rect">
            <a:avLst/>
          </a:prstGeom>
        </p:spPr>
      </p:pic>
      <p:sp>
        <p:nvSpPr>
          <p:cNvPr id="5" name="Rechteck 4">
            <a:extLst>
              <a:ext uri="{FF2B5EF4-FFF2-40B4-BE49-F238E27FC236}">
                <a16:creationId xmlns:a16="http://schemas.microsoft.com/office/drawing/2014/main" id="{0526933D-4A16-EB8C-4649-BFBA205A6320}"/>
              </a:ext>
            </a:extLst>
          </p:cNvPr>
          <p:cNvSpPr/>
          <p:nvPr userDrawn="1"/>
        </p:nvSpPr>
        <p:spPr>
          <a:xfrm>
            <a:off x="648970" y="0"/>
            <a:ext cx="36000" cy="338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1812306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Inhalt2">
    <p:spTree>
      <p:nvGrpSpPr>
        <p:cNvPr id="1" name=""/>
        <p:cNvGrpSpPr/>
        <p:nvPr/>
      </p:nvGrpSpPr>
      <p:grpSpPr>
        <a:xfrm>
          <a:off x="0" y="0"/>
          <a:ext cx="0" cy="0"/>
          <a:chOff x="0" y="0"/>
          <a:chExt cx="0" cy="0"/>
        </a:xfrm>
      </p:grpSpPr>
      <p:pic>
        <p:nvPicPr>
          <p:cNvPr id="16" name="Grafik 15" descr="Ein Bild, das Screenshot, Grafiken, Farbigkeit, Reihe enthält.&#10;&#10;Automatisch generierte Beschreibung">
            <a:extLst>
              <a:ext uri="{FF2B5EF4-FFF2-40B4-BE49-F238E27FC236}">
                <a16:creationId xmlns:a16="http://schemas.microsoft.com/office/drawing/2014/main" id="{FABCE64D-74E7-881F-8BCC-1736F7E12B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7536" y="-550672"/>
            <a:ext cx="13167072" cy="7408672"/>
          </a:xfrm>
          <a:prstGeom prst="rect">
            <a:avLst/>
          </a:prstGeom>
        </p:spPr>
      </p:pic>
      <p:sp>
        <p:nvSpPr>
          <p:cNvPr id="2" name="Titel 1">
            <a:extLst>
              <a:ext uri="{FF2B5EF4-FFF2-40B4-BE49-F238E27FC236}">
                <a16:creationId xmlns:a16="http://schemas.microsoft.com/office/drawing/2014/main" id="{DE98D7E8-800F-0CED-222A-CCA31C886879}"/>
              </a:ext>
            </a:extLst>
          </p:cNvPr>
          <p:cNvSpPr>
            <a:spLocks noGrp="1"/>
          </p:cNvSpPr>
          <p:nvPr>
            <p:ph type="title"/>
          </p:nvPr>
        </p:nvSpPr>
        <p:spPr>
          <a:xfrm>
            <a:off x="284480" y="365125"/>
            <a:ext cx="10332720" cy="1325563"/>
          </a:xfrm>
        </p:spPr>
        <p:txBody>
          <a:bodyPr/>
          <a:lstStyle>
            <a:lvl1pPr>
              <a:defRPr b="0">
                <a:solidFill>
                  <a:schemeClr val="bg1"/>
                </a:solidFill>
              </a:defRPr>
            </a:lvl1pPr>
          </a:lstStyle>
          <a:p>
            <a:r>
              <a:rPr lang="de-DE"/>
              <a:t>Mastertitelformat bearbeiten</a:t>
            </a:r>
          </a:p>
        </p:txBody>
      </p:sp>
      <p:sp>
        <p:nvSpPr>
          <p:cNvPr id="3" name="Inhaltsplatzhalter 2">
            <a:extLst>
              <a:ext uri="{FF2B5EF4-FFF2-40B4-BE49-F238E27FC236}">
                <a16:creationId xmlns:a16="http://schemas.microsoft.com/office/drawing/2014/main" id="{56D7EF37-797B-CF4C-B1B4-D5F6BF0C5A05}"/>
              </a:ext>
            </a:extLst>
          </p:cNvPr>
          <p:cNvSpPr>
            <a:spLocks noGrp="1"/>
          </p:cNvSpPr>
          <p:nvPr>
            <p:ph sz="half" idx="1"/>
          </p:nvPr>
        </p:nvSpPr>
        <p:spPr>
          <a:xfrm>
            <a:off x="284480" y="1825625"/>
            <a:ext cx="5811520"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918BA8F6-19E9-06E2-70E8-02DC1FA267CA}"/>
              </a:ext>
            </a:extLst>
          </p:cNvPr>
          <p:cNvSpPr>
            <a:spLocks noGrp="1"/>
          </p:cNvSpPr>
          <p:nvPr>
            <p:ph sz="half" idx="2"/>
          </p:nvPr>
        </p:nvSpPr>
        <p:spPr>
          <a:xfrm>
            <a:off x="6172200" y="1825625"/>
            <a:ext cx="5181599"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a:extLst>
              <a:ext uri="{FF2B5EF4-FFF2-40B4-BE49-F238E27FC236}">
                <a16:creationId xmlns:a16="http://schemas.microsoft.com/office/drawing/2014/main" id="{0226EC32-C8D6-3693-C816-CB4AF83F49D7}"/>
              </a:ext>
            </a:extLst>
          </p:cNvPr>
          <p:cNvSpPr>
            <a:spLocks noGrp="1"/>
          </p:cNvSpPr>
          <p:nvPr>
            <p:ph type="ftr" sz="quarter" idx="11"/>
          </p:nvPr>
        </p:nvSpPr>
        <p:spPr>
          <a:xfrm>
            <a:off x="4181476" y="5994400"/>
            <a:ext cx="7172324" cy="365125"/>
          </a:xfrm>
        </p:spPr>
        <p:txBody>
          <a:bodyPr/>
          <a:lstStyle/>
          <a:p>
            <a:endParaRPr lang="de-DE"/>
          </a:p>
        </p:txBody>
      </p:sp>
      <p:sp>
        <p:nvSpPr>
          <p:cNvPr id="12" name="Foliennummernplatzhalter 15">
            <a:extLst>
              <a:ext uri="{FF2B5EF4-FFF2-40B4-BE49-F238E27FC236}">
                <a16:creationId xmlns:a16="http://schemas.microsoft.com/office/drawing/2014/main" id="{E1A48DB0-FE67-FC5D-B3EE-34BB0258129C}"/>
              </a:ext>
            </a:extLst>
          </p:cNvPr>
          <p:cNvSpPr txBox="1">
            <a:spLocks/>
          </p:cNvSpPr>
          <p:nvPr userDrawn="1"/>
        </p:nvSpPr>
        <p:spPr>
          <a:xfrm>
            <a:off x="289634" y="5994400"/>
            <a:ext cx="736600" cy="365125"/>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D8DA9DAA-006C-4F4B-980E-E3DF019B24E2}" type="slidenum">
              <a:rPr lang="de-DE" sz="1600" b="1" smtClean="0"/>
              <a:pPr algn="l"/>
              <a:t>‹Nr.›</a:t>
            </a:fld>
            <a:endParaRPr lang="de-DE" b="1"/>
          </a:p>
        </p:txBody>
      </p:sp>
      <p:sp>
        <p:nvSpPr>
          <p:cNvPr id="8" name="Datumsplatzhalter 4">
            <a:extLst>
              <a:ext uri="{FF2B5EF4-FFF2-40B4-BE49-F238E27FC236}">
                <a16:creationId xmlns:a16="http://schemas.microsoft.com/office/drawing/2014/main" id="{5D46C37F-68D2-FEB3-54E4-13B0324F86E0}"/>
              </a:ext>
            </a:extLst>
          </p:cNvPr>
          <p:cNvSpPr>
            <a:spLocks noGrp="1"/>
          </p:cNvSpPr>
          <p:nvPr>
            <p:ph type="dt" sz="half" idx="10"/>
          </p:nvPr>
        </p:nvSpPr>
        <p:spPr>
          <a:xfrm>
            <a:off x="1410054" y="5994400"/>
            <a:ext cx="2476146" cy="365125"/>
          </a:xfrm>
        </p:spPr>
        <p:txBody>
          <a:bodyPr/>
          <a:lstStyle/>
          <a:p>
            <a:fld id="{B2C747A5-DC01-480C-9416-6CA3F513B90E}" type="datetime1">
              <a:rPr lang="de-DE" smtClean="0"/>
              <a:t>29.07.2026</a:t>
            </a:fld>
            <a:endParaRPr lang="de-DE"/>
          </a:p>
        </p:txBody>
      </p:sp>
    </p:spTree>
    <p:extLst>
      <p:ext uri="{BB962C8B-B14F-4D97-AF65-F5344CB8AC3E}">
        <p14:creationId xmlns:p14="http://schemas.microsoft.com/office/powerpoint/2010/main" val="30860692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Inhalt2-mit-Logo">
    <p:spTree>
      <p:nvGrpSpPr>
        <p:cNvPr id="1" name=""/>
        <p:cNvGrpSpPr/>
        <p:nvPr/>
      </p:nvGrpSpPr>
      <p:grpSpPr>
        <a:xfrm>
          <a:off x="0" y="0"/>
          <a:ext cx="0" cy="0"/>
          <a:chOff x="0" y="0"/>
          <a:chExt cx="0" cy="0"/>
        </a:xfrm>
      </p:grpSpPr>
      <p:pic>
        <p:nvPicPr>
          <p:cNvPr id="16" name="Grafik 15" descr="Ein Bild, das Screenshot, Grafiken, Farbigkeit, Reihe enthält.&#10;&#10;Automatisch generierte Beschreibung">
            <a:extLst>
              <a:ext uri="{FF2B5EF4-FFF2-40B4-BE49-F238E27FC236}">
                <a16:creationId xmlns:a16="http://schemas.microsoft.com/office/drawing/2014/main" id="{FABCE64D-74E7-881F-8BCC-1736F7E12B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7536" y="-550672"/>
            <a:ext cx="13167072" cy="7408672"/>
          </a:xfrm>
          <a:prstGeom prst="rect">
            <a:avLst/>
          </a:prstGeom>
        </p:spPr>
      </p:pic>
      <p:sp>
        <p:nvSpPr>
          <p:cNvPr id="2" name="Titel 1">
            <a:extLst>
              <a:ext uri="{FF2B5EF4-FFF2-40B4-BE49-F238E27FC236}">
                <a16:creationId xmlns:a16="http://schemas.microsoft.com/office/drawing/2014/main" id="{DE98D7E8-800F-0CED-222A-CCA31C886879}"/>
              </a:ext>
            </a:extLst>
          </p:cNvPr>
          <p:cNvSpPr>
            <a:spLocks noGrp="1"/>
          </p:cNvSpPr>
          <p:nvPr>
            <p:ph type="title"/>
          </p:nvPr>
        </p:nvSpPr>
        <p:spPr>
          <a:xfrm>
            <a:off x="284480" y="365125"/>
            <a:ext cx="10332720" cy="1325563"/>
          </a:xfrm>
        </p:spPr>
        <p:txBody>
          <a:bodyPr/>
          <a:lstStyle>
            <a:lvl1pPr>
              <a:defRPr b="0">
                <a:solidFill>
                  <a:schemeClr val="bg1"/>
                </a:solidFill>
              </a:defRPr>
            </a:lvl1pPr>
          </a:lstStyle>
          <a:p>
            <a:r>
              <a:rPr lang="de-DE"/>
              <a:t>Mastertitelformat bearbeiten</a:t>
            </a:r>
          </a:p>
        </p:txBody>
      </p:sp>
      <p:sp>
        <p:nvSpPr>
          <p:cNvPr id="3" name="Inhaltsplatzhalter 2">
            <a:extLst>
              <a:ext uri="{FF2B5EF4-FFF2-40B4-BE49-F238E27FC236}">
                <a16:creationId xmlns:a16="http://schemas.microsoft.com/office/drawing/2014/main" id="{56D7EF37-797B-CF4C-B1B4-D5F6BF0C5A05}"/>
              </a:ext>
            </a:extLst>
          </p:cNvPr>
          <p:cNvSpPr>
            <a:spLocks noGrp="1"/>
          </p:cNvSpPr>
          <p:nvPr>
            <p:ph sz="half" idx="1"/>
          </p:nvPr>
        </p:nvSpPr>
        <p:spPr>
          <a:xfrm>
            <a:off x="284480" y="1825625"/>
            <a:ext cx="5811520"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918BA8F6-19E9-06E2-70E8-02DC1FA267CA}"/>
              </a:ext>
            </a:extLst>
          </p:cNvPr>
          <p:cNvSpPr>
            <a:spLocks noGrp="1"/>
          </p:cNvSpPr>
          <p:nvPr>
            <p:ph sz="half" idx="2"/>
          </p:nvPr>
        </p:nvSpPr>
        <p:spPr>
          <a:xfrm>
            <a:off x="6172200" y="1825625"/>
            <a:ext cx="5181599" cy="36703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7C37AB7-6393-8C0A-7D7F-7F64F99CACC4}"/>
              </a:ext>
            </a:extLst>
          </p:cNvPr>
          <p:cNvSpPr>
            <a:spLocks noGrp="1"/>
          </p:cNvSpPr>
          <p:nvPr>
            <p:ph type="dt" sz="half" idx="10"/>
          </p:nvPr>
        </p:nvSpPr>
        <p:spPr>
          <a:xfrm>
            <a:off x="1410054" y="5994400"/>
            <a:ext cx="2476146" cy="365125"/>
          </a:xfrm>
        </p:spPr>
        <p:txBody>
          <a:bodyPr/>
          <a:lstStyle/>
          <a:p>
            <a:fld id="{BE3939CF-54F3-4D28-91FE-ABDCE19D2930}" type="datetime1">
              <a:rPr lang="de-DE" smtClean="0"/>
              <a:t>29.07.2026</a:t>
            </a:fld>
            <a:endParaRPr lang="de-DE"/>
          </a:p>
        </p:txBody>
      </p:sp>
      <p:sp>
        <p:nvSpPr>
          <p:cNvPr id="6" name="Fußzeilenplatzhalter 5">
            <a:extLst>
              <a:ext uri="{FF2B5EF4-FFF2-40B4-BE49-F238E27FC236}">
                <a16:creationId xmlns:a16="http://schemas.microsoft.com/office/drawing/2014/main" id="{0226EC32-C8D6-3693-C816-CB4AF83F49D7}"/>
              </a:ext>
            </a:extLst>
          </p:cNvPr>
          <p:cNvSpPr>
            <a:spLocks noGrp="1"/>
          </p:cNvSpPr>
          <p:nvPr>
            <p:ph type="ftr" sz="quarter" idx="11"/>
          </p:nvPr>
        </p:nvSpPr>
        <p:spPr>
          <a:xfrm>
            <a:off x="7496174" y="5994400"/>
            <a:ext cx="3857625" cy="365125"/>
          </a:xfrm>
        </p:spPr>
        <p:txBody>
          <a:bodyPr/>
          <a:lstStyle/>
          <a:p>
            <a:endParaRPr lang="de-DE"/>
          </a:p>
        </p:txBody>
      </p:sp>
      <p:sp>
        <p:nvSpPr>
          <p:cNvPr id="12" name="Foliennummernplatzhalter 15">
            <a:extLst>
              <a:ext uri="{FF2B5EF4-FFF2-40B4-BE49-F238E27FC236}">
                <a16:creationId xmlns:a16="http://schemas.microsoft.com/office/drawing/2014/main" id="{E1A48DB0-FE67-FC5D-B3EE-34BB0258129C}"/>
              </a:ext>
            </a:extLst>
          </p:cNvPr>
          <p:cNvSpPr txBox="1">
            <a:spLocks/>
          </p:cNvSpPr>
          <p:nvPr userDrawn="1"/>
        </p:nvSpPr>
        <p:spPr>
          <a:xfrm>
            <a:off x="289634" y="5994400"/>
            <a:ext cx="736600" cy="365125"/>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D8DA9DAA-006C-4F4B-980E-E3DF019B24E2}" type="slidenum">
              <a:rPr lang="de-DE" sz="1600" b="1" smtClean="0"/>
              <a:pPr algn="l"/>
              <a:t>‹Nr.›</a:t>
            </a:fld>
            <a:endParaRPr lang="de-DE" b="1"/>
          </a:p>
        </p:txBody>
      </p:sp>
      <p:pic>
        <p:nvPicPr>
          <p:cNvPr id="7" name="Grafik 6" descr="Ein Bild, das Grafiken, Schrift, Text, Grafikdesign enthält.&#10;&#10;Automatisch generierte Beschreibung">
            <a:extLst>
              <a:ext uri="{FF2B5EF4-FFF2-40B4-BE49-F238E27FC236}">
                <a16:creationId xmlns:a16="http://schemas.microsoft.com/office/drawing/2014/main" id="{2B664954-8B39-C5FC-895A-5C31CED3D2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78681" y="5635122"/>
            <a:ext cx="2476146" cy="1083682"/>
          </a:xfrm>
          <a:prstGeom prst="rect">
            <a:avLst/>
          </a:prstGeom>
        </p:spPr>
      </p:pic>
    </p:spTree>
    <p:extLst>
      <p:ext uri="{BB962C8B-B14F-4D97-AF65-F5344CB8AC3E}">
        <p14:creationId xmlns:p14="http://schemas.microsoft.com/office/powerpoint/2010/main" val="1987144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rennfolie3">
    <p:spTree>
      <p:nvGrpSpPr>
        <p:cNvPr id="1" name=""/>
        <p:cNvGrpSpPr/>
        <p:nvPr/>
      </p:nvGrpSpPr>
      <p:grpSpPr>
        <a:xfrm>
          <a:off x="0" y="0"/>
          <a:ext cx="0" cy="0"/>
          <a:chOff x="0" y="0"/>
          <a:chExt cx="0" cy="0"/>
        </a:xfrm>
      </p:grpSpPr>
      <p:pic>
        <p:nvPicPr>
          <p:cNvPr id="5" name="Grafik 4" descr="Ein Bild, das Rechteck, Grün, Farbigkeit enthält.&#10;&#10;Automatisch generierte Beschreibung">
            <a:extLst>
              <a:ext uri="{FF2B5EF4-FFF2-40B4-BE49-F238E27FC236}">
                <a16:creationId xmlns:a16="http://schemas.microsoft.com/office/drawing/2014/main" id="{F826DF3A-74A8-091D-47EA-B418C22108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11" name="Textplatzhalter 2">
            <a:extLst>
              <a:ext uri="{FF2B5EF4-FFF2-40B4-BE49-F238E27FC236}">
                <a16:creationId xmlns:a16="http://schemas.microsoft.com/office/drawing/2014/main" id="{D62EA315-6ECA-1B58-2C82-BBE8659029DE}"/>
              </a:ext>
            </a:extLst>
          </p:cNvPr>
          <p:cNvSpPr>
            <a:spLocks noGrp="1"/>
          </p:cNvSpPr>
          <p:nvPr>
            <p:ph idx="12" hasCustomPrompt="1"/>
          </p:nvPr>
        </p:nvSpPr>
        <p:spPr>
          <a:xfrm>
            <a:off x="1523998" y="2976880"/>
            <a:ext cx="9144000" cy="2936240"/>
          </a:xfrm>
          <a:prstGeom prst="rect">
            <a:avLst/>
          </a:prstGeom>
        </p:spPr>
        <p:txBody>
          <a:bodyPr vert="horz" lIns="91440" tIns="45720" rIns="91440" bIns="45720" rtlCol="0">
            <a:normAutofit/>
          </a:bodyPr>
          <a:lstStyle>
            <a:lvl1pPr algn="ct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2" name="Titel 1">
            <a:extLst>
              <a:ext uri="{FF2B5EF4-FFF2-40B4-BE49-F238E27FC236}">
                <a16:creationId xmlns:a16="http://schemas.microsoft.com/office/drawing/2014/main" id="{447AA0A6-E771-6C0A-4919-0AA6FAAB3AEE}"/>
              </a:ext>
            </a:extLst>
          </p:cNvPr>
          <p:cNvSpPr>
            <a:spLocks noGrp="1"/>
          </p:cNvSpPr>
          <p:nvPr>
            <p:ph type="title"/>
          </p:nvPr>
        </p:nvSpPr>
        <p:spPr>
          <a:xfrm>
            <a:off x="929638" y="944880"/>
            <a:ext cx="10332720" cy="1325563"/>
          </a:xfrm>
        </p:spPr>
        <p:txBody>
          <a:bodyPr/>
          <a:lstStyle>
            <a:lvl1pPr algn="ctr">
              <a:defRPr b="0">
                <a:solidFill>
                  <a:schemeClr val="bg1"/>
                </a:solidFill>
              </a:defRPr>
            </a:lvl1pPr>
          </a:lstStyle>
          <a:p>
            <a:r>
              <a:rPr lang="de-DE"/>
              <a:t>Mastertitelformat bearbeiten</a:t>
            </a:r>
          </a:p>
        </p:txBody>
      </p:sp>
    </p:spTree>
    <p:extLst>
      <p:ext uri="{BB962C8B-B14F-4D97-AF65-F5344CB8AC3E}">
        <p14:creationId xmlns:p14="http://schemas.microsoft.com/office/powerpoint/2010/main" val="8891501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rennfolie3-mit-Logo">
    <p:spTree>
      <p:nvGrpSpPr>
        <p:cNvPr id="1" name=""/>
        <p:cNvGrpSpPr/>
        <p:nvPr/>
      </p:nvGrpSpPr>
      <p:grpSpPr>
        <a:xfrm>
          <a:off x="0" y="0"/>
          <a:ext cx="0" cy="0"/>
          <a:chOff x="0" y="0"/>
          <a:chExt cx="0" cy="0"/>
        </a:xfrm>
      </p:grpSpPr>
      <p:pic>
        <p:nvPicPr>
          <p:cNvPr id="5" name="Grafik 4" descr="Ein Bild, das Rechteck, Grün, Farbigkeit enthält.&#10;&#10;Automatisch generierte Beschreibung">
            <a:extLst>
              <a:ext uri="{FF2B5EF4-FFF2-40B4-BE49-F238E27FC236}">
                <a16:creationId xmlns:a16="http://schemas.microsoft.com/office/drawing/2014/main" id="{F826DF3A-74A8-091D-47EA-B418C22108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2" name="Textplatzhalter 2">
            <a:extLst>
              <a:ext uri="{FF2B5EF4-FFF2-40B4-BE49-F238E27FC236}">
                <a16:creationId xmlns:a16="http://schemas.microsoft.com/office/drawing/2014/main" id="{2DA35A7E-2DED-3FAA-9EAA-23B4022639F6}"/>
              </a:ext>
            </a:extLst>
          </p:cNvPr>
          <p:cNvSpPr>
            <a:spLocks noGrp="1"/>
          </p:cNvSpPr>
          <p:nvPr>
            <p:ph idx="12" hasCustomPrompt="1"/>
          </p:nvPr>
        </p:nvSpPr>
        <p:spPr>
          <a:xfrm>
            <a:off x="1523998" y="2235200"/>
            <a:ext cx="9144000" cy="3022600"/>
          </a:xfrm>
          <a:prstGeom prst="rect">
            <a:avLst/>
          </a:prstGeom>
        </p:spPr>
        <p:txBody>
          <a:bodyPr vert="horz" lIns="91440" tIns="45720" rIns="91440" bIns="45720" rtlCol="0">
            <a:normAutofit/>
          </a:bodyPr>
          <a:lstStyle>
            <a:lvl1pPr algn="ct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pic>
        <p:nvPicPr>
          <p:cNvPr id="4" name="Grafik 3">
            <a:extLst>
              <a:ext uri="{FF2B5EF4-FFF2-40B4-BE49-F238E27FC236}">
                <a16:creationId xmlns:a16="http://schemas.microsoft.com/office/drawing/2014/main" id="{288398F5-9971-3D33-704E-6A020456091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85472" y="5391405"/>
            <a:ext cx="3021056" cy="3505200"/>
          </a:xfrm>
          <a:prstGeom prst="rect">
            <a:avLst/>
          </a:prstGeom>
        </p:spPr>
      </p:pic>
      <p:sp>
        <p:nvSpPr>
          <p:cNvPr id="7" name="Titel 1">
            <a:extLst>
              <a:ext uri="{FF2B5EF4-FFF2-40B4-BE49-F238E27FC236}">
                <a16:creationId xmlns:a16="http://schemas.microsoft.com/office/drawing/2014/main" id="{9288656D-280A-3BB7-9F9B-A96E08BAFE31}"/>
              </a:ext>
            </a:extLst>
          </p:cNvPr>
          <p:cNvSpPr>
            <a:spLocks noGrp="1"/>
          </p:cNvSpPr>
          <p:nvPr>
            <p:ph type="title"/>
          </p:nvPr>
        </p:nvSpPr>
        <p:spPr>
          <a:xfrm>
            <a:off x="929638" y="944880"/>
            <a:ext cx="10332720" cy="1325563"/>
          </a:xfrm>
        </p:spPr>
        <p:txBody>
          <a:bodyPr/>
          <a:lstStyle>
            <a:lvl1pPr algn="ctr">
              <a:defRPr b="0">
                <a:solidFill>
                  <a:schemeClr val="bg1"/>
                </a:solidFill>
              </a:defRPr>
            </a:lvl1pPr>
          </a:lstStyle>
          <a:p>
            <a:r>
              <a:rPr lang="de-DE"/>
              <a:t>Mastertitelformat bearbeiten</a:t>
            </a:r>
          </a:p>
        </p:txBody>
      </p:sp>
    </p:spTree>
    <p:extLst>
      <p:ext uri="{BB962C8B-B14F-4D97-AF65-F5344CB8AC3E}">
        <p14:creationId xmlns:p14="http://schemas.microsoft.com/office/powerpoint/2010/main" val="40333797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rennfolie4">
    <p:spTree>
      <p:nvGrpSpPr>
        <p:cNvPr id="1" name=""/>
        <p:cNvGrpSpPr/>
        <p:nvPr/>
      </p:nvGrpSpPr>
      <p:grpSpPr>
        <a:xfrm>
          <a:off x="0" y="0"/>
          <a:ext cx="0" cy="0"/>
          <a:chOff x="0" y="0"/>
          <a:chExt cx="0" cy="0"/>
        </a:xfrm>
      </p:grpSpPr>
      <p:pic>
        <p:nvPicPr>
          <p:cNvPr id="3" name="Grafik 2" descr="Ein Bild, das Rechteck, Screenshot, Text, Design enthält.&#10;&#10;Automatisch generierte Beschreibung">
            <a:extLst>
              <a:ext uri="{FF2B5EF4-FFF2-40B4-BE49-F238E27FC236}">
                <a16:creationId xmlns:a16="http://schemas.microsoft.com/office/drawing/2014/main" id="{F20D5943-CFF3-BB0D-7D33-3A42265984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5" name="Textplatzhalter 2">
            <a:extLst>
              <a:ext uri="{FF2B5EF4-FFF2-40B4-BE49-F238E27FC236}">
                <a16:creationId xmlns:a16="http://schemas.microsoft.com/office/drawing/2014/main" id="{682D3866-9F63-50D4-4D5C-0C912AE63CE6}"/>
              </a:ext>
            </a:extLst>
          </p:cNvPr>
          <p:cNvSpPr>
            <a:spLocks noGrp="1"/>
          </p:cNvSpPr>
          <p:nvPr>
            <p:ph idx="12" hasCustomPrompt="1"/>
          </p:nvPr>
        </p:nvSpPr>
        <p:spPr>
          <a:xfrm>
            <a:off x="1523998" y="1894525"/>
            <a:ext cx="9144000" cy="4049075"/>
          </a:xfrm>
          <a:prstGeom prst="rect">
            <a:avLst/>
          </a:prstGeom>
        </p:spPr>
        <p:txBody>
          <a:bodyPr vert="horz" lIns="91440" tIns="45720" rIns="91440" bIns="45720" rtlCol="0">
            <a:normAutofit/>
          </a:bodyPr>
          <a:lstStyle>
            <a:lvl1pPr algn="ct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p:txBody>
      </p:sp>
      <p:sp>
        <p:nvSpPr>
          <p:cNvPr id="7" name="Titel 1">
            <a:extLst>
              <a:ext uri="{FF2B5EF4-FFF2-40B4-BE49-F238E27FC236}">
                <a16:creationId xmlns:a16="http://schemas.microsoft.com/office/drawing/2014/main" id="{8B67B015-C764-7133-C35D-E8B6290BA892}"/>
              </a:ext>
            </a:extLst>
          </p:cNvPr>
          <p:cNvSpPr txBox="1">
            <a:spLocks/>
          </p:cNvSpPr>
          <p:nvPr userDrawn="1"/>
        </p:nvSpPr>
        <p:spPr>
          <a:xfrm>
            <a:off x="929638" y="568963"/>
            <a:ext cx="10332720" cy="132556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0" kern="1200">
                <a:solidFill>
                  <a:schemeClr val="tx1"/>
                </a:solidFill>
                <a:latin typeface="+mj-lt"/>
                <a:ea typeface="+mj-ea"/>
                <a:cs typeface="+mj-cs"/>
              </a:defRPr>
            </a:lvl1pPr>
          </a:lstStyle>
          <a:p>
            <a:r>
              <a:rPr lang="de-DE"/>
              <a:t>Mastertitelformat bearbeiten</a:t>
            </a:r>
          </a:p>
        </p:txBody>
      </p:sp>
    </p:spTree>
    <p:extLst>
      <p:ext uri="{BB962C8B-B14F-4D97-AF65-F5344CB8AC3E}">
        <p14:creationId xmlns:p14="http://schemas.microsoft.com/office/powerpoint/2010/main" val="20819840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rennfolie4-mit-Logo">
    <p:spTree>
      <p:nvGrpSpPr>
        <p:cNvPr id="1" name=""/>
        <p:cNvGrpSpPr/>
        <p:nvPr/>
      </p:nvGrpSpPr>
      <p:grpSpPr>
        <a:xfrm>
          <a:off x="0" y="0"/>
          <a:ext cx="0" cy="0"/>
          <a:chOff x="0" y="0"/>
          <a:chExt cx="0" cy="0"/>
        </a:xfrm>
      </p:grpSpPr>
      <p:pic>
        <p:nvPicPr>
          <p:cNvPr id="3" name="Grafik 2" descr="Ein Bild, das Rechteck, Screenshot, Text, Design enthält.&#10;&#10;Automatisch generierte Beschreibung">
            <a:extLst>
              <a:ext uri="{FF2B5EF4-FFF2-40B4-BE49-F238E27FC236}">
                <a16:creationId xmlns:a16="http://schemas.microsoft.com/office/drawing/2014/main" id="{F20D5943-CFF3-BB0D-7D33-3A42265984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5" name="Textplatzhalter 2">
            <a:extLst>
              <a:ext uri="{FF2B5EF4-FFF2-40B4-BE49-F238E27FC236}">
                <a16:creationId xmlns:a16="http://schemas.microsoft.com/office/drawing/2014/main" id="{682D3866-9F63-50D4-4D5C-0C912AE63CE6}"/>
              </a:ext>
            </a:extLst>
          </p:cNvPr>
          <p:cNvSpPr>
            <a:spLocks noGrp="1"/>
          </p:cNvSpPr>
          <p:nvPr>
            <p:ph idx="12" hasCustomPrompt="1"/>
          </p:nvPr>
        </p:nvSpPr>
        <p:spPr>
          <a:xfrm>
            <a:off x="1523998" y="1894525"/>
            <a:ext cx="9144000" cy="3144200"/>
          </a:xfrm>
          <a:prstGeom prst="rect">
            <a:avLst/>
          </a:prstGeom>
        </p:spPr>
        <p:txBody>
          <a:bodyPr vert="horz" lIns="91440" tIns="45720" rIns="91440" bIns="45720" rtlCol="0">
            <a:normAutofit/>
          </a:bodyPr>
          <a:lstStyle>
            <a:lvl1pPr algn="ct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p:txBody>
      </p:sp>
      <p:pic>
        <p:nvPicPr>
          <p:cNvPr id="7" name="Grafik 6" descr="Ein Bild, das Grafiken, Schrift, Text, Grafikdesign enthält.&#10;&#10;Automatisch generierte Beschreibung">
            <a:extLst>
              <a:ext uri="{FF2B5EF4-FFF2-40B4-BE49-F238E27FC236}">
                <a16:creationId xmlns:a16="http://schemas.microsoft.com/office/drawing/2014/main" id="{67EE2E78-33FA-061D-58B7-4DD8E6C671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781727" y="5205356"/>
            <a:ext cx="2476146" cy="1083682"/>
          </a:xfrm>
          <a:prstGeom prst="rect">
            <a:avLst/>
          </a:prstGeom>
        </p:spPr>
      </p:pic>
      <p:sp>
        <p:nvSpPr>
          <p:cNvPr id="2" name="Titel 1">
            <a:extLst>
              <a:ext uri="{FF2B5EF4-FFF2-40B4-BE49-F238E27FC236}">
                <a16:creationId xmlns:a16="http://schemas.microsoft.com/office/drawing/2014/main" id="{ACB87A02-4997-DAF6-B211-4E76C8A1928C}"/>
              </a:ext>
            </a:extLst>
          </p:cNvPr>
          <p:cNvSpPr>
            <a:spLocks noGrp="1"/>
          </p:cNvSpPr>
          <p:nvPr>
            <p:ph type="title"/>
          </p:nvPr>
        </p:nvSpPr>
        <p:spPr>
          <a:xfrm>
            <a:off x="929638" y="568963"/>
            <a:ext cx="10332720" cy="1325562"/>
          </a:xfrm>
        </p:spPr>
        <p:txBody>
          <a:bodyPr/>
          <a:lstStyle>
            <a:lvl1pPr algn="ctr">
              <a:defRPr b="0">
                <a:solidFill>
                  <a:schemeClr val="tx1"/>
                </a:solidFill>
              </a:defRPr>
            </a:lvl1pPr>
          </a:lstStyle>
          <a:p>
            <a:r>
              <a:rPr lang="de-DE"/>
              <a:t>Mastertitelformat bearbeiten</a:t>
            </a:r>
          </a:p>
        </p:txBody>
      </p:sp>
    </p:spTree>
    <p:extLst>
      <p:ext uri="{BB962C8B-B14F-4D97-AF65-F5344CB8AC3E}">
        <p14:creationId xmlns:p14="http://schemas.microsoft.com/office/powerpoint/2010/main" val="63751982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nhalt3">
    <p:spTree>
      <p:nvGrpSpPr>
        <p:cNvPr id="1" name=""/>
        <p:cNvGrpSpPr/>
        <p:nvPr/>
      </p:nvGrpSpPr>
      <p:grpSpPr>
        <a:xfrm>
          <a:off x="0" y="0"/>
          <a:ext cx="0" cy="0"/>
          <a:chOff x="0" y="0"/>
          <a:chExt cx="0" cy="0"/>
        </a:xfrm>
      </p:grpSpPr>
      <p:pic>
        <p:nvPicPr>
          <p:cNvPr id="3" name="Grafik 2" descr="Ein Bild, das Rechteck, Screenshot, Grün, Farbigkeit enthält.&#10;&#10;Automatisch generierte Beschreibung">
            <a:extLst>
              <a:ext uri="{FF2B5EF4-FFF2-40B4-BE49-F238E27FC236}">
                <a16:creationId xmlns:a16="http://schemas.microsoft.com/office/drawing/2014/main" id="{38FDFE06-BCCB-6DF8-2B91-4A443E36D4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Inhaltsplatzhalter 2">
            <a:extLst>
              <a:ext uri="{FF2B5EF4-FFF2-40B4-BE49-F238E27FC236}">
                <a16:creationId xmlns:a16="http://schemas.microsoft.com/office/drawing/2014/main" id="{A16BC54A-4D4E-3CA4-99BC-A8EF9E493555}"/>
              </a:ext>
            </a:extLst>
          </p:cNvPr>
          <p:cNvSpPr>
            <a:spLocks noGrp="1"/>
          </p:cNvSpPr>
          <p:nvPr>
            <p:ph idx="1"/>
          </p:nvPr>
        </p:nvSpPr>
        <p:spPr>
          <a:xfrm>
            <a:off x="640080" y="640080"/>
            <a:ext cx="5252720" cy="5577840"/>
          </a:xfrm>
        </p:spPr>
        <p:txBody>
          <a:bodyPr/>
          <a:lstStyle>
            <a:lvl1pPr marL="0" indent="0">
              <a:buNone/>
              <a:defRPr>
                <a:solidFill>
                  <a:schemeClr val="bg1"/>
                </a:solidFill>
              </a:defRPr>
            </a:lvl1pPr>
          </a:lstStyle>
          <a:p>
            <a:pPr lvl="0"/>
            <a:r>
              <a:rPr lang="de-DE"/>
              <a:t>Mastertextformat bearbeiten</a:t>
            </a:r>
          </a:p>
        </p:txBody>
      </p:sp>
      <p:sp>
        <p:nvSpPr>
          <p:cNvPr id="7" name="Titel 1">
            <a:extLst>
              <a:ext uri="{FF2B5EF4-FFF2-40B4-BE49-F238E27FC236}">
                <a16:creationId xmlns:a16="http://schemas.microsoft.com/office/drawing/2014/main" id="{4FA16299-CA41-4896-BC16-6E7FBB8BBCEA}"/>
              </a:ext>
            </a:extLst>
          </p:cNvPr>
          <p:cNvSpPr>
            <a:spLocks noGrp="1"/>
          </p:cNvSpPr>
          <p:nvPr>
            <p:ph type="title"/>
          </p:nvPr>
        </p:nvSpPr>
        <p:spPr>
          <a:xfrm>
            <a:off x="6532880" y="640080"/>
            <a:ext cx="5090160" cy="1417320"/>
          </a:xfrm>
        </p:spPr>
        <p:txBody>
          <a:bodyPr anchor="t"/>
          <a:lstStyle>
            <a:lvl1pPr>
              <a:defRPr sz="3200"/>
            </a:lvl1pPr>
          </a:lstStyle>
          <a:p>
            <a:r>
              <a:rPr lang="de-DE"/>
              <a:t>Mastertitelformat bearbeiten</a:t>
            </a:r>
          </a:p>
        </p:txBody>
      </p:sp>
      <p:sp>
        <p:nvSpPr>
          <p:cNvPr id="8" name="Textplatzhalter 3">
            <a:extLst>
              <a:ext uri="{FF2B5EF4-FFF2-40B4-BE49-F238E27FC236}">
                <a16:creationId xmlns:a16="http://schemas.microsoft.com/office/drawing/2014/main" id="{ECB3F8B0-CDF0-293A-6998-3BF5F797A842}"/>
              </a:ext>
            </a:extLst>
          </p:cNvPr>
          <p:cNvSpPr>
            <a:spLocks noGrp="1"/>
          </p:cNvSpPr>
          <p:nvPr>
            <p:ph type="body" sz="half" idx="2"/>
          </p:nvPr>
        </p:nvSpPr>
        <p:spPr>
          <a:xfrm>
            <a:off x="6532880" y="2057400"/>
            <a:ext cx="5090160"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4735741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nhalt4">
    <p:spTree>
      <p:nvGrpSpPr>
        <p:cNvPr id="1" name=""/>
        <p:cNvGrpSpPr/>
        <p:nvPr/>
      </p:nvGrpSpPr>
      <p:grpSpPr>
        <a:xfrm>
          <a:off x="0" y="0"/>
          <a:ext cx="0" cy="0"/>
          <a:chOff x="0" y="0"/>
          <a:chExt cx="0" cy="0"/>
        </a:xfrm>
      </p:grpSpPr>
      <p:pic>
        <p:nvPicPr>
          <p:cNvPr id="3" name="Grafik 2" descr="Ein Bild, das Rechteck, Farbigkeit, Screenshot, Grün enthält.&#10;&#10;Automatisch generierte Beschreibung">
            <a:extLst>
              <a:ext uri="{FF2B5EF4-FFF2-40B4-BE49-F238E27FC236}">
                <a16:creationId xmlns:a16="http://schemas.microsoft.com/office/drawing/2014/main" id="{CEEE3F66-D788-9C08-CEEA-EB7270F3C2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7" name="Inhaltsplatzhalter 2">
            <a:extLst>
              <a:ext uri="{FF2B5EF4-FFF2-40B4-BE49-F238E27FC236}">
                <a16:creationId xmlns:a16="http://schemas.microsoft.com/office/drawing/2014/main" id="{CBA65198-70EF-D98E-FCE3-3EB7F3115731}"/>
              </a:ext>
            </a:extLst>
          </p:cNvPr>
          <p:cNvSpPr>
            <a:spLocks noGrp="1"/>
          </p:cNvSpPr>
          <p:nvPr>
            <p:ph idx="1"/>
          </p:nvPr>
        </p:nvSpPr>
        <p:spPr>
          <a:xfrm>
            <a:off x="6370320" y="640080"/>
            <a:ext cx="5110480" cy="5577840"/>
          </a:xfrm>
        </p:spPr>
        <p:txBody>
          <a:bodyPr/>
          <a:lstStyle>
            <a:lvl1pPr marL="0" indent="0">
              <a:buNone/>
              <a:defRPr>
                <a:solidFill>
                  <a:schemeClr val="bg1"/>
                </a:solidFill>
              </a:defRPr>
            </a:lvl1pPr>
          </a:lstStyle>
          <a:p>
            <a:pPr lvl="0"/>
            <a:r>
              <a:rPr lang="de-DE"/>
              <a:t>Mastertextformat bearbeiten</a:t>
            </a:r>
          </a:p>
        </p:txBody>
      </p:sp>
      <p:sp>
        <p:nvSpPr>
          <p:cNvPr id="8" name="Titel 1">
            <a:extLst>
              <a:ext uri="{FF2B5EF4-FFF2-40B4-BE49-F238E27FC236}">
                <a16:creationId xmlns:a16="http://schemas.microsoft.com/office/drawing/2014/main" id="{AA509297-2D1E-7606-EBE8-14BFE68331E2}"/>
              </a:ext>
            </a:extLst>
          </p:cNvPr>
          <p:cNvSpPr>
            <a:spLocks noGrp="1"/>
          </p:cNvSpPr>
          <p:nvPr>
            <p:ph type="title"/>
          </p:nvPr>
        </p:nvSpPr>
        <p:spPr>
          <a:xfrm>
            <a:off x="497840" y="1490726"/>
            <a:ext cx="5242560" cy="1297178"/>
          </a:xfrm>
        </p:spPr>
        <p:txBody>
          <a:bodyPr anchor="t"/>
          <a:lstStyle>
            <a:lvl1pPr>
              <a:defRPr sz="3200"/>
            </a:lvl1pPr>
          </a:lstStyle>
          <a:p>
            <a:r>
              <a:rPr lang="de-DE"/>
              <a:t>Mastertitelformat bearbeiten</a:t>
            </a:r>
          </a:p>
        </p:txBody>
      </p:sp>
      <p:sp>
        <p:nvSpPr>
          <p:cNvPr id="9" name="Textplatzhalter 3">
            <a:extLst>
              <a:ext uri="{FF2B5EF4-FFF2-40B4-BE49-F238E27FC236}">
                <a16:creationId xmlns:a16="http://schemas.microsoft.com/office/drawing/2014/main" id="{CAF2219D-A666-2479-4A55-F3BED778A577}"/>
              </a:ext>
            </a:extLst>
          </p:cNvPr>
          <p:cNvSpPr>
            <a:spLocks noGrp="1"/>
          </p:cNvSpPr>
          <p:nvPr>
            <p:ph type="body" sz="half" idx="2"/>
          </p:nvPr>
        </p:nvSpPr>
        <p:spPr>
          <a:xfrm>
            <a:off x="914400" y="3429000"/>
            <a:ext cx="4826000" cy="27889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pic>
        <p:nvPicPr>
          <p:cNvPr id="2" name="Grafik 1" descr="Ein Bild, das Grafiken, Schrift, Text, Grafikdesign enthält.&#10;&#10;Automatisch generierte Beschreibung">
            <a:extLst>
              <a:ext uri="{FF2B5EF4-FFF2-40B4-BE49-F238E27FC236}">
                <a16:creationId xmlns:a16="http://schemas.microsoft.com/office/drawing/2014/main" id="{AD03AEAB-70B9-B013-6A24-AF04F2FE2C7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47087" y="203014"/>
            <a:ext cx="2476146" cy="1083682"/>
          </a:xfrm>
          <a:prstGeom prst="rect">
            <a:avLst/>
          </a:prstGeom>
        </p:spPr>
      </p:pic>
    </p:spTree>
    <p:extLst>
      <p:ext uri="{BB962C8B-B14F-4D97-AF65-F5344CB8AC3E}">
        <p14:creationId xmlns:p14="http://schemas.microsoft.com/office/powerpoint/2010/main" val="375511255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nhalt5">
    <p:spTree>
      <p:nvGrpSpPr>
        <p:cNvPr id="1" name=""/>
        <p:cNvGrpSpPr/>
        <p:nvPr/>
      </p:nvGrpSpPr>
      <p:grpSpPr>
        <a:xfrm>
          <a:off x="0" y="0"/>
          <a:ext cx="0" cy="0"/>
          <a:chOff x="0" y="0"/>
          <a:chExt cx="0" cy="0"/>
        </a:xfrm>
      </p:grpSpPr>
      <p:pic>
        <p:nvPicPr>
          <p:cNvPr id="3" name="Grafik 2" descr="Ein Bild, das Rechteck, Screenshot, Grün, Farbigkeit enthält.&#10;&#10;Automatisch generierte Beschreibung">
            <a:extLst>
              <a:ext uri="{FF2B5EF4-FFF2-40B4-BE49-F238E27FC236}">
                <a16:creationId xmlns:a16="http://schemas.microsoft.com/office/drawing/2014/main" id="{4900CEC2-4AC7-74A8-C4DF-81E0743B13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Inhaltsplatzhalter 2">
            <a:extLst>
              <a:ext uri="{FF2B5EF4-FFF2-40B4-BE49-F238E27FC236}">
                <a16:creationId xmlns:a16="http://schemas.microsoft.com/office/drawing/2014/main" id="{D6AA956C-8AA6-8A68-3B11-DAC8F0EF966E}"/>
              </a:ext>
            </a:extLst>
          </p:cNvPr>
          <p:cNvSpPr>
            <a:spLocks noGrp="1"/>
          </p:cNvSpPr>
          <p:nvPr>
            <p:ph idx="1"/>
          </p:nvPr>
        </p:nvSpPr>
        <p:spPr>
          <a:xfrm>
            <a:off x="6370320" y="640080"/>
            <a:ext cx="5110480" cy="5577840"/>
          </a:xfrm>
        </p:spPr>
        <p:txBody>
          <a:bodyPr/>
          <a:lstStyle>
            <a:lvl1pPr marL="0" indent="0">
              <a:buNone/>
              <a:defRPr>
                <a:solidFill>
                  <a:schemeClr val="bg1"/>
                </a:solidFill>
              </a:defRPr>
            </a:lvl1pPr>
          </a:lstStyle>
          <a:p>
            <a:pPr lvl="0"/>
            <a:r>
              <a:rPr lang="de-DE"/>
              <a:t>Mastertextformat bearbeiten</a:t>
            </a:r>
          </a:p>
        </p:txBody>
      </p:sp>
      <p:sp>
        <p:nvSpPr>
          <p:cNvPr id="5" name="Titel 1">
            <a:extLst>
              <a:ext uri="{FF2B5EF4-FFF2-40B4-BE49-F238E27FC236}">
                <a16:creationId xmlns:a16="http://schemas.microsoft.com/office/drawing/2014/main" id="{6601344A-4279-85FE-7B30-ACAAADAA311C}"/>
              </a:ext>
            </a:extLst>
          </p:cNvPr>
          <p:cNvSpPr>
            <a:spLocks noGrp="1"/>
          </p:cNvSpPr>
          <p:nvPr>
            <p:ph type="title"/>
          </p:nvPr>
        </p:nvSpPr>
        <p:spPr>
          <a:xfrm>
            <a:off x="629920" y="640080"/>
            <a:ext cx="5110480" cy="1417320"/>
          </a:xfrm>
        </p:spPr>
        <p:txBody>
          <a:bodyPr anchor="t"/>
          <a:lstStyle>
            <a:lvl1pPr>
              <a:defRPr sz="3200"/>
            </a:lvl1pPr>
          </a:lstStyle>
          <a:p>
            <a:r>
              <a:rPr lang="de-DE"/>
              <a:t>Mastertitelformat bearbeiten</a:t>
            </a:r>
          </a:p>
        </p:txBody>
      </p:sp>
      <p:sp>
        <p:nvSpPr>
          <p:cNvPr id="6" name="Textplatzhalter 3">
            <a:extLst>
              <a:ext uri="{FF2B5EF4-FFF2-40B4-BE49-F238E27FC236}">
                <a16:creationId xmlns:a16="http://schemas.microsoft.com/office/drawing/2014/main" id="{969651F2-632B-323F-0210-E6358726BE20}"/>
              </a:ext>
            </a:extLst>
          </p:cNvPr>
          <p:cNvSpPr>
            <a:spLocks noGrp="1"/>
          </p:cNvSpPr>
          <p:nvPr>
            <p:ph type="body" sz="half" idx="2"/>
          </p:nvPr>
        </p:nvSpPr>
        <p:spPr>
          <a:xfrm>
            <a:off x="629920" y="2057400"/>
            <a:ext cx="5110480"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324761775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nhalt6">
    <p:spTree>
      <p:nvGrpSpPr>
        <p:cNvPr id="1" name=""/>
        <p:cNvGrpSpPr/>
        <p:nvPr/>
      </p:nvGrpSpPr>
      <p:grpSpPr>
        <a:xfrm>
          <a:off x="0" y="0"/>
          <a:ext cx="0" cy="0"/>
          <a:chOff x="0" y="0"/>
          <a:chExt cx="0" cy="0"/>
        </a:xfrm>
      </p:grpSpPr>
      <p:pic>
        <p:nvPicPr>
          <p:cNvPr id="3" name="Grafik 2" descr="Ein Bild, das Rechteck, Screenshot, Quadrat, Design enthält.&#10;&#10;Automatisch generierte Beschreibung">
            <a:extLst>
              <a:ext uri="{FF2B5EF4-FFF2-40B4-BE49-F238E27FC236}">
                <a16:creationId xmlns:a16="http://schemas.microsoft.com/office/drawing/2014/main" id="{65BAA06C-0933-06E2-08F5-2561150C088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Inhaltsplatzhalter 2">
            <a:extLst>
              <a:ext uri="{FF2B5EF4-FFF2-40B4-BE49-F238E27FC236}">
                <a16:creationId xmlns:a16="http://schemas.microsoft.com/office/drawing/2014/main" id="{B833EA10-036C-43A8-2A99-CA252899FEBC}"/>
              </a:ext>
            </a:extLst>
          </p:cNvPr>
          <p:cNvSpPr>
            <a:spLocks noGrp="1"/>
          </p:cNvSpPr>
          <p:nvPr>
            <p:ph idx="1"/>
          </p:nvPr>
        </p:nvSpPr>
        <p:spPr>
          <a:xfrm>
            <a:off x="619760" y="640080"/>
            <a:ext cx="4836160" cy="5577840"/>
          </a:xfrm>
        </p:spPr>
        <p:txBody>
          <a:bodyPr/>
          <a:lstStyle>
            <a:lvl1pPr marL="0" indent="0">
              <a:buNone/>
              <a:defRPr/>
            </a:lvl1pPr>
          </a:lstStyle>
          <a:p>
            <a:pPr lvl="0"/>
            <a:r>
              <a:rPr lang="de-DE"/>
              <a:t>Mastertextformat bearbeiten</a:t>
            </a:r>
          </a:p>
        </p:txBody>
      </p:sp>
      <p:sp>
        <p:nvSpPr>
          <p:cNvPr id="5" name="Foliennummernplatzhalter 15">
            <a:extLst>
              <a:ext uri="{FF2B5EF4-FFF2-40B4-BE49-F238E27FC236}">
                <a16:creationId xmlns:a16="http://schemas.microsoft.com/office/drawing/2014/main" id="{12279F34-6012-3097-C35F-58314D97B43B}"/>
              </a:ext>
            </a:extLst>
          </p:cNvPr>
          <p:cNvSpPr txBox="1">
            <a:spLocks/>
          </p:cNvSpPr>
          <p:nvPr userDrawn="1"/>
        </p:nvSpPr>
        <p:spPr>
          <a:xfrm>
            <a:off x="11200476" y="3429000"/>
            <a:ext cx="560647"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a:p>
        </p:txBody>
      </p:sp>
      <p:sp>
        <p:nvSpPr>
          <p:cNvPr id="6" name="Titel 1">
            <a:extLst>
              <a:ext uri="{FF2B5EF4-FFF2-40B4-BE49-F238E27FC236}">
                <a16:creationId xmlns:a16="http://schemas.microsoft.com/office/drawing/2014/main" id="{87B2645C-1B8C-8D33-9E85-1D134ADF5BDC}"/>
              </a:ext>
            </a:extLst>
          </p:cNvPr>
          <p:cNvSpPr>
            <a:spLocks noGrp="1"/>
          </p:cNvSpPr>
          <p:nvPr>
            <p:ph type="title"/>
          </p:nvPr>
        </p:nvSpPr>
        <p:spPr>
          <a:xfrm>
            <a:off x="6857841" y="457200"/>
            <a:ext cx="3932237" cy="1600200"/>
          </a:xfrm>
        </p:spPr>
        <p:txBody>
          <a:bodyPr anchor="t"/>
          <a:lstStyle>
            <a:lvl1pPr>
              <a:defRPr sz="3200"/>
            </a:lvl1pPr>
          </a:lstStyle>
          <a:p>
            <a:r>
              <a:rPr lang="de-DE"/>
              <a:t>Mastertitelformat bearbeiten</a:t>
            </a:r>
          </a:p>
        </p:txBody>
      </p:sp>
      <p:sp>
        <p:nvSpPr>
          <p:cNvPr id="7" name="Textplatzhalter 3">
            <a:extLst>
              <a:ext uri="{FF2B5EF4-FFF2-40B4-BE49-F238E27FC236}">
                <a16:creationId xmlns:a16="http://schemas.microsoft.com/office/drawing/2014/main" id="{8AE8F366-FFE1-BFA4-BA48-34A4BE4D1860}"/>
              </a:ext>
            </a:extLst>
          </p:cNvPr>
          <p:cNvSpPr>
            <a:spLocks noGrp="1"/>
          </p:cNvSpPr>
          <p:nvPr>
            <p:ph type="body" sz="half" idx="2"/>
          </p:nvPr>
        </p:nvSpPr>
        <p:spPr>
          <a:xfrm>
            <a:off x="6857841" y="2057400"/>
            <a:ext cx="3932237"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8912972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nhalt7">
    <p:spTree>
      <p:nvGrpSpPr>
        <p:cNvPr id="1" name=""/>
        <p:cNvGrpSpPr/>
        <p:nvPr/>
      </p:nvGrpSpPr>
      <p:grpSpPr>
        <a:xfrm>
          <a:off x="0" y="0"/>
          <a:ext cx="0" cy="0"/>
          <a:chOff x="0" y="0"/>
          <a:chExt cx="0" cy="0"/>
        </a:xfrm>
      </p:grpSpPr>
      <p:pic>
        <p:nvPicPr>
          <p:cNvPr id="4" name="Grafik 3" descr="Ein Bild, das Rechteck, Screenshot, Quadrat, Design enthält.&#10;&#10;Automatisch generierte Beschreibung">
            <a:extLst>
              <a:ext uri="{FF2B5EF4-FFF2-40B4-BE49-F238E27FC236}">
                <a16:creationId xmlns:a16="http://schemas.microsoft.com/office/drawing/2014/main" id="{3D3A8490-08B8-D489-EAF5-C72F7F2E62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5" name="Inhaltsplatzhalter 2">
            <a:extLst>
              <a:ext uri="{FF2B5EF4-FFF2-40B4-BE49-F238E27FC236}">
                <a16:creationId xmlns:a16="http://schemas.microsoft.com/office/drawing/2014/main" id="{5C959901-AF38-0DA8-BEFA-CAC8F05EDD41}"/>
              </a:ext>
            </a:extLst>
          </p:cNvPr>
          <p:cNvSpPr>
            <a:spLocks noGrp="1"/>
          </p:cNvSpPr>
          <p:nvPr>
            <p:ph idx="1"/>
          </p:nvPr>
        </p:nvSpPr>
        <p:spPr>
          <a:xfrm>
            <a:off x="6725920" y="640080"/>
            <a:ext cx="4836160" cy="5577840"/>
          </a:xfrm>
        </p:spPr>
        <p:txBody>
          <a:bodyPr/>
          <a:lstStyle>
            <a:lvl1pPr marL="0" indent="0">
              <a:buNone/>
              <a:defRPr/>
            </a:lvl1pPr>
          </a:lstStyle>
          <a:p>
            <a:pPr lvl="0"/>
            <a:r>
              <a:rPr lang="de-DE"/>
              <a:t>Mastertextformat bearbeiten</a:t>
            </a:r>
          </a:p>
        </p:txBody>
      </p:sp>
      <p:sp>
        <p:nvSpPr>
          <p:cNvPr id="6" name="Foliennummernplatzhalter 15">
            <a:extLst>
              <a:ext uri="{FF2B5EF4-FFF2-40B4-BE49-F238E27FC236}">
                <a16:creationId xmlns:a16="http://schemas.microsoft.com/office/drawing/2014/main" id="{6F8F3A60-A9FF-DDE6-D9E9-5A4DDB43B0D7}"/>
              </a:ext>
            </a:extLst>
          </p:cNvPr>
          <p:cNvSpPr txBox="1">
            <a:spLocks/>
          </p:cNvSpPr>
          <p:nvPr userDrawn="1"/>
        </p:nvSpPr>
        <p:spPr>
          <a:xfrm>
            <a:off x="386080" y="3429000"/>
            <a:ext cx="560647" cy="517379"/>
          </a:xfrm>
          <a:prstGeom prst="rect">
            <a:avLst/>
          </a:prstGeom>
        </p:spPr>
        <p:txBody>
          <a:bodyPr vert="horz" lIns="91440" tIns="45720" rIns="91440" bIns="45720" rtlCol="0" anchor="ctr"/>
          <a:lstStyle>
            <a:defPPr>
              <a:defRPr lang="de-DE"/>
            </a:defPPr>
            <a:lvl1pPr marL="0" algn="r" defTabSz="914400" rtl="0" eaLnBrk="1" latinLnBrk="0" hangingPunct="1">
              <a:defRPr lang="de-DE" sz="120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8DA9DAA-006C-4F4B-980E-E3DF019B24E2}" type="slidenum">
              <a:rPr lang="de-DE" sz="1600" b="1" smtClean="0"/>
              <a:pPr algn="ctr"/>
              <a:t>‹Nr.›</a:t>
            </a:fld>
            <a:endParaRPr lang="de-DE" b="1"/>
          </a:p>
        </p:txBody>
      </p:sp>
      <p:sp>
        <p:nvSpPr>
          <p:cNvPr id="7" name="Titel 1">
            <a:extLst>
              <a:ext uri="{FF2B5EF4-FFF2-40B4-BE49-F238E27FC236}">
                <a16:creationId xmlns:a16="http://schemas.microsoft.com/office/drawing/2014/main" id="{98C2EAA4-7F7A-55CC-2BDF-A8224BEF71EF}"/>
              </a:ext>
            </a:extLst>
          </p:cNvPr>
          <p:cNvSpPr>
            <a:spLocks noGrp="1"/>
          </p:cNvSpPr>
          <p:nvPr>
            <p:ph type="title"/>
          </p:nvPr>
        </p:nvSpPr>
        <p:spPr>
          <a:xfrm>
            <a:off x="1396842" y="457200"/>
            <a:ext cx="3932237" cy="1600200"/>
          </a:xfrm>
        </p:spPr>
        <p:txBody>
          <a:bodyPr anchor="t"/>
          <a:lstStyle>
            <a:lvl1pPr>
              <a:defRPr sz="3200"/>
            </a:lvl1pPr>
          </a:lstStyle>
          <a:p>
            <a:r>
              <a:rPr lang="de-DE"/>
              <a:t>Mastertitelformat bearbeiten</a:t>
            </a:r>
          </a:p>
        </p:txBody>
      </p:sp>
      <p:sp>
        <p:nvSpPr>
          <p:cNvPr id="8" name="Textplatzhalter 3">
            <a:extLst>
              <a:ext uri="{FF2B5EF4-FFF2-40B4-BE49-F238E27FC236}">
                <a16:creationId xmlns:a16="http://schemas.microsoft.com/office/drawing/2014/main" id="{EEBFBB03-92B7-BFBB-FFD3-6142EDAA0A5E}"/>
              </a:ext>
            </a:extLst>
          </p:cNvPr>
          <p:cNvSpPr>
            <a:spLocks noGrp="1"/>
          </p:cNvSpPr>
          <p:nvPr>
            <p:ph type="body" sz="half" idx="2"/>
          </p:nvPr>
        </p:nvSpPr>
        <p:spPr>
          <a:xfrm>
            <a:off x="1396842" y="2057400"/>
            <a:ext cx="3932237" cy="41605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34806702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128854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ogo-klein">
    <p:spTree>
      <p:nvGrpSpPr>
        <p:cNvPr id="1" name=""/>
        <p:cNvGrpSpPr/>
        <p:nvPr/>
      </p:nvGrpSpPr>
      <p:grpSpPr>
        <a:xfrm>
          <a:off x="0" y="0"/>
          <a:ext cx="0" cy="0"/>
          <a:chOff x="0" y="0"/>
          <a:chExt cx="0" cy="0"/>
        </a:xfrm>
      </p:grpSpPr>
      <p:pic>
        <p:nvPicPr>
          <p:cNvPr id="4" name="Grafik 3" descr="Ein Bild, das Grafiken, Schrift, Text, Grafikdesign enthält.&#10;&#10;Automatisch generierte Beschreibung">
            <a:extLst>
              <a:ext uri="{FF2B5EF4-FFF2-40B4-BE49-F238E27FC236}">
                <a16:creationId xmlns:a16="http://schemas.microsoft.com/office/drawing/2014/main" id="{222673D9-6131-E5AC-47F3-D794CCC142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81727" y="5205356"/>
            <a:ext cx="2476146" cy="1083682"/>
          </a:xfrm>
          <a:prstGeom prst="rect">
            <a:avLst/>
          </a:prstGeom>
        </p:spPr>
      </p:pic>
    </p:spTree>
    <p:extLst>
      <p:ext uri="{BB962C8B-B14F-4D97-AF65-F5344CB8AC3E}">
        <p14:creationId xmlns:p14="http://schemas.microsoft.com/office/powerpoint/2010/main" val="293960283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Logo-groß">
    <p:spTree>
      <p:nvGrpSpPr>
        <p:cNvPr id="1" name=""/>
        <p:cNvGrpSpPr/>
        <p:nvPr/>
      </p:nvGrpSpPr>
      <p:grpSpPr>
        <a:xfrm>
          <a:off x="0" y="0"/>
          <a:ext cx="0" cy="0"/>
          <a:chOff x="0" y="0"/>
          <a:chExt cx="0" cy="0"/>
        </a:xfrm>
      </p:grpSpPr>
      <p:pic>
        <p:nvPicPr>
          <p:cNvPr id="3" name="Grafik 2" descr="Ein Bild, das Grafiken, Schrift, Text, Grafikdesign enthält.&#10;&#10;Automatisch generierte Beschreibung">
            <a:extLst>
              <a:ext uri="{FF2B5EF4-FFF2-40B4-BE49-F238E27FC236}">
                <a16:creationId xmlns:a16="http://schemas.microsoft.com/office/drawing/2014/main" id="{024BB557-6B41-C1DC-24AD-8CEA186BA0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6475" y="1455416"/>
            <a:ext cx="9019050" cy="3947168"/>
          </a:xfrm>
          <a:prstGeom prst="rect">
            <a:avLst/>
          </a:prstGeom>
        </p:spPr>
      </p:pic>
    </p:spTree>
    <p:extLst>
      <p:ext uri="{BB962C8B-B14F-4D97-AF65-F5344CB8AC3E}">
        <p14:creationId xmlns:p14="http://schemas.microsoft.com/office/powerpoint/2010/main" val="27727606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Endfolie">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a:t>[Verabschiedungstext]</a:t>
            </a:r>
          </a:p>
        </p:txBody>
      </p:sp>
    </p:spTree>
    <p:extLst>
      <p:ext uri="{BB962C8B-B14F-4D97-AF65-F5344CB8AC3E}">
        <p14:creationId xmlns:p14="http://schemas.microsoft.com/office/powerpoint/2010/main" val="9311443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Endfolie-Logo">
    <p:spTree>
      <p:nvGrpSpPr>
        <p:cNvPr id="1" name=""/>
        <p:cNvGrpSpPr/>
        <p:nvPr/>
      </p:nvGrpSpPr>
      <p:grpSpPr>
        <a:xfrm>
          <a:off x="0" y="0"/>
          <a:ext cx="0" cy="0"/>
          <a:chOff x="0" y="0"/>
          <a:chExt cx="0" cy="0"/>
        </a:xfrm>
      </p:grpSpPr>
      <p:pic>
        <p:nvPicPr>
          <p:cNvPr id="5" name="Grafik 4" descr="Ein Bild, das Farbigkeit, Grafiken, Grün, Screenshot enthält.&#10;&#10;Automatisch generierte Beschreibung">
            <a:extLst>
              <a:ext uri="{FF2B5EF4-FFF2-40B4-BE49-F238E27FC236}">
                <a16:creationId xmlns:a16="http://schemas.microsoft.com/office/drawing/2014/main" id="{A8A1C50E-8883-82E5-75D2-3B6BB2CC6C8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1016"/>
            <a:ext cx="12192000" cy="6860032"/>
          </a:xfrm>
          <a:prstGeom prst="rect">
            <a:avLst/>
          </a:prstGeom>
        </p:spPr>
      </p:pic>
      <p:sp>
        <p:nvSpPr>
          <p:cNvPr id="4" name="Titelplatzhalter 1">
            <a:extLst>
              <a:ext uri="{FF2B5EF4-FFF2-40B4-BE49-F238E27FC236}">
                <a16:creationId xmlns:a16="http://schemas.microsoft.com/office/drawing/2014/main" id="{1F549EB2-8D6E-C2E3-F2E0-F248DB901039}"/>
              </a:ext>
            </a:extLst>
          </p:cNvPr>
          <p:cNvSpPr>
            <a:spLocks noGrp="1"/>
          </p:cNvSpPr>
          <p:nvPr>
            <p:ph type="title" hasCustomPrompt="1"/>
          </p:nvPr>
        </p:nvSpPr>
        <p:spPr>
          <a:xfrm>
            <a:off x="640080" y="568961"/>
            <a:ext cx="10759440" cy="5720078"/>
          </a:xfrm>
          <a:prstGeom prst="rect">
            <a:avLst/>
          </a:prstGeom>
        </p:spPr>
        <p:txBody>
          <a:bodyPr vert="horz" lIns="91440" tIns="45720" rIns="91440" bIns="45720" rtlCol="0" anchor="ctr">
            <a:normAutofit/>
          </a:bodyPr>
          <a:lstStyle>
            <a:lvl1pPr algn="ctr">
              <a:defRPr>
                <a:solidFill>
                  <a:schemeClr val="bg1"/>
                </a:solidFill>
              </a:defRPr>
            </a:lvl1pPr>
          </a:lstStyle>
          <a:p>
            <a:r>
              <a:rPr lang="de-DE"/>
              <a:t>[Verabschiedungstext]</a:t>
            </a:r>
          </a:p>
        </p:txBody>
      </p:sp>
      <p:pic>
        <p:nvPicPr>
          <p:cNvPr id="2" name="Grafik 1">
            <a:extLst>
              <a:ext uri="{FF2B5EF4-FFF2-40B4-BE49-F238E27FC236}">
                <a16:creationId xmlns:a16="http://schemas.microsoft.com/office/drawing/2014/main" id="{A2095471-BB94-B5F3-2DDD-B47867B8F28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85472" y="5391405"/>
            <a:ext cx="3021056" cy="3505200"/>
          </a:xfrm>
          <a:prstGeom prst="rect">
            <a:avLst/>
          </a:prstGeom>
        </p:spPr>
      </p:pic>
    </p:spTree>
    <p:extLst>
      <p:ext uri="{BB962C8B-B14F-4D97-AF65-F5344CB8AC3E}">
        <p14:creationId xmlns:p14="http://schemas.microsoft.com/office/powerpoint/2010/main" val="4778535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tags" Target="../tags/tag2.xml"/><Relationship Id="rId10" Type="http://schemas.openxmlformats.org/officeDocument/2006/relationships/oleObject" Target="../embeddings/oleObject1.bin"/><Relationship Id="rId11"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slideLayout" Target="../slideLayouts/slideLayout16.xml"/><Relationship Id="rId10" Type="http://schemas.openxmlformats.org/officeDocument/2006/relationships/slideLayout" Target="../slideLayouts/slideLayout17.xml"/><Relationship Id="rId11" Type="http://schemas.openxmlformats.org/officeDocument/2006/relationships/slideLayout" Target="../slideLayouts/slideLayout18.xml"/><Relationship Id="rId12" Type="http://schemas.openxmlformats.org/officeDocument/2006/relationships/slideLayout" Target="../slideLayouts/slideLayout19.xml"/><Relationship Id="rId13" Type="http://schemas.openxmlformats.org/officeDocument/2006/relationships/slideLayout" Target="../slideLayouts/slideLayout20.xml"/><Relationship Id="rId14" Type="http://schemas.openxmlformats.org/officeDocument/2006/relationships/slideLayout" Target="../slideLayouts/slideLayout21.xml"/><Relationship Id="rId15" Type="http://schemas.openxmlformats.org/officeDocument/2006/relationships/slideLayout" Target="../slideLayouts/slideLayout22.xml"/><Relationship Id="rId16" Type="http://schemas.openxmlformats.org/officeDocument/2006/relationships/slideLayout" Target="../slideLayouts/slideLayout23.xml"/><Relationship Id="rId17" Type="http://schemas.openxmlformats.org/officeDocument/2006/relationships/slideLayout" Target="../slideLayouts/slideLayout24.xml"/><Relationship Id="rId18" Type="http://schemas.openxmlformats.org/officeDocument/2006/relationships/slideLayout" Target="../slideLayouts/slideLayout25.xml"/><Relationship Id="rId19" Type="http://schemas.openxmlformats.org/officeDocument/2006/relationships/slideLayout" Target="../slideLayouts/slideLayout26.xml"/><Relationship Id="rId20" Type="http://schemas.openxmlformats.org/officeDocument/2006/relationships/slideLayout" Target="../slideLayouts/slideLayout27.xml"/><Relationship Id="rId21" Type="http://schemas.openxmlformats.org/officeDocument/2006/relationships/slideLayout" Target="../slideLayouts/slideLayout28.xml"/><Relationship Id="rId22" Type="http://schemas.openxmlformats.org/officeDocument/2006/relationships/slideLayout" Target="../slideLayouts/slideLayout29.xml"/><Relationship Id="rId23" Type="http://schemas.openxmlformats.org/officeDocument/2006/relationships/slideLayout" Target="../slideLayouts/slideLayout30.xml"/><Relationship Id="rId24" Type="http://schemas.openxmlformats.org/officeDocument/2006/relationships/slideLayout" Target="../slideLayouts/slideLayout31.xml"/><Relationship Id="rId25" Type="http://schemas.openxmlformats.org/officeDocument/2006/relationships/theme" Target="../theme/theme2.xml"/><Relationship Id="rId26" Type="http://schemas.openxmlformats.org/officeDocument/2006/relationships/tags" Target="../tags/tag3.xml"/><Relationship Id="rId27" Type="http://schemas.openxmlformats.org/officeDocument/2006/relationships/oleObject" Target="../embeddings/oleObject2.bin"/><Relationship Id="rId28"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slideLayout" Target="../slideLayouts/slideLayout33.xml"/><Relationship Id="rId3" Type="http://schemas.openxmlformats.org/officeDocument/2006/relationships/slideLayout" Target="../slideLayouts/slideLayout34.xml"/><Relationship Id="rId4" Type="http://schemas.openxmlformats.org/officeDocument/2006/relationships/slideLayout" Target="../slideLayouts/slideLayout35.xml"/><Relationship Id="rId5" Type="http://schemas.openxmlformats.org/officeDocument/2006/relationships/slideLayout" Target="../slideLayouts/slideLayout36.xml"/><Relationship Id="rId6" Type="http://schemas.openxmlformats.org/officeDocument/2006/relationships/slideLayout" Target="../slideLayouts/slideLayout37.xml"/><Relationship Id="rId7" Type="http://schemas.openxmlformats.org/officeDocument/2006/relationships/slideLayout" Target="../slideLayouts/slideLayout38.xml"/><Relationship Id="rId8" Type="http://schemas.openxmlformats.org/officeDocument/2006/relationships/slideLayout" Target="../slideLayouts/slideLayout39.xml"/><Relationship Id="rId9" Type="http://schemas.openxmlformats.org/officeDocument/2006/relationships/slideLayout" Target="../slideLayouts/slideLayout40.xml"/><Relationship Id="rId10" Type="http://schemas.openxmlformats.org/officeDocument/2006/relationships/slideLayout" Target="../slideLayouts/slideLayout41.xml"/><Relationship Id="rId11" Type="http://schemas.openxmlformats.org/officeDocument/2006/relationships/slideLayout" Target="../slideLayouts/slideLayout42.xml"/><Relationship Id="rId12" Type="http://schemas.openxmlformats.org/officeDocument/2006/relationships/slideLayout" Target="../slideLayouts/slideLayout43.xml"/><Relationship Id="rId13" Type="http://schemas.openxmlformats.org/officeDocument/2006/relationships/slideLayout" Target="../slideLayouts/slideLayout44.xml"/><Relationship Id="rId14" Type="http://schemas.openxmlformats.org/officeDocument/2006/relationships/slideLayout" Target="../slideLayouts/slideLayout45.xml"/><Relationship Id="rId15" Type="http://schemas.openxmlformats.org/officeDocument/2006/relationships/slideLayout" Target="../slideLayouts/slideLayout46.xml"/><Relationship Id="rId16" Type="http://schemas.openxmlformats.org/officeDocument/2006/relationships/slideLayout" Target="../slideLayouts/slideLayout47.xml"/><Relationship Id="rId17" Type="http://schemas.openxmlformats.org/officeDocument/2006/relationships/slideLayout" Target="../slideLayouts/slideLayout48.xml"/><Relationship Id="rId18" Type="http://schemas.openxmlformats.org/officeDocument/2006/relationships/slideLayout" Target="../slideLayouts/slideLayout49.xml"/><Relationship Id="rId19" Type="http://schemas.openxmlformats.org/officeDocument/2006/relationships/slideLayout" Target="../slideLayouts/slideLayout50.xml"/><Relationship Id="rId20" Type="http://schemas.openxmlformats.org/officeDocument/2006/relationships/slideLayout" Target="../slideLayouts/slideLayout51.xml"/><Relationship Id="rId21" Type="http://schemas.openxmlformats.org/officeDocument/2006/relationships/slideLayout" Target="../slideLayouts/slideLayout52.xml"/><Relationship Id="rId22" Type="http://schemas.openxmlformats.org/officeDocument/2006/relationships/slideLayout" Target="../slideLayouts/slideLayout53.xml"/><Relationship Id="rId23" Type="http://schemas.openxmlformats.org/officeDocument/2006/relationships/slideLayout" Target="../slideLayouts/slideLayout54.xml"/><Relationship Id="rId24" Type="http://schemas.openxmlformats.org/officeDocument/2006/relationships/slideLayout" Target="../slideLayouts/slideLayout55.xml"/><Relationship Id="rId25" Type="http://schemas.openxmlformats.org/officeDocument/2006/relationships/theme" Target="../theme/theme3.xml"/><Relationship Id="rId26" Type="http://schemas.openxmlformats.org/officeDocument/2006/relationships/tags" Target="../tags/tag4.xml"/><Relationship Id="rId27" Type="http://schemas.openxmlformats.org/officeDocument/2006/relationships/oleObject" Target="../embeddings/oleObject3.bin"/><Relationship Id="rId28"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1257F11-E42D-95E1-D641-00BA70329E7C}"/>
              </a:ext>
            </a:extLst>
          </p:cNvPr>
          <p:cNvGraphicFramePr>
            <a:graphicFrameLocks/>
          </p:cNvGraphicFramePr>
          <p:nvPr userDrawn="1">
            <p:custDataLst>
              <p:tags r:id="rId9"/>
            </p:custDataLst>
            <p:extLst>
              <p:ext uri="{D42A27DB-BD31-4B8C-83A1-F6EECF244321}">
                <p14:modId xmlns:p14="http://schemas.microsoft.com/office/powerpoint/2010/main" val="670770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1" imgH="411" progId="TCLayout.ActiveDocument.1">
                  <p:embed/>
                </p:oleObj>
              </mc:Choice>
              <mc:Fallback>
                <p:oleObj name="think-cell Slide" r:id="rId10" imgW="411" imgH="411" progId="TCLayout.ActiveDocument.1">
                  <p:embed/>
                  <p:pic>
                    <p:nvPicPr>
                      <p:cNvPr id="6" name="think-cell data - do not delete" hidden="1">
                        <a:extLst>
                          <a:ext uri="{FF2B5EF4-FFF2-40B4-BE49-F238E27FC236}">
                            <a16:creationId xmlns:a16="http://schemas.microsoft.com/office/drawing/2014/main" id="{C1257F11-E42D-95E1-D641-00BA70329E7C}"/>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074F7E8E-9DCF-2B17-2340-CBAED5DAC5E5}"/>
              </a:ext>
            </a:extLst>
          </p:cNvPr>
          <p:cNvSpPr>
            <a:spLocks noGrp="1"/>
          </p:cNvSpPr>
          <p:nvPr>
            <p:ph type="title"/>
          </p:nvPr>
        </p:nvSpPr>
        <p:spPr>
          <a:xfrm>
            <a:off x="1422400" y="365125"/>
            <a:ext cx="91948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C57442C5-8E3D-1CAC-3FB8-2A89BEA20984}"/>
              </a:ext>
            </a:extLst>
          </p:cNvPr>
          <p:cNvSpPr>
            <a:spLocks noGrp="1"/>
          </p:cNvSpPr>
          <p:nvPr>
            <p:ph type="body" idx="1"/>
          </p:nvPr>
        </p:nvSpPr>
        <p:spPr>
          <a:xfrm>
            <a:off x="1422400" y="1825625"/>
            <a:ext cx="91948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BFB0D4F-B08D-CCB9-A31D-FD6794B99234}"/>
              </a:ext>
            </a:extLst>
          </p:cNvPr>
          <p:cNvSpPr>
            <a:spLocks noGrp="1"/>
          </p:cNvSpPr>
          <p:nvPr>
            <p:ph type="dt" sz="half" idx="2"/>
          </p:nvPr>
        </p:nvSpPr>
        <p:spPr>
          <a:xfrm>
            <a:off x="1422400" y="6356350"/>
            <a:ext cx="21590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43F1A7-D79D-471F-9636-72E53656F243}" type="datetime1">
              <a:rPr lang="de-DE" smtClean="0"/>
              <a:t>29.07.2026</a:t>
            </a:fld>
            <a:endParaRPr lang="de-DE"/>
          </a:p>
        </p:txBody>
      </p:sp>
      <p:sp>
        <p:nvSpPr>
          <p:cNvPr id="5" name="Fußzeilenplatzhalter 4">
            <a:extLst>
              <a:ext uri="{FF2B5EF4-FFF2-40B4-BE49-F238E27FC236}">
                <a16:creationId xmlns:a16="http://schemas.microsoft.com/office/drawing/2014/main" id="{49FD28A8-C0B3-D68F-EDB5-385501E84851}"/>
              </a:ext>
            </a:extLst>
          </p:cNvPr>
          <p:cNvSpPr>
            <a:spLocks noGrp="1"/>
          </p:cNvSpPr>
          <p:nvPr>
            <p:ph type="ftr" sz="quarter" idx="3"/>
          </p:nvPr>
        </p:nvSpPr>
        <p:spPr>
          <a:xfrm>
            <a:off x="4038600" y="6356350"/>
            <a:ext cx="65786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endParaRPr lang="de-DE"/>
          </a:p>
        </p:txBody>
      </p:sp>
    </p:spTree>
    <p:extLst>
      <p:ext uri="{BB962C8B-B14F-4D97-AF65-F5344CB8AC3E}">
        <p14:creationId xmlns:p14="http://schemas.microsoft.com/office/powerpoint/2010/main" val="2066238556"/>
      </p:ext>
    </p:extLst>
  </p:cSld>
  <p:clrMap bg1="lt1" tx1="dk1" bg2="lt2" tx2="dk2" accent1="accent1" accent2="accent2" accent3="accent3" accent4="accent4" accent5="accent5" accent6="accent6" hlink="hlink" folHlink="folHlink"/>
  <p:sldLayoutIdLst>
    <p:sldLayoutId id="2147483740" r:id="rId1"/>
    <p:sldLayoutId id="2147483763" r:id="rId2"/>
    <p:sldLayoutId id="2147483764" r:id="rId3"/>
    <p:sldLayoutId id="2147483742" r:id="rId4"/>
    <p:sldLayoutId id="2147483761" r:id="rId5"/>
    <p:sldLayoutId id="2147483762" r:id="rId6"/>
    <p:sldLayoutId id="2147483794" r:id="rId7"/>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F9BDF72-B871-54A3-06AE-DC3509FC0FAE}"/>
              </a:ext>
            </a:extLst>
          </p:cNvPr>
          <p:cNvGraphicFramePr>
            <a:graphicFrameLocks/>
          </p:cNvGraphicFramePr>
          <p:nvPr userDrawn="1">
            <p:custDataLst>
              <p:tags r:id="rId26"/>
            </p:custDataLst>
            <p:extLst>
              <p:ext uri="{D42A27DB-BD31-4B8C-83A1-F6EECF244321}">
                <p14:modId xmlns:p14="http://schemas.microsoft.com/office/powerpoint/2010/main" val="5746177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411" imgH="411" progId="TCLayout.ActiveDocument.1">
                  <p:embed/>
                </p:oleObj>
              </mc:Choice>
              <mc:Fallback>
                <p:oleObj name="think-cell Slide" r:id="rId27" imgW="411" imgH="411" progId="TCLayout.ActiveDocument.1">
                  <p:embed/>
                  <p:pic>
                    <p:nvPicPr>
                      <p:cNvPr id="4" name="think-cell data - do not delete" hidden="1">
                        <a:extLst>
                          <a:ext uri="{FF2B5EF4-FFF2-40B4-BE49-F238E27FC236}">
                            <a16:creationId xmlns:a16="http://schemas.microsoft.com/office/drawing/2014/main" id="{AF9BDF72-B871-54A3-06AE-DC3509FC0FAE}"/>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074F7E8E-9DCF-2B17-2340-CBAED5DAC5E5}"/>
              </a:ext>
            </a:extLst>
          </p:cNvPr>
          <p:cNvSpPr>
            <a:spLocks noGrp="1"/>
          </p:cNvSpPr>
          <p:nvPr>
            <p:ph type="title"/>
          </p:nvPr>
        </p:nvSpPr>
        <p:spPr>
          <a:xfrm>
            <a:off x="1422400" y="365125"/>
            <a:ext cx="91948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C57442C5-8E3D-1CAC-3FB8-2A89BEA20984}"/>
              </a:ext>
            </a:extLst>
          </p:cNvPr>
          <p:cNvSpPr>
            <a:spLocks noGrp="1"/>
          </p:cNvSpPr>
          <p:nvPr>
            <p:ph type="body" idx="1"/>
          </p:nvPr>
        </p:nvSpPr>
        <p:spPr>
          <a:xfrm>
            <a:off x="1422400" y="1825625"/>
            <a:ext cx="91948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4">
            <a:extLst>
              <a:ext uri="{FF2B5EF4-FFF2-40B4-BE49-F238E27FC236}">
                <a16:creationId xmlns:a16="http://schemas.microsoft.com/office/drawing/2014/main" id="{51B18945-8A81-A57B-D05E-9BA6E7CA7027}"/>
              </a:ext>
            </a:extLst>
          </p:cNvPr>
          <p:cNvSpPr>
            <a:spLocks noGrp="1"/>
          </p:cNvSpPr>
          <p:nvPr>
            <p:ph type="ftr" sz="quarter" idx="3"/>
          </p:nvPr>
        </p:nvSpPr>
        <p:spPr>
          <a:xfrm>
            <a:off x="1422400" y="6356350"/>
            <a:ext cx="9194800" cy="365125"/>
          </a:xfrm>
          <a:prstGeom prst="rect">
            <a:avLst/>
          </a:prstGeom>
        </p:spPr>
        <p:txBody>
          <a:bodyPr/>
          <a:lstStyle>
            <a:lvl1pPr algn="l">
              <a:defRPr sz="1400"/>
            </a:lvl1pPr>
          </a:lstStyle>
          <a:p>
            <a:endParaRPr lang="de-DE"/>
          </a:p>
        </p:txBody>
      </p:sp>
    </p:spTree>
    <p:extLst>
      <p:ext uri="{BB962C8B-B14F-4D97-AF65-F5344CB8AC3E}">
        <p14:creationId xmlns:p14="http://schemas.microsoft.com/office/powerpoint/2010/main" val="3583035596"/>
      </p:ext>
    </p:extLst>
  </p:cSld>
  <p:clrMap bg1="lt1" tx1="dk1" bg2="lt2" tx2="dk2" accent1="accent1" accent2="accent2" accent3="accent3" accent4="accent4" accent5="accent5" accent6="accent6" hlink="hlink" folHlink="folHlink"/>
  <p:sldLayoutIdLst>
    <p:sldLayoutId id="2147483698" r:id="rId1"/>
    <p:sldLayoutId id="2147483697" r:id="rId2"/>
    <p:sldLayoutId id="2147483699" r:id="rId3"/>
    <p:sldLayoutId id="2147483700" r:id="rId4"/>
    <p:sldLayoutId id="2147483755" r:id="rId5"/>
    <p:sldLayoutId id="2147483756" r:id="rId6"/>
    <p:sldLayoutId id="2147483757" r:id="rId7"/>
    <p:sldLayoutId id="2147483758" r:id="rId8"/>
    <p:sldLayoutId id="2147483701" r:id="rId9"/>
    <p:sldLayoutId id="2147483702" r:id="rId10"/>
    <p:sldLayoutId id="2147483748" r:id="rId11"/>
    <p:sldLayoutId id="2147483705" r:id="rId12"/>
    <p:sldLayoutId id="2147483706" r:id="rId13"/>
    <p:sldLayoutId id="2147483707" r:id="rId14"/>
    <p:sldLayoutId id="2147483750" r:id="rId15"/>
    <p:sldLayoutId id="2147483751" r:id="rId16"/>
    <p:sldLayoutId id="2147483752" r:id="rId17"/>
    <p:sldLayoutId id="2147483753" r:id="rId18"/>
    <p:sldLayoutId id="2147483754" r:id="rId19"/>
    <p:sldLayoutId id="2147483749" r:id="rId20"/>
    <p:sldLayoutId id="2147483708" r:id="rId21"/>
    <p:sldLayoutId id="2147483709" r:id="rId22"/>
    <p:sldLayoutId id="2147483710" r:id="rId23"/>
    <p:sldLayoutId id="2147483795" r:id="rId24"/>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5A3D968-9304-7212-D419-2598072B36A5}"/>
              </a:ext>
            </a:extLst>
          </p:cNvPr>
          <p:cNvGraphicFramePr>
            <a:graphicFrameLocks/>
          </p:cNvGraphicFramePr>
          <p:nvPr userDrawn="1">
            <p:custDataLst>
              <p:tags r:id="rId26"/>
            </p:custDataLst>
            <p:extLst>
              <p:ext uri="{D42A27DB-BD31-4B8C-83A1-F6EECF244321}">
                <p14:modId xmlns:p14="http://schemas.microsoft.com/office/powerpoint/2010/main" val="19918826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411" imgH="411" progId="TCLayout.ActiveDocument.1">
                  <p:embed/>
                </p:oleObj>
              </mc:Choice>
              <mc:Fallback>
                <p:oleObj name="think-cell Slide" r:id="rId27" imgW="411" imgH="411" progId="TCLayout.ActiveDocument.1">
                  <p:embed/>
                  <p:pic>
                    <p:nvPicPr>
                      <p:cNvPr id="6" name="think-cell data - do not delete" hidden="1">
                        <a:extLst>
                          <a:ext uri="{FF2B5EF4-FFF2-40B4-BE49-F238E27FC236}">
                            <a16:creationId xmlns:a16="http://schemas.microsoft.com/office/drawing/2014/main" id="{25A3D968-9304-7212-D419-2598072B36A5}"/>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074F7E8E-9DCF-2B17-2340-CBAED5DAC5E5}"/>
              </a:ext>
            </a:extLst>
          </p:cNvPr>
          <p:cNvSpPr>
            <a:spLocks noGrp="1"/>
          </p:cNvSpPr>
          <p:nvPr>
            <p:ph type="title"/>
          </p:nvPr>
        </p:nvSpPr>
        <p:spPr>
          <a:xfrm>
            <a:off x="1422400" y="365125"/>
            <a:ext cx="91948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C57442C5-8E3D-1CAC-3FB8-2A89BEA20984}"/>
              </a:ext>
            </a:extLst>
          </p:cNvPr>
          <p:cNvSpPr>
            <a:spLocks noGrp="1"/>
          </p:cNvSpPr>
          <p:nvPr>
            <p:ph type="body" idx="1"/>
          </p:nvPr>
        </p:nvSpPr>
        <p:spPr>
          <a:xfrm>
            <a:off x="1422400" y="1825625"/>
            <a:ext cx="91948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BFB0D4F-B08D-CCB9-A31D-FD6794B99234}"/>
              </a:ext>
            </a:extLst>
          </p:cNvPr>
          <p:cNvSpPr>
            <a:spLocks noGrp="1"/>
          </p:cNvSpPr>
          <p:nvPr>
            <p:ph type="dt" sz="half" idx="2"/>
          </p:nvPr>
        </p:nvSpPr>
        <p:spPr>
          <a:xfrm>
            <a:off x="1422400" y="6356350"/>
            <a:ext cx="21590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43F1A7-D79D-471F-9636-72E53656F243}" type="datetime1">
              <a:rPr lang="de-DE" smtClean="0"/>
              <a:t>29.07.2026</a:t>
            </a:fld>
            <a:endParaRPr lang="de-DE"/>
          </a:p>
        </p:txBody>
      </p:sp>
      <p:sp>
        <p:nvSpPr>
          <p:cNvPr id="5" name="Fußzeilenplatzhalter 4">
            <a:extLst>
              <a:ext uri="{FF2B5EF4-FFF2-40B4-BE49-F238E27FC236}">
                <a16:creationId xmlns:a16="http://schemas.microsoft.com/office/drawing/2014/main" id="{49FD28A8-C0B3-D68F-EDB5-385501E84851}"/>
              </a:ext>
            </a:extLst>
          </p:cNvPr>
          <p:cNvSpPr>
            <a:spLocks noGrp="1"/>
          </p:cNvSpPr>
          <p:nvPr>
            <p:ph type="ftr" sz="quarter" idx="3"/>
          </p:nvPr>
        </p:nvSpPr>
        <p:spPr>
          <a:xfrm>
            <a:off x="4038600" y="6356350"/>
            <a:ext cx="65786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endParaRPr lang="de-DE"/>
          </a:p>
        </p:txBody>
      </p:sp>
    </p:spTree>
    <p:extLst>
      <p:ext uri="{BB962C8B-B14F-4D97-AF65-F5344CB8AC3E}">
        <p14:creationId xmlns:p14="http://schemas.microsoft.com/office/powerpoint/2010/main" val="63925915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59" r:id="rId23"/>
    <p:sldLayoutId id="2147483760" r:id="rId24"/>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32687&quot;&gt;&lt;version val=&quot;38642&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yearfmt&gt;&lt;begin val=&quot;0&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quot;&gt;&lt;elem m_fUsage=&quot;1.00000000000000000000E+00&quot;&gt;&lt;m_msothmcolidx val=&quot;0&quot;/&gt;&lt;m_rgb r=&quot;D7&quot; g=&quot;32&quot; b=&quot;25&quot;/&gt;&lt;/elem&gt;&lt;/m_vecMRU&gt;&lt;/m_mruColor&gt;&lt;m_eweekdayFirstOfWeek val=&quot;2&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fo">
  <a:themeElements>
    <a:clrScheme name="opseo">
      <a:dk1>
        <a:srgbClr val="777777"/>
      </a:dk1>
      <a:lt1>
        <a:srgbClr val="FFFFFF"/>
      </a:lt1>
      <a:dk2>
        <a:srgbClr val="777777"/>
      </a:dk2>
      <a:lt2>
        <a:srgbClr val="FFFFFF"/>
      </a:lt2>
      <a:accent1>
        <a:srgbClr val="1A70B8"/>
      </a:accent1>
      <a:accent2>
        <a:srgbClr val="BBCF00"/>
      </a:accent2>
      <a:accent3>
        <a:srgbClr val="2A6A38"/>
      </a:accent3>
      <a:accent4>
        <a:srgbClr val="F89929"/>
      </a:accent4>
      <a:accent5>
        <a:srgbClr val="963A96"/>
      </a:accent5>
      <a:accent6>
        <a:srgbClr val="D73225"/>
      </a:accent6>
      <a:hlink>
        <a:srgbClr val="1A70B8"/>
      </a:hlink>
      <a:folHlink>
        <a:srgbClr val="777777"/>
      </a:folHlink>
    </a:clrScheme>
    <a:fontScheme name="opseo">
      <a:majorFont>
        <a:latin typeface="Quicksand"/>
        <a:ea typeface="Calibri"/>
        <a:cs typeface="Calibri"/>
      </a:majorFont>
      <a:minorFont>
        <a:latin typeface="Open Sans"/>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D3272F27-4E6E-40BF-AA54-B99C54D7E252}" vid="{8148176C-B240-4BDC-9E7A-759B927EF4A6}"/>
    </a:ext>
  </a:extLst>
</a:theme>
</file>

<file path=ppt/theme/theme2.xml><?xml version="1.0" encoding="utf-8"?>
<a:theme xmlns:a="http://schemas.openxmlformats.org/drawingml/2006/main" name="Sales">
  <a:themeElements>
    <a:clrScheme name="Benutzerdefiniert 2">
      <a:dk1>
        <a:srgbClr val="777777"/>
      </a:dk1>
      <a:lt1>
        <a:srgbClr val="FFFFFF"/>
      </a:lt1>
      <a:dk2>
        <a:srgbClr val="777777"/>
      </a:dk2>
      <a:lt2>
        <a:srgbClr val="FFFFFF"/>
      </a:lt2>
      <a:accent1>
        <a:srgbClr val="1A70B8"/>
      </a:accent1>
      <a:accent2>
        <a:srgbClr val="BBCF00"/>
      </a:accent2>
      <a:accent3>
        <a:srgbClr val="2A6A38"/>
      </a:accent3>
      <a:accent4>
        <a:srgbClr val="FFFFFF"/>
      </a:accent4>
      <a:accent5>
        <a:srgbClr val="FFFFFF"/>
      </a:accent5>
      <a:accent6>
        <a:srgbClr val="FFFFFF"/>
      </a:accent6>
      <a:hlink>
        <a:srgbClr val="1A70B8"/>
      </a:hlink>
      <a:folHlink>
        <a:srgbClr val="777777"/>
      </a:folHlink>
    </a:clrScheme>
    <a:fontScheme name="opseo">
      <a:majorFont>
        <a:latin typeface="Quicksand"/>
        <a:ea typeface="Calibri"/>
        <a:cs typeface="Calibri"/>
      </a:majorFont>
      <a:minorFont>
        <a:latin typeface="Open Sans"/>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D3272F27-4E6E-40BF-AA54-B99C54D7E252}" vid="{3032B20B-4343-469D-8DA7-8CC763296E01}"/>
    </a:ext>
  </a:extLst>
</a:theme>
</file>

<file path=ppt/theme/theme3.xml><?xml version="1.0" encoding="utf-8"?>
<a:theme xmlns:a="http://schemas.openxmlformats.org/drawingml/2006/main" name="Marketing">
  <a:themeElements>
    <a:clrScheme name="Benutzerdefiniert 1">
      <a:dk1>
        <a:srgbClr val="777777"/>
      </a:dk1>
      <a:lt1>
        <a:srgbClr val="FFFFFF"/>
      </a:lt1>
      <a:dk2>
        <a:srgbClr val="777777"/>
      </a:dk2>
      <a:lt2>
        <a:srgbClr val="FFFFFF"/>
      </a:lt2>
      <a:accent1>
        <a:srgbClr val="1A70B8"/>
      </a:accent1>
      <a:accent2>
        <a:srgbClr val="BBCF00"/>
      </a:accent2>
      <a:accent3>
        <a:srgbClr val="2A6A38"/>
      </a:accent3>
      <a:accent4>
        <a:srgbClr val="FFFFFF"/>
      </a:accent4>
      <a:accent5>
        <a:srgbClr val="FFFFFF"/>
      </a:accent5>
      <a:accent6>
        <a:srgbClr val="FFFFFF"/>
      </a:accent6>
      <a:hlink>
        <a:srgbClr val="1A70B8"/>
      </a:hlink>
      <a:folHlink>
        <a:srgbClr val="777777"/>
      </a:folHlink>
    </a:clrScheme>
    <a:fontScheme name="opseo">
      <a:majorFont>
        <a:latin typeface="Quicksand"/>
        <a:ea typeface="Calibri"/>
        <a:cs typeface="Calibri"/>
      </a:majorFont>
      <a:minorFont>
        <a:latin typeface="Open Sans"/>
        <a:ea typeface="Helvetica"/>
        <a:cs typeface="Helvetic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D3272F27-4E6E-40BF-AA54-B99C54D7E252}" vid="{9C145A59-7867-49BF-BA69-FC18FECBDEEF}"/>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2bd8d57-0af3-416d-ac74-da210525eac2">
      <Terms xmlns="http://schemas.microsoft.com/office/infopath/2007/PartnerControls"/>
    </lcf76f155ced4ddcb4097134ff3c332f>
    <TaxCatchAll xmlns="63156b11-60af-4367-a1a2-69f4fc50935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649E09E9145E0848B78D685FDC6D62B7" ma:contentTypeVersion="10" ma:contentTypeDescription="Ein neues Dokument erstellen." ma:contentTypeScope="" ma:versionID="83c6dae539546ba84eb2a255f818de86">
  <xsd:schema xmlns:xsd="http://www.w3.org/2001/XMLSchema" xmlns:xs="http://www.w3.org/2001/XMLSchema" xmlns:p="http://schemas.microsoft.com/office/2006/metadata/properties" xmlns:ns2="52bd8d57-0af3-416d-ac74-da210525eac2" xmlns:ns3="63156b11-60af-4367-a1a2-69f4fc509353" targetNamespace="http://schemas.microsoft.com/office/2006/metadata/properties" ma:root="true" ma:fieldsID="f8b7ee661fd4ab9d9460a78908944fc7" ns2:_="" ns3:_="">
    <xsd:import namespace="52bd8d57-0af3-416d-ac74-da210525eac2"/>
    <xsd:import namespace="63156b11-60af-4367-a1a2-69f4fc50935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bd8d57-0af3-416d-ac74-da210525eac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8019a78d-c745-4778-af59-53f65a7cd1e3"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3156b11-60af-4367-a1a2-69f4fc50935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e025cf9-ba1e-4bcd-bd54-f2c7b6f30004}" ma:internalName="TaxCatchAll" ma:showField="CatchAllData" ma:web="63156b11-60af-4367-a1a2-69f4fc50935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45D098-DBE4-4E0A-B2D4-88C37B1E8C80}">
  <ds:schemaRefs>
    <ds:schemaRef ds:uri="52bd8d57-0af3-416d-ac74-da210525eac2"/>
    <ds:schemaRef ds:uri="63156b11-60af-4367-a1a2-69f4fc50935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C6EEA663-6290-41FC-B087-464ECABCC89C}">
  <ds:schemaRefs>
    <ds:schemaRef ds:uri="52bd8d57-0af3-416d-ac74-da210525eac2"/>
    <ds:schemaRef ds:uri="63156b11-60af-4367-a1a2-69f4fc50935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AFC12DA-5F3A-46E8-A2F0-5563EB6EAF9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251026 RFA - CG Castrop-Rauxel_v01</Template>
  <TotalTime>0</TotalTime>
  <Words>739</Words>
  <Application>Microsoft Office PowerPoint</Application>
  <PresentationFormat>Breitbild</PresentationFormat>
  <Paragraphs>103</Paragraphs>
  <Slides>3</Slides>
  <Notes>0</Notes>
  <HiddenSlides>0</HiddenSlides>
  <MMClips>0</MMClips>
  <ScaleCrop>false</ScaleCrop>
  <HeadingPairs>
    <vt:vector size="8" baseType="variant">
      <vt:variant>
        <vt:lpstr>Verwendete Schriftarten</vt:lpstr>
      </vt:variant>
      <vt:variant>
        <vt:i4>6</vt:i4>
      </vt:variant>
      <vt:variant>
        <vt:lpstr>Design</vt:lpstr>
      </vt:variant>
      <vt:variant>
        <vt:i4>3</vt:i4>
      </vt:variant>
      <vt:variant>
        <vt:lpstr>Eingebettete OLE-Server</vt:lpstr>
      </vt:variant>
      <vt:variant>
        <vt:i4>1</vt:i4>
      </vt:variant>
      <vt:variant>
        <vt:lpstr>Folientitel</vt:lpstr>
      </vt:variant>
      <vt:variant>
        <vt:i4>3</vt:i4>
      </vt:variant>
    </vt:vector>
  </HeadingPairs>
  <TitlesOfParts>
    <vt:vector size="13" baseType="lpstr">
      <vt:lpstr>Aptos</vt:lpstr>
      <vt:lpstr>Arial</vt:lpstr>
      <vt:lpstr>Arsilon</vt:lpstr>
      <vt:lpstr>Open Sans</vt:lpstr>
      <vt:lpstr>Quicksand</vt:lpstr>
      <vt:lpstr>Wingdings</vt:lpstr>
      <vt:lpstr>Info</vt:lpstr>
      <vt:lpstr>Sales</vt:lpstr>
      <vt:lpstr>Marketing</vt:lpstr>
      <vt:lpstr>think-cell Slide</vt:lpstr>
      <vt:lpstr>Gruppenbetreuung ersetzt die Einzelbetreuung – im Kreis Pinneberg läuft das bereits </vt:lpstr>
      <vt:lpstr>Drei Viertel des Umsatzes sind Personal – der Mindestlohn frisst die Marge auf </vt:lpstr>
      <vt:lpstr>Die Zahl der Fälle explodiert – die Ausgaben je Fall werden jetzt gedeckelt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Morscheck, Desiree</dc:creator>
  <cp:lastModifiedBy>Neal, Jeffrey</cp:lastModifiedBy>
  <cp:revision>4</cp:revision>
  <cp:lastPrinted>2026-04-16T17:43:26Z</cp:lastPrinted>
  <dcterms:created xsi:type="dcterms:W3CDTF">2025-10-26T21:28:28Z</dcterms:created>
  <dcterms:modified xsi:type="dcterms:W3CDTF">2026-07-29T05:42:20Z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0x010100649E09E9145E0848B78D685FDC6D62B7</vt:lpwstr>
  </property>
  <property fmtid="{D5CDD505-2E9C-101B-9397-08002B2CF9AE}" pid="3" name="MediaServiceImageTags">
    <vt:lpwstr/>
  </property>
  <property fmtid="{D5CDD505-2E9C-101B-9397-08002B2CF9AE}" pid="4" name="Order">
    <vt:r8>14400</vt:r8>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bool>false</vt:bool>
  </property>
</Properties>
</file>